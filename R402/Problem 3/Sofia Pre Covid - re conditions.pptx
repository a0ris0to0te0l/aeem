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86" r:id="rId11"/>
    <p:sldId id="266" r:id="rId12"/>
    <p:sldId id="287" r:id="rId13"/>
    <p:sldId id="268" r:id="rId14"/>
    <p:sldId id="285" r:id="rId15"/>
    <p:sldId id="269" r:id="rId16"/>
    <p:sldId id="270" r:id="rId17"/>
  </p:sldIdLst>
  <p:sldSz cx="9144000" cy="5143500" type="screen16x9"/>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2B59664-0499-426B-A024-1782F816A1C3}">
          <p14:sldIdLst>
            <p14:sldId id="256"/>
            <p14:sldId id="257"/>
            <p14:sldId id="258"/>
            <p14:sldId id="259"/>
            <p14:sldId id="260"/>
            <p14:sldId id="261"/>
            <p14:sldId id="262"/>
            <p14:sldId id="263"/>
            <p14:sldId id="264"/>
            <p14:sldId id="286"/>
            <p14:sldId id="266"/>
            <p14:sldId id="287"/>
            <p14:sldId id="268"/>
            <p14:sldId id="285"/>
            <p14:sldId id="269"/>
            <p14:sldId id="27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1" d="100"/>
          <a:sy n="141" d="100"/>
        </p:scale>
        <p:origin x="540"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C2E77716-BA9C-428B-8A34-C77D92BB40B5}" type="datetimeFigureOut">
              <a:rPr lang="en-US" smtClean="0"/>
              <a:t>11/6/2025</a:t>
            </a:fld>
            <a:endParaRPr lang="en-US"/>
          </a:p>
        </p:txBody>
      </p:sp>
      <p:sp>
        <p:nvSpPr>
          <p:cNvPr id="4" name="Slide Image Placehol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en-US"/>
          </a:p>
        </p:txBody>
      </p:sp>
      <p:sp>
        <p:nvSpPr>
          <p:cNvPr id="5" name="Notes Placeholder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en-US"/>
          </a:p>
        </p:txBody>
      </p:sp>
      <p:sp>
        <p:nvSpPr>
          <p:cNvPr id="7" name="Slide Number Placeholder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358D029C-D45F-4FD1-8E11-8B35394ABB82}" type="slidenum">
              <a:rPr lang="en-US" smtClean="0"/>
              <a:t>‹#›</a:t>
            </a:fld>
            <a:endParaRPr lang="en-US"/>
          </a:p>
        </p:txBody>
      </p:sp>
    </p:spTree>
    <p:extLst>
      <p:ext uri="{BB962C8B-B14F-4D97-AF65-F5344CB8AC3E}">
        <p14:creationId xmlns:p14="http://schemas.microsoft.com/office/powerpoint/2010/main" val="153594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rgbClr val="FFFFFF"/>
        </a:solidFill>
        <a:effectLst/>
      </p:bgPr>
    </p:bg>
    <p:spTree>
      <p:nvGrpSpPr>
        <p:cNvPr id="1" name=""/>
        <p:cNvGrpSpPr/>
        <p:nvPr/>
      </p:nvGrpSpPr>
      <p:grpSpPr>
        <a:xfrm>
          <a:off x="0" y="0"/>
          <a:ext cx="0" cy="0"/>
          <a:chOff x="0" y="0"/>
          <a:chExt cx="0" cy="0"/>
        </a:xfrm>
      </p:grpSpPr>
      <p:sp>
        <p:nvSpPr>
          <p:cNvPr id="7" name="Google Shape;9;p2"/>
          <p:cNvSpPr/>
          <p:nvPr/>
        </p:nvSpPr>
        <p:spPr>
          <a:xfrm>
            <a:off x="18720" y="150804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 h="1">
                <a:moveTo>
                  <a:pt x="0" y="0"/>
                </a:moveTo>
                <a:lnTo>
                  <a:pt x="0" y="0"/>
                </a:lnTo>
                <a:lnTo>
                  <a:pt x="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tIns="360" bIns="3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8" name="Google Shape;10;p2"/>
          <p:cNvSpPr/>
          <p:nvPr/>
        </p:nvSpPr>
        <p:spPr>
          <a:xfrm>
            <a:off x="18720" y="241920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 h="1">
                <a:moveTo>
                  <a:pt x="0" y="0"/>
                </a:moveTo>
                <a:lnTo>
                  <a:pt x="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tIns="360" bIns="3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2" name="Google Shape;11;p2"/>
          <p:cNvSpPr/>
          <p:nvPr/>
        </p:nvSpPr>
        <p:spPr>
          <a:xfrm flipH="1">
            <a:off x="1143720" y="9000"/>
            <a:ext cx="360" cy="360"/>
          </a:xfrm>
          <a:custGeom>
            <a:avLst/>
            <a:gdLst>
              <a:gd name="textAreaLeft" fmla="*/ -360 w 360"/>
              <a:gd name="textAreaRight" fmla="*/ 360 w 360"/>
              <a:gd name="textAreaTop" fmla="*/ 0 h 360"/>
              <a:gd name="textAreaBottom" fmla="*/ 720 h 360"/>
            </a:gdLst>
            <a:ahLst/>
            <a:cxnLst/>
            <a:rect l="textAreaLeft" t="textAreaTop" r="textAreaRight" b="textAreaBottom"/>
            <a:pathLst>
              <a:path w="1" h="1">
                <a:moveTo>
                  <a:pt x="0" y="1"/>
                </a:moveTo>
                <a:lnTo>
                  <a:pt x="0" y="1"/>
                </a:lnTo>
                <a:lnTo>
                  <a:pt x="0" y="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tIns="360" bIns="3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3" name="Google Shape;12;p2"/>
          <p:cNvSpPr/>
          <p:nvPr/>
        </p:nvSpPr>
        <p:spPr>
          <a:xfrm flipH="1">
            <a:off x="1143720" y="9000"/>
            <a:ext cx="360" cy="360"/>
          </a:xfrm>
          <a:custGeom>
            <a:avLst/>
            <a:gdLst>
              <a:gd name="textAreaLeft" fmla="*/ -360 w 360"/>
              <a:gd name="textAreaRight" fmla="*/ 360 w 360"/>
              <a:gd name="textAreaTop" fmla="*/ 0 h 360"/>
              <a:gd name="textAreaBottom" fmla="*/ 720 h 360"/>
            </a:gdLst>
            <a:ahLst/>
            <a:cxnLst/>
            <a:rect l="textAreaLeft" t="textAreaTop" r="textAreaRight" b="textAreaBottom"/>
            <a:pathLst>
              <a:path w="1" h="1">
                <a:moveTo>
                  <a:pt x="0" y="1"/>
                </a:moveTo>
                <a:lnTo>
                  <a:pt x="0" y="1"/>
                </a:lnTo>
                <a:lnTo>
                  <a:pt x="0" y="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tIns="360" bIns="3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4" name="PlaceHolder 1"/>
          <p:cNvSpPr>
            <a:spLocks noGrp="1"/>
          </p:cNvSpPr>
          <p:nvPr>
            <p:ph type="title"/>
          </p:nvPr>
        </p:nvSpPr>
        <p:spPr>
          <a:xfrm>
            <a:off x="623880" y="2236680"/>
            <a:ext cx="3576600" cy="670320"/>
          </a:xfrm>
          <a:prstGeom prst="rect">
            <a:avLst/>
          </a:prstGeom>
          <a:noFill/>
          <a:ln w="0">
            <a:noFill/>
          </a:ln>
        </p:spPr>
        <p:txBody>
          <a:bodyPr lIns="91440" tIns="91440" rIns="91440" bIns="91440" anchor="b">
            <a:noAutofit/>
          </a:bodyPr>
          <a:lstStyle/>
          <a:p>
            <a:pPr indent="0">
              <a:buNone/>
            </a:pPr>
            <a:r>
              <a:rPr lang="en-US" sz="3600" b="0" u="none" strike="noStrike">
                <a:solidFill>
                  <a:srgbClr val="000000"/>
                </a:solidFill>
                <a:effectLst/>
                <a:uFillTx/>
                <a:latin typeface="Arial"/>
              </a:rPr>
              <a:t>Click to edit the title text format</a:t>
            </a:r>
          </a:p>
        </p:txBody>
      </p:sp>
      <p:sp>
        <p:nvSpPr>
          <p:cNvPr id="5" name="Google Shape;15;p2"/>
          <p:cNvSpPr/>
          <p:nvPr/>
        </p:nvSpPr>
        <p:spPr>
          <a:xfrm>
            <a:off x="4099680" y="-102960"/>
            <a:ext cx="5995080" cy="6198840"/>
          </a:xfrm>
          <a:custGeom>
            <a:avLst/>
            <a:gdLst>
              <a:gd name="textAreaLeft" fmla="*/ 0 w 5995080"/>
              <a:gd name="textAreaRight" fmla="*/ 5995440 w 5995080"/>
              <a:gd name="textAreaTop" fmla="*/ 0 h 6198840"/>
              <a:gd name="textAreaBottom" fmla="*/ 6199200 h 6198840"/>
            </a:gdLst>
            <a:ahLst/>
            <a:cxnLst/>
            <a:rect l="textAreaLeft" t="textAreaTop" r="textAreaRight" b="textAreaBottom"/>
            <a:pathLst>
              <a:path w="201481" h="208325">
                <a:moveTo>
                  <a:pt x="11154" y="0"/>
                </a:moveTo>
                <a:cubicBezTo>
                  <a:pt x="4056" y="11322"/>
                  <a:pt x="0" y="25053"/>
                  <a:pt x="2324" y="39924"/>
                </a:cubicBezTo>
                <a:cubicBezTo>
                  <a:pt x="9717" y="87327"/>
                  <a:pt x="46473" y="78032"/>
                  <a:pt x="51839" y="97677"/>
                </a:cubicBezTo>
                <a:cubicBezTo>
                  <a:pt x="53106" y="102282"/>
                  <a:pt x="52853" y="108577"/>
                  <a:pt x="51712" y="115464"/>
                </a:cubicBezTo>
                <a:cubicBezTo>
                  <a:pt x="47938" y="138856"/>
                  <a:pt x="66191" y="159846"/>
                  <a:pt x="89765" y="159846"/>
                </a:cubicBezTo>
                <a:cubicBezTo>
                  <a:pt x="90204" y="159846"/>
                  <a:pt x="90644" y="159839"/>
                  <a:pt x="91087" y="159824"/>
                </a:cubicBezTo>
                <a:cubicBezTo>
                  <a:pt x="97764" y="159584"/>
                  <a:pt x="104483" y="159440"/>
                  <a:pt x="110886" y="159440"/>
                </a:cubicBezTo>
                <a:cubicBezTo>
                  <a:pt x="119109" y="159440"/>
                  <a:pt x="126814" y="159677"/>
                  <a:pt x="133250" y="160247"/>
                </a:cubicBezTo>
                <a:cubicBezTo>
                  <a:pt x="155895" y="162275"/>
                  <a:pt x="147826" y="197383"/>
                  <a:pt x="191257" y="208325"/>
                </a:cubicBezTo>
                <a:lnTo>
                  <a:pt x="195270" y="208325"/>
                </a:lnTo>
                <a:cubicBezTo>
                  <a:pt x="198692" y="208325"/>
                  <a:pt x="201481" y="205536"/>
                  <a:pt x="201481" y="202072"/>
                </a:cubicBezTo>
                <a:lnTo>
                  <a:pt x="201481" y="5999"/>
                </a:lnTo>
                <a:cubicBezTo>
                  <a:pt x="201481" y="3211"/>
                  <a:pt x="199622" y="760"/>
                  <a:pt x="196960" y="0"/>
                </a:cubicBezTo>
                <a:close/>
              </a:path>
            </a:pathLst>
          </a:custGeom>
          <a:solidFill>
            <a:srgbClr val="FFF8E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sp>
        <p:nvSpPr>
          <p:cNvPr id="7" name="Google Shape;81;p11"/>
          <p:cNvSpPr/>
          <p:nvPr/>
        </p:nvSpPr>
        <p:spPr>
          <a:xfrm rot="466800">
            <a:off x="4431600" y="-984240"/>
            <a:ext cx="5995440" cy="6457320"/>
          </a:xfrm>
          <a:custGeom>
            <a:avLst/>
            <a:gdLst>
              <a:gd name="textAreaLeft" fmla="*/ 0 w 5995440"/>
              <a:gd name="textAreaRight" fmla="*/ 5995800 w 5995440"/>
              <a:gd name="textAreaTop" fmla="*/ 0 h 6457320"/>
              <a:gd name="textAreaBottom" fmla="*/ 6457680 h 6457320"/>
            </a:gdLst>
            <a:ahLst/>
            <a:cxnLst/>
            <a:rect l="textAreaLeft" t="textAreaTop" r="textAreaRight" b="textAreaBottom"/>
            <a:pathLst>
              <a:path w="201481" h="208325">
                <a:moveTo>
                  <a:pt x="11154" y="0"/>
                </a:moveTo>
                <a:cubicBezTo>
                  <a:pt x="4056" y="11322"/>
                  <a:pt x="0" y="25053"/>
                  <a:pt x="2324" y="39924"/>
                </a:cubicBezTo>
                <a:cubicBezTo>
                  <a:pt x="9717" y="87327"/>
                  <a:pt x="46473" y="78032"/>
                  <a:pt x="51839" y="97677"/>
                </a:cubicBezTo>
                <a:cubicBezTo>
                  <a:pt x="53106" y="102282"/>
                  <a:pt x="52853" y="108577"/>
                  <a:pt x="51712" y="115464"/>
                </a:cubicBezTo>
                <a:cubicBezTo>
                  <a:pt x="47938" y="138856"/>
                  <a:pt x="66191" y="159846"/>
                  <a:pt x="89765" y="159846"/>
                </a:cubicBezTo>
                <a:cubicBezTo>
                  <a:pt x="90204" y="159846"/>
                  <a:pt x="90644" y="159839"/>
                  <a:pt x="91087" y="159824"/>
                </a:cubicBezTo>
                <a:cubicBezTo>
                  <a:pt x="97764" y="159584"/>
                  <a:pt x="104483" y="159440"/>
                  <a:pt x="110886" y="159440"/>
                </a:cubicBezTo>
                <a:cubicBezTo>
                  <a:pt x="119109" y="159440"/>
                  <a:pt x="126814" y="159677"/>
                  <a:pt x="133250" y="160247"/>
                </a:cubicBezTo>
                <a:cubicBezTo>
                  <a:pt x="155895" y="162275"/>
                  <a:pt x="147826" y="197383"/>
                  <a:pt x="191257" y="208325"/>
                </a:cubicBezTo>
                <a:lnTo>
                  <a:pt x="195270" y="208325"/>
                </a:lnTo>
                <a:cubicBezTo>
                  <a:pt x="198692" y="208325"/>
                  <a:pt x="201481" y="205536"/>
                  <a:pt x="201481" y="202072"/>
                </a:cubicBezTo>
                <a:lnTo>
                  <a:pt x="201481" y="5999"/>
                </a:lnTo>
                <a:cubicBezTo>
                  <a:pt x="201481" y="3211"/>
                  <a:pt x="199622" y="760"/>
                  <a:pt x="196960" y="0"/>
                </a:cubicBezTo>
                <a:close/>
              </a:path>
            </a:pathLst>
          </a:custGeom>
          <a:solidFill>
            <a:srgbClr val="66AAA2">
              <a:alpha val="1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8" name="PlaceHolder 1"/>
          <p:cNvSpPr>
            <a:spLocks noGrp="1"/>
          </p:cNvSpPr>
          <p:nvPr>
            <p:ph type="body"/>
          </p:nvPr>
        </p:nvSpPr>
        <p:spPr>
          <a:xfrm>
            <a:off x="641880" y="1220400"/>
            <a:ext cx="5307840" cy="14756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en-US"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200" b="0" u="none" strike="noStrike">
                <a:solidFill>
                  <a:srgbClr val="000000"/>
                </a:solidFill>
                <a:effectLst/>
                <a:uFillTx/>
                <a:latin typeface="Arial"/>
              </a:rPr>
              <a:t>Seventh Outline Level</a:t>
            </a:r>
          </a:p>
        </p:txBody>
      </p:sp>
      <p:sp>
        <p:nvSpPr>
          <p:cNvPr id="9" name="PlaceHolder 2"/>
          <p:cNvSpPr>
            <a:spLocks noGrp="1"/>
          </p:cNvSpPr>
          <p:nvPr>
            <p:ph type="title"/>
          </p:nvPr>
        </p:nvSpPr>
        <p:spPr>
          <a:xfrm>
            <a:off x="4722840" y="1262520"/>
            <a:ext cx="3807720" cy="896400"/>
          </a:xfrm>
          <a:prstGeom prst="rect">
            <a:avLst/>
          </a:prstGeom>
          <a:noFill/>
          <a:ln w="0">
            <a:noFill/>
          </a:ln>
        </p:spPr>
        <p:txBody>
          <a:bodyPr lIns="91440" tIns="91440" rIns="91440" bIns="91440" anchor="t">
            <a:noAutofit/>
          </a:bodyPr>
          <a:lstStyle/>
          <a:p>
            <a:pPr indent="0">
              <a:buNone/>
            </a:pPr>
            <a:r>
              <a:rPr lang="en-US" sz="2800" b="0" u="none" strike="noStrike">
                <a:solidFill>
                  <a:srgbClr val="000000"/>
                </a:solidFill>
                <a:effectLst/>
                <a:uFillTx/>
                <a:latin typeface="Arial"/>
              </a:rPr>
              <a:t>Click to edit the title text format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1_1">
    <p:bg>
      <p:bgPr>
        <a:solidFill>
          <a:srgbClr val="FFFFFF"/>
        </a:solidFill>
        <a:effectLst/>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3414600" y="1853280"/>
            <a:ext cx="2322000" cy="577440"/>
          </a:xfrm>
          <a:prstGeom prst="rect">
            <a:avLst/>
          </a:prstGeom>
          <a:noFill/>
          <a:ln w="0">
            <a:noFill/>
          </a:ln>
        </p:spPr>
        <p:txBody>
          <a:bodyPr lIns="91440" tIns="91440" rIns="91440" bIns="91440" anchor="b">
            <a:noAutofit/>
          </a:bodyPr>
          <a:lstStyle/>
          <a:p>
            <a:pPr indent="0">
              <a:buNone/>
            </a:pPr>
            <a:r>
              <a:rPr lang="en-US" sz="1200" b="0" u="none" strike="noStrike">
                <a:solidFill>
                  <a:srgbClr val="000000"/>
                </a:solidFill>
                <a:effectLst/>
                <a:uFillTx/>
                <a:latin typeface="Arial"/>
              </a:rPr>
              <a:t>Click to edit the title text format</a:t>
            </a:r>
          </a:p>
        </p:txBody>
      </p:sp>
      <p:sp>
        <p:nvSpPr>
          <p:cNvPr id="11" name="PlaceHolder 2"/>
          <p:cNvSpPr>
            <a:spLocks noGrp="1"/>
          </p:cNvSpPr>
          <p:nvPr>
            <p:ph type="title"/>
          </p:nvPr>
        </p:nvSpPr>
        <p:spPr>
          <a:xfrm>
            <a:off x="3699000" y="1565280"/>
            <a:ext cx="1753560" cy="577440"/>
          </a:xfrm>
          <a:prstGeom prst="rect">
            <a:avLst/>
          </a:prstGeom>
          <a:noFill/>
          <a:ln w="0">
            <a:noFill/>
          </a:ln>
        </p:spPr>
        <p:txBody>
          <a:bodyPr lIns="91440" tIns="91440" rIns="91440" bIns="91440" anchor="ctr">
            <a:noAutofit/>
          </a:bodyPr>
          <a:lstStyle/>
          <a:p>
            <a:pPr indent="0" algn="ctr">
              <a:lnSpc>
                <a:spcPct val="100000"/>
              </a:lnSpc>
              <a:buNone/>
            </a:pPr>
            <a:r>
              <a:rPr lang="en-US" sz="3600" b="0" u="none" strike="noStrike">
                <a:solidFill>
                  <a:srgbClr val="434343"/>
                </a:solidFill>
                <a:effectLst/>
                <a:uFillTx/>
                <a:latin typeface="Montserrat ExtraBold"/>
                <a:ea typeface="Montserrat ExtraBold"/>
              </a:rPr>
              <a:t>xx%</a:t>
            </a:r>
            <a:endParaRPr lang="en-US" sz="3600" b="0" u="none" strike="noStrike">
              <a:solidFill>
                <a:srgbClr val="000000"/>
              </a:solidFill>
              <a:effectLst/>
              <a:uFillTx/>
              <a:latin typeface="Arial"/>
            </a:endParaRPr>
          </a:p>
        </p:txBody>
      </p:sp>
      <p:sp>
        <p:nvSpPr>
          <p:cNvPr id="12" name="PlaceHolder 3"/>
          <p:cNvSpPr>
            <a:spLocks noGrp="1"/>
          </p:cNvSpPr>
          <p:nvPr>
            <p:ph type="title"/>
          </p:nvPr>
        </p:nvSpPr>
        <p:spPr>
          <a:xfrm>
            <a:off x="3414960" y="3359520"/>
            <a:ext cx="2322000" cy="577440"/>
          </a:xfrm>
          <a:prstGeom prst="rect">
            <a:avLst/>
          </a:prstGeom>
          <a:noFill/>
          <a:ln w="0">
            <a:noFill/>
          </a:ln>
        </p:spPr>
        <p:txBody>
          <a:bodyPr lIns="91440" tIns="91440" rIns="91440" bIns="91440" anchor="b">
            <a:noAutofit/>
          </a:bodyPr>
          <a:lstStyle/>
          <a:p>
            <a:pPr indent="0">
              <a:buNone/>
            </a:pPr>
            <a:r>
              <a:rPr lang="en-US" sz="1200" b="0" u="none" strike="noStrike">
                <a:solidFill>
                  <a:srgbClr val="000000"/>
                </a:solidFill>
                <a:effectLst/>
                <a:uFillTx/>
                <a:latin typeface="Arial"/>
              </a:rPr>
              <a:t>Click to edit the title text format</a:t>
            </a:r>
          </a:p>
        </p:txBody>
      </p:sp>
      <p:sp>
        <p:nvSpPr>
          <p:cNvPr id="13" name="PlaceHolder 4"/>
          <p:cNvSpPr>
            <a:spLocks noGrp="1"/>
          </p:cNvSpPr>
          <p:nvPr>
            <p:ph type="title"/>
          </p:nvPr>
        </p:nvSpPr>
        <p:spPr>
          <a:xfrm>
            <a:off x="3699000" y="3091680"/>
            <a:ext cx="1753560" cy="577440"/>
          </a:xfrm>
          <a:prstGeom prst="rect">
            <a:avLst/>
          </a:prstGeom>
          <a:noFill/>
          <a:ln w="0">
            <a:noFill/>
          </a:ln>
        </p:spPr>
        <p:txBody>
          <a:bodyPr lIns="91440" tIns="91440" rIns="91440" bIns="91440" anchor="ctr">
            <a:noAutofit/>
          </a:bodyPr>
          <a:lstStyle/>
          <a:p>
            <a:pPr indent="0" algn="ctr">
              <a:lnSpc>
                <a:spcPct val="100000"/>
              </a:lnSpc>
              <a:buNone/>
            </a:pPr>
            <a:r>
              <a:rPr lang="en-US" sz="3600" b="0" u="none" strike="noStrike">
                <a:solidFill>
                  <a:srgbClr val="434343"/>
                </a:solidFill>
                <a:effectLst/>
                <a:uFillTx/>
                <a:latin typeface="Montserrat ExtraBold"/>
                <a:ea typeface="Montserrat ExtraBold"/>
              </a:rPr>
              <a:t>xx%</a:t>
            </a:r>
            <a:endParaRPr lang="en-US" sz="3600" b="0" u="none" strike="noStrike">
              <a:solidFill>
                <a:srgbClr val="000000"/>
              </a:solidFill>
              <a:effectLst/>
              <a:uFillTx/>
              <a:latin typeface="Arial"/>
            </a:endParaRPr>
          </a:p>
        </p:txBody>
      </p:sp>
      <p:sp>
        <p:nvSpPr>
          <p:cNvPr id="14" name="PlaceHolder 5"/>
          <p:cNvSpPr>
            <a:spLocks noGrp="1"/>
          </p:cNvSpPr>
          <p:nvPr>
            <p:ph type="title"/>
          </p:nvPr>
        </p:nvSpPr>
        <p:spPr>
          <a:xfrm>
            <a:off x="5582160" y="1853280"/>
            <a:ext cx="2322000" cy="577440"/>
          </a:xfrm>
          <a:prstGeom prst="rect">
            <a:avLst/>
          </a:prstGeom>
          <a:noFill/>
          <a:ln w="0">
            <a:noFill/>
          </a:ln>
        </p:spPr>
        <p:txBody>
          <a:bodyPr lIns="91440" tIns="91440" rIns="91440" bIns="91440" anchor="b">
            <a:noAutofit/>
          </a:bodyPr>
          <a:lstStyle/>
          <a:p>
            <a:pPr indent="0">
              <a:buNone/>
            </a:pPr>
            <a:r>
              <a:rPr lang="en-US" sz="1200" b="0" u="none" strike="noStrike">
                <a:solidFill>
                  <a:srgbClr val="000000"/>
                </a:solidFill>
                <a:effectLst/>
                <a:uFillTx/>
                <a:latin typeface="Arial"/>
              </a:rPr>
              <a:t>Click to edit the title text format</a:t>
            </a:r>
          </a:p>
        </p:txBody>
      </p:sp>
      <p:sp>
        <p:nvSpPr>
          <p:cNvPr id="15" name="PlaceHolder 6"/>
          <p:cNvSpPr>
            <a:spLocks noGrp="1"/>
          </p:cNvSpPr>
          <p:nvPr>
            <p:ph type="title"/>
          </p:nvPr>
        </p:nvSpPr>
        <p:spPr>
          <a:xfrm>
            <a:off x="5866200" y="1565280"/>
            <a:ext cx="1753560" cy="577440"/>
          </a:xfrm>
          <a:prstGeom prst="rect">
            <a:avLst/>
          </a:prstGeom>
          <a:noFill/>
          <a:ln w="0">
            <a:noFill/>
          </a:ln>
        </p:spPr>
        <p:txBody>
          <a:bodyPr lIns="91440" tIns="91440" rIns="91440" bIns="91440" anchor="ctr">
            <a:noAutofit/>
          </a:bodyPr>
          <a:lstStyle/>
          <a:p>
            <a:pPr indent="0" algn="ctr">
              <a:lnSpc>
                <a:spcPct val="100000"/>
              </a:lnSpc>
              <a:buNone/>
            </a:pPr>
            <a:r>
              <a:rPr lang="en-US" sz="3600" b="0" u="none" strike="noStrike">
                <a:solidFill>
                  <a:srgbClr val="434343"/>
                </a:solidFill>
                <a:effectLst/>
                <a:uFillTx/>
                <a:latin typeface="Montserrat ExtraBold"/>
                <a:ea typeface="Montserrat ExtraBold"/>
              </a:rPr>
              <a:t>xx%</a:t>
            </a:r>
            <a:endParaRPr lang="en-US" sz="3600" b="0" u="none" strike="noStrike">
              <a:solidFill>
                <a:srgbClr val="000000"/>
              </a:solidFill>
              <a:effectLst/>
              <a:uFillTx/>
              <a:latin typeface="Arial"/>
            </a:endParaRPr>
          </a:p>
        </p:txBody>
      </p:sp>
      <p:sp>
        <p:nvSpPr>
          <p:cNvPr id="16" name="PlaceHolder 7"/>
          <p:cNvSpPr>
            <a:spLocks noGrp="1"/>
          </p:cNvSpPr>
          <p:nvPr>
            <p:ph type="title"/>
          </p:nvPr>
        </p:nvSpPr>
        <p:spPr>
          <a:xfrm>
            <a:off x="5582160" y="3359520"/>
            <a:ext cx="2322000" cy="577440"/>
          </a:xfrm>
          <a:prstGeom prst="rect">
            <a:avLst/>
          </a:prstGeom>
          <a:noFill/>
          <a:ln w="0">
            <a:noFill/>
          </a:ln>
        </p:spPr>
        <p:txBody>
          <a:bodyPr lIns="91440" tIns="91440" rIns="91440" bIns="91440" anchor="b">
            <a:noAutofit/>
          </a:bodyPr>
          <a:lstStyle/>
          <a:p>
            <a:pPr indent="0">
              <a:buNone/>
            </a:pPr>
            <a:r>
              <a:rPr lang="en-US" sz="1200" b="0" u="none" strike="noStrike">
                <a:solidFill>
                  <a:srgbClr val="000000"/>
                </a:solidFill>
                <a:effectLst/>
                <a:uFillTx/>
                <a:latin typeface="Arial"/>
              </a:rPr>
              <a:t>Click to edit the title text format</a:t>
            </a:r>
          </a:p>
        </p:txBody>
      </p:sp>
      <p:sp>
        <p:nvSpPr>
          <p:cNvPr id="17" name="Google Shape;27;p3"/>
          <p:cNvSpPr/>
          <p:nvPr/>
        </p:nvSpPr>
        <p:spPr>
          <a:xfrm>
            <a:off x="743040" y="710280"/>
            <a:ext cx="8686440" cy="279360"/>
          </a:xfrm>
          <a:prstGeom prst="rect">
            <a:avLst/>
          </a:prstGeom>
          <a:solidFill>
            <a:srgbClr val="74C1B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8" name="PlaceHolder 8"/>
          <p:cNvSpPr>
            <a:spLocks noGrp="1"/>
          </p:cNvSpPr>
          <p:nvPr>
            <p:ph type="title"/>
          </p:nvPr>
        </p:nvSpPr>
        <p:spPr>
          <a:xfrm>
            <a:off x="5866200" y="3091680"/>
            <a:ext cx="1753560" cy="577440"/>
          </a:xfrm>
          <a:prstGeom prst="rect">
            <a:avLst/>
          </a:prstGeom>
          <a:noFill/>
          <a:ln w="0">
            <a:noFill/>
          </a:ln>
        </p:spPr>
        <p:txBody>
          <a:bodyPr lIns="91440" tIns="91440" rIns="91440" bIns="91440" anchor="ctr">
            <a:noAutofit/>
          </a:bodyPr>
          <a:lstStyle/>
          <a:p>
            <a:pPr indent="0" algn="ctr">
              <a:lnSpc>
                <a:spcPct val="100000"/>
              </a:lnSpc>
              <a:buNone/>
            </a:pPr>
            <a:r>
              <a:rPr lang="en-US" sz="3600" b="0" u="none" strike="noStrike">
                <a:solidFill>
                  <a:srgbClr val="434343"/>
                </a:solidFill>
                <a:effectLst/>
                <a:uFillTx/>
                <a:latin typeface="Montserrat ExtraBold"/>
                <a:ea typeface="Montserrat ExtraBold"/>
              </a:rPr>
              <a:t>xx%</a:t>
            </a:r>
            <a:endParaRPr lang="en-US" sz="3600" b="0" u="none" strike="noStrike">
              <a:solidFill>
                <a:srgbClr val="000000"/>
              </a:solidFill>
              <a:effectLst/>
              <a:uFillTx/>
              <a:latin typeface="Arial"/>
            </a:endParaRPr>
          </a:p>
        </p:txBody>
      </p:sp>
      <p:sp>
        <p:nvSpPr>
          <p:cNvPr id="19" name="PlaceHolder 9"/>
          <p:cNvSpPr>
            <a:spLocks noGrp="1"/>
          </p:cNvSpPr>
          <p:nvPr>
            <p:ph type="title"/>
          </p:nvPr>
        </p:nvSpPr>
        <p:spPr>
          <a:xfrm>
            <a:off x="790920" y="720000"/>
            <a:ext cx="5011920" cy="313920"/>
          </a:xfrm>
          <a:prstGeom prst="rect">
            <a:avLst/>
          </a:prstGeom>
          <a:noFill/>
          <a:ln w="0">
            <a:noFill/>
          </a:ln>
        </p:spPr>
        <p:txBody>
          <a:bodyPr lIns="91440" tIns="91440" rIns="91440" bIns="91440" anchor="b">
            <a:noAutofit/>
          </a:bodyPr>
          <a:lstStyle/>
          <a:p>
            <a:pPr indent="0">
              <a:buNone/>
            </a:pPr>
            <a:r>
              <a:rPr lang="en-US" sz="1200" b="0" u="none" strike="noStrike">
                <a:solidFill>
                  <a:srgbClr val="000000"/>
                </a:solidFill>
                <a:effectLst/>
                <a:uFillTx/>
                <a:latin typeface="Arial"/>
              </a:rPr>
              <a:t>Click to edit the title text format</a:t>
            </a:r>
          </a:p>
        </p:txBody>
      </p:sp>
      <p:sp>
        <p:nvSpPr>
          <p:cNvPr id="20" name="PlaceHolder 10"/>
          <p:cNvSpPr>
            <a:spLocks noGrp="1"/>
          </p:cNvSpPr>
          <p:nvPr>
            <p:ph type="title"/>
          </p:nvPr>
        </p:nvSpPr>
        <p:spPr>
          <a:xfrm>
            <a:off x="1226160" y="1853280"/>
            <a:ext cx="2392560" cy="577440"/>
          </a:xfrm>
          <a:prstGeom prst="rect">
            <a:avLst/>
          </a:prstGeom>
          <a:noFill/>
          <a:ln w="0">
            <a:noFill/>
          </a:ln>
        </p:spPr>
        <p:txBody>
          <a:bodyPr lIns="91440" tIns="91440" rIns="91440" bIns="91440" anchor="b">
            <a:noAutofit/>
          </a:bodyPr>
          <a:lstStyle/>
          <a:p>
            <a:pPr indent="0">
              <a:buNone/>
            </a:pPr>
            <a:r>
              <a:rPr lang="en-US" sz="1200" b="0" u="none" strike="noStrike">
                <a:solidFill>
                  <a:srgbClr val="000000"/>
                </a:solidFill>
                <a:effectLst/>
                <a:uFillTx/>
                <a:latin typeface="Arial"/>
              </a:rPr>
              <a:t>Click to edit the title text format</a:t>
            </a:r>
          </a:p>
        </p:txBody>
      </p:sp>
      <p:sp>
        <p:nvSpPr>
          <p:cNvPr id="21" name="PlaceHolder 11"/>
          <p:cNvSpPr>
            <a:spLocks noGrp="1"/>
          </p:cNvSpPr>
          <p:nvPr>
            <p:ph type="title"/>
          </p:nvPr>
        </p:nvSpPr>
        <p:spPr>
          <a:xfrm>
            <a:off x="1545840" y="1565280"/>
            <a:ext cx="1753560" cy="577440"/>
          </a:xfrm>
          <a:prstGeom prst="rect">
            <a:avLst/>
          </a:prstGeom>
          <a:noFill/>
          <a:ln w="0">
            <a:noFill/>
          </a:ln>
        </p:spPr>
        <p:txBody>
          <a:bodyPr lIns="91440" tIns="91440" rIns="91440" bIns="91440" anchor="ctr">
            <a:noAutofit/>
          </a:bodyPr>
          <a:lstStyle/>
          <a:p>
            <a:pPr indent="0" algn="ctr">
              <a:lnSpc>
                <a:spcPct val="100000"/>
              </a:lnSpc>
              <a:buNone/>
            </a:pPr>
            <a:r>
              <a:rPr lang="en-US" sz="3600" b="0" u="none" strike="noStrike">
                <a:solidFill>
                  <a:srgbClr val="434343"/>
                </a:solidFill>
                <a:effectLst/>
                <a:uFillTx/>
                <a:latin typeface="Montserrat ExtraBold"/>
                <a:ea typeface="Montserrat ExtraBold"/>
              </a:rPr>
              <a:t>xx%</a:t>
            </a:r>
            <a:endParaRPr lang="en-US" sz="3600" b="0" u="none" strike="noStrike">
              <a:solidFill>
                <a:srgbClr val="000000"/>
              </a:solidFill>
              <a:effectLst/>
              <a:uFillTx/>
              <a:latin typeface="Arial"/>
            </a:endParaRPr>
          </a:p>
        </p:txBody>
      </p:sp>
      <p:sp>
        <p:nvSpPr>
          <p:cNvPr id="22" name="PlaceHolder 12"/>
          <p:cNvSpPr>
            <a:spLocks noGrp="1"/>
          </p:cNvSpPr>
          <p:nvPr>
            <p:ph type="title"/>
          </p:nvPr>
        </p:nvSpPr>
        <p:spPr>
          <a:xfrm>
            <a:off x="1261440" y="3359520"/>
            <a:ext cx="2322000" cy="577440"/>
          </a:xfrm>
          <a:prstGeom prst="rect">
            <a:avLst/>
          </a:prstGeom>
          <a:noFill/>
          <a:ln w="0">
            <a:noFill/>
          </a:ln>
        </p:spPr>
        <p:txBody>
          <a:bodyPr lIns="91440" tIns="91440" rIns="91440" bIns="91440" anchor="b">
            <a:noAutofit/>
          </a:bodyPr>
          <a:lstStyle/>
          <a:p>
            <a:pPr indent="0">
              <a:buNone/>
            </a:pPr>
            <a:r>
              <a:rPr lang="en-US" sz="1200" b="0" u="none" strike="noStrike">
                <a:solidFill>
                  <a:srgbClr val="000000"/>
                </a:solidFill>
                <a:effectLst/>
                <a:uFillTx/>
                <a:latin typeface="Arial"/>
              </a:rPr>
              <a:t>Click to edit the title text format</a:t>
            </a:r>
          </a:p>
        </p:txBody>
      </p:sp>
      <p:sp>
        <p:nvSpPr>
          <p:cNvPr id="23" name="PlaceHolder 13"/>
          <p:cNvSpPr>
            <a:spLocks noGrp="1"/>
          </p:cNvSpPr>
          <p:nvPr>
            <p:ph type="title"/>
          </p:nvPr>
        </p:nvSpPr>
        <p:spPr>
          <a:xfrm>
            <a:off x="1545840" y="3091680"/>
            <a:ext cx="1753560" cy="577440"/>
          </a:xfrm>
          <a:prstGeom prst="rect">
            <a:avLst/>
          </a:prstGeom>
          <a:noFill/>
          <a:ln w="0">
            <a:noFill/>
          </a:ln>
        </p:spPr>
        <p:txBody>
          <a:bodyPr lIns="91440" tIns="91440" rIns="91440" bIns="91440" anchor="ctr">
            <a:noAutofit/>
          </a:bodyPr>
          <a:lstStyle/>
          <a:p>
            <a:pPr indent="0" algn="ctr">
              <a:lnSpc>
                <a:spcPct val="100000"/>
              </a:lnSpc>
              <a:buNone/>
            </a:pPr>
            <a:r>
              <a:rPr lang="en-US" sz="3600" b="0" u="none" strike="noStrike">
                <a:solidFill>
                  <a:srgbClr val="434343"/>
                </a:solidFill>
                <a:effectLst/>
                <a:uFillTx/>
                <a:latin typeface="Montserrat ExtraBold"/>
                <a:ea typeface="Montserrat ExtraBold"/>
              </a:rPr>
              <a:t>xx%</a:t>
            </a:r>
            <a:endParaRPr lang="en-US" sz="3600" b="0" u="none" strike="noStrike">
              <a:solidFill>
                <a:srgbClr val="000000"/>
              </a:solidFill>
              <a:effectLst/>
              <a:uFillTx/>
              <a:latin typeface="Arial"/>
            </a:endParaRPr>
          </a:p>
        </p:txBody>
      </p:sp>
      <p:sp>
        <p:nvSpPr>
          <p:cNvPr id="24" name="Google Shape;37;p3"/>
          <p:cNvSpPr/>
          <p:nvPr/>
        </p:nvSpPr>
        <p:spPr>
          <a:xfrm>
            <a:off x="419040" y="732240"/>
            <a:ext cx="235080" cy="235080"/>
          </a:xfrm>
          <a:prstGeom prst="ellipse">
            <a:avLst/>
          </a:prstGeom>
          <a:solidFill>
            <a:srgbClr val="FFCB64"/>
          </a:solidFill>
          <a:ln w="0">
            <a:noFill/>
          </a:ln>
        </p:spPr>
        <p:style>
          <a:lnRef idx="0">
            <a:scrgbClr r="0" g="0" b="0"/>
          </a:lnRef>
          <a:fillRef idx="0">
            <a:scrgbClr r="0" g="0" b="0"/>
          </a:fillRef>
          <a:effectRef idx="0">
            <a:scrgbClr r="0" g="0" b="0"/>
          </a:effectRef>
          <a:fontRef idx="minor"/>
        </p:style>
        <p:txBody>
          <a:bodyPr tIns="83160" bIns="831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25" name="Google Shape;38;p3"/>
          <p:cNvSpPr/>
          <p:nvPr/>
        </p:nvSpPr>
        <p:spPr>
          <a:xfrm>
            <a:off x="95400" y="732240"/>
            <a:ext cx="235080" cy="235080"/>
          </a:xfrm>
          <a:prstGeom prst="ellipse">
            <a:avLst/>
          </a:prstGeom>
          <a:solidFill>
            <a:srgbClr val="FFE48D"/>
          </a:solidFill>
          <a:ln w="0">
            <a:noFill/>
          </a:ln>
        </p:spPr>
        <p:style>
          <a:lnRef idx="0">
            <a:scrgbClr r="0" g="0" b="0"/>
          </a:lnRef>
          <a:fillRef idx="0">
            <a:scrgbClr r="0" g="0" b="0"/>
          </a:fillRef>
          <a:effectRef idx="0">
            <a:scrgbClr r="0" g="0" b="0"/>
          </a:effectRef>
          <a:fontRef idx="minor"/>
        </p:style>
        <p:txBody>
          <a:bodyPr tIns="83160" bIns="831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26" name="PlaceHolder 14"/>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sp>
        <p:nvSpPr>
          <p:cNvPr id="27" name="Google Shape;40;p4"/>
          <p:cNvSpPr/>
          <p:nvPr/>
        </p:nvSpPr>
        <p:spPr>
          <a:xfrm rot="16200000">
            <a:off x="-100440" y="-226440"/>
            <a:ext cx="5995080" cy="6198840"/>
          </a:xfrm>
          <a:custGeom>
            <a:avLst/>
            <a:gdLst>
              <a:gd name="textAreaLeft" fmla="*/ 0 w 5995080"/>
              <a:gd name="textAreaRight" fmla="*/ 5995440 w 5995080"/>
              <a:gd name="textAreaTop" fmla="*/ 0 h 6198840"/>
              <a:gd name="textAreaBottom" fmla="*/ 6199200 h 6198840"/>
            </a:gdLst>
            <a:ahLst/>
            <a:cxnLst/>
            <a:rect l="textAreaLeft" t="textAreaTop" r="textAreaRight" b="textAreaBottom"/>
            <a:pathLst>
              <a:path w="201481" h="208325">
                <a:moveTo>
                  <a:pt x="11154" y="0"/>
                </a:moveTo>
                <a:cubicBezTo>
                  <a:pt x="4056" y="11322"/>
                  <a:pt x="0" y="25053"/>
                  <a:pt x="2324" y="39924"/>
                </a:cubicBezTo>
                <a:cubicBezTo>
                  <a:pt x="9717" y="87327"/>
                  <a:pt x="46473" y="78032"/>
                  <a:pt x="51839" y="97677"/>
                </a:cubicBezTo>
                <a:cubicBezTo>
                  <a:pt x="53106" y="102282"/>
                  <a:pt x="52853" y="108577"/>
                  <a:pt x="51712" y="115464"/>
                </a:cubicBezTo>
                <a:cubicBezTo>
                  <a:pt x="47938" y="138856"/>
                  <a:pt x="66191" y="159846"/>
                  <a:pt x="89765" y="159846"/>
                </a:cubicBezTo>
                <a:cubicBezTo>
                  <a:pt x="90204" y="159846"/>
                  <a:pt x="90644" y="159839"/>
                  <a:pt x="91087" y="159824"/>
                </a:cubicBezTo>
                <a:cubicBezTo>
                  <a:pt x="97764" y="159584"/>
                  <a:pt x="104483" y="159440"/>
                  <a:pt x="110886" y="159440"/>
                </a:cubicBezTo>
                <a:cubicBezTo>
                  <a:pt x="119109" y="159440"/>
                  <a:pt x="126814" y="159677"/>
                  <a:pt x="133250" y="160247"/>
                </a:cubicBezTo>
                <a:cubicBezTo>
                  <a:pt x="155895" y="162275"/>
                  <a:pt x="147826" y="197383"/>
                  <a:pt x="191257" y="208325"/>
                </a:cubicBezTo>
                <a:lnTo>
                  <a:pt x="195270" y="208325"/>
                </a:lnTo>
                <a:cubicBezTo>
                  <a:pt x="198692" y="208325"/>
                  <a:pt x="201481" y="205536"/>
                  <a:pt x="201481" y="202072"/>
                </a:cubicBezTo>
                <a:lnTo>
                  <a:pt x="201481" y="5999"/>
                </a:lnTo>
                <a:cubicBezTo>
                  <a:pt x="201481" y="3211"/>
                  <a:pt x="199622" y="760"/>
                  <a:pt x="196960" y="0"/>
                </a:cubicBezTo>
                <a:close/>
              </a:path>
            </a:pathLst>
          </a:custGeom>
          <a:solidFill>
            <a:srgbClr val="9AD7D2">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28" name="PlaceHolder 1"/>
          <p:cNvSpPr>
            <a:spLocks noGrp="1"/>
          </p:cNvSpPr>
          <p:nvPr>
            <p:ph type="title"/>
          </p:nvPr>
        </p:nvSpPr>
        <p:spPr>
          <a:xfrm>
            <a:off x="831240" y="376560"/>
            <a:ext cx="3867120" cy="2053800"/>
          </a:xfrm>
          <a:prstGeom prst="rect">
            <a:avLst/>
          </a:prstGeom>
          <a:noFill/>
          <a:ln w="0">
            <a:noFill/>
          </a:ln>
        </p:spPr>
        <p:txBody>
          <a:bodyPr lIns="91440" tIns="91440" rIns="91440" bIns="91440" anchor="b">
            <a:noAutofit/>
          </a:bodyPr>
          <a:lstStyle/>
          <a:p>
            <a:pPr indent="0">
              <a:buNone/>
            </a:pPr>
            <a:r>
              <a:rPr lang="en-US" sz="2800" b="0" u="none" strike="noStrike">
                <a:solidFill>
                  <a:srgbClr val="000000"/>
                </a:solidFill>
                <a:effectLst/>
                <a:uFillTx/>
                <a:latin typeface="Arial"/>
              </a:rPr>
              <a:t>Click to edit the title text format</a:t>
            </a:r>
          </a:p>
        </p:txBody>
      </p:sp>
      <p:sp>
        <p:nvSpPr>
          <p:cNvPr id="29"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3">
    <p:bg>
      <p:bgPr>
        <a:solidFill>
          <a:schemeClr val="lt1"/>
        </a:solidFill>
        <a:effectLst/>
      </p:bgPr>
    </p:bg>
    <p:spTree>
      <p:nvGrpSpPr>
        <p:cNvPr id="1" name=""/>
        <p:cNvGrpSpPr/>
        <p:nvPr/>
      </p:nvGrpSpPr>
      <p:grpSpPr>
        <a:xfrm>
          <a:off x="0" y="0"/>
          <a:ext cx="0" cy="0"/>
          <a:chOff x="0" y="0"/>
          <a:chExt cx="0" cy="0"/>
        </a:xfrm>
      </p:grpSpPr>
      <p:sp>
        <p:nvSpPr>
          <p:cNvPr id="30" name="Google Shape;44;p5"/>
          <p:cNvSpPr/>
          <p:nvPr/>
        </p:nvSpPr>
        <p:spPr>
          <a:xfrm>
            <a:off x="3356640" y="-236520"/>
            <a:ext cx="5995080" cy="6198840"/>
          </a:xfrm>
          <a:custGeom>
            <a:avLst/>
            <a:gdLst>
              <a:gd name="textAreaLeft" fmla="*/ 0 w 5995080"/>
              <a:gd name="textAreaRight" fmla="*/ 5995440 w 5995080"/>
              <a:gd name="textAreaTop" fmla="*/ 0 h 6198840"/>
              <a:gd name="textAreaBottom" fmla="*/ 6199200 h 6198840"/>
            </a:gdLst>
            <a:ahLst/>
            <a:cxnLst/>
            <a:rect l="textAreaLeft" t="textAreaTop" r="textAreaRight" b="textAreaBottom"/>
            <a:pathLst>
              <a:path w="201481" h="208325">
                <a:moveTo>
                  <a:pt x="11154" y="0"/>
                </a:moveTo>
                <a:cubicBezTo>
                  <a:pt x="4056" y="11322"/>
                  <a:pt x="0" y="25053"/>
                  <a:pt x="2324" y="39924"/>
                </a:cubicBezTo>
                <a:cubicBezTo>
                  <a:pt x="9717" y="87327"/>
                  <a:pt x="46473" y="78032"/>
                  <a:pt x="51839" y="97677"/>
                </a:cubicBezTo>
                <a:cubicBezTo>
                  <a:pt x="53106" y="102282"/>
                  <a:pt x="52853" y="108577"/>
                  <a:pt x="51712" y="115464"/>
                </a:cubicBezTo>
                <a:cubicBezTo>
                  <a:pt x="47938" y="138856"/>
                  <a:pt x="66191" y="159846"/>
                  <a:pt x="89765" y="159846"/>
                </a:cubicBezTo>
                <a:cubicBezTo>
                  <a:pt x="90204" y="159846"/>
                  <a:pt x="90644" y="159839"/>
                  <a:pt x="91087" y="159824"/>
                </a:cubicBezTo>
                <a:cubicBezTo>
                  <a:pt x="97764" y="159584"/>
                  <a:pt x="104483" y="159440"/>
                  <a:pt x="110886" y="159440"/>
                </a:cubicBezTo>
                <a:cubicBezTo>
                  <a:pt x="119109" y="159440"/>
                  <a:pt x="126814" y="159677"/>
                  <a:pt x="133250" y="160247"/>
                </a:cubicBezTo>
                <a:cubicBezTo>
                  <a:pt x="155895" y="162275"/>
                  <a:pt x="147826" y="197383"/>
                  <a:pt x="191257" y="208325"/>
                </a:cubicBezTo>
                <a:lnTo>
                  <a:pt x="195270" y="208325"/>
                </a:lnTo>
                <a:cubicBezTo>
                  <a:pt x="198692" y="208325"/>
                  <a:pt x="201481" y="205536"/>
                  <a:pt x="201481" y="202072"/>
                </a:cubicBezTo>
                <a:lnTo>
                  <a:pt x="201481" y="5999"/>
                </a:lnTo>
                <a:cubicBezTo>
                  <a:pt x="201481" y="3211"/>
                  <a:pt x="199622" y="760"/>
                  <a:pt x="196960" y="0"/>
                </a:cubicBezTo>
                <a:close/>
              </a:path>
            </a:pathLst>
          </a:custGeom>
          <a:solidFill>
            <a:srgbClr val="FFF2CC">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31" name="PlaceHolder 1"/>
          <p:cNvSpPr>
            <a:spLocks noGrp="1"/>
          </p:cNvSpPr>
          <p:nvPr>
            <p:ph type="title"/>
          </p:nvPr>
        </p:nvSpPr>
        <p:spPr>
          <a:xfrm>
            <a:off x="3099240" y="2412360"/>
            <a:ext cx="3092400" cy="540360"/>
          </a:xfrm>
          <a:prstGeom prst="rect">
            <a:avLst/>
          </a:prstGeom>
          <a:noFill/>
          <a:ln w="0">
            <a:noFill/>
          </a:ln>
        </p:spPr>
        <p:txBody>
          <a:bodyPr lIns="91440" tIns="91440" rIns="91440" bIns="91440" anchor="b">
            <a:noAutofit/>
          </a:bodyPr>
          <a:lstStyle/>
          <a:p>
            <a:pPr indent="0">
              <a:buNone/>
            </a:pPr>
            <a:r>
              <a:rPr lang="en-US" sz="1200" b="0" u="none" strike="noStrike">
                <a:solidFill>
                  <a:srgbClr val="000000"/>
                </a:solidFill>
                <a:effectLst/>
                <a:uFillTx/>
                <a:latin typeface="Arial"/>
              </a:rPr>
              <a:t>Click to edit the title text format</a:t>
            </a:r>
          </a:p>
        </p:txBody>
      </p:sp>
      <p:sp>
        <p:nvSpPr>
          <p:cNvPr id="3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2">
    <p:bg>
      <p:bgPr>
        <a:solidFill>
          <a:schemeClr val="lt1"/>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58600" y="2734920"/>
            <a:ext cx="2559960" cy="318960"/>
          </a:xfrm>
          <a:prstGeom prst="rect">
            <a:avLst/>
          </a:prstGeom>
          <a:noFill/>
          <a:ln w="0">
            <a:noFill/>
          </a:ln>
        </p:spPr>
        <p:txBody>
          <a:bodyPr lIns="91440" tIns="91440" rIns="91440" bIns="91440" anchor="b">
            <a:noAutofit/>
          </a:bodyPr>
          <a:lstStyle/>
          <a:p>
            <a:pPr indent="0">
              <a:buNone/>
            </a:pPr>
            <a:r>
              <a:rPr lang="en-US" sz="1200" b="0" u="none" strike="noStrike">
                <a:solidFill>
                  <a:srgbClr val="000000"/>
                </a:solidFill>
                <a:effectLst/>
                <a:uFillTx/>
                <a:latin typeface="Arial"/>
              </a:rPr>
              <a:t>Click to edit the title text format</a:t>
            </a:r>
          </a:p>
        </p:txBody>
      </p:sp>
      <p:sp>
        <p:nvSpPr>
          <p:cNvPr id="34" name="Google Shape;50;p6"/>
          <p:cNvSpPr/>
          <p:nvPr/>
        </p:nvSpPr>
        <p:spPr>
          <a:xfrm>
            <a:off x="743040" y="710280"/>
            <a:ext cx="8686440" cy="279360"/>
          </a:xfrm>
          <a:prstGeom prst="rect">
            <a:avLst/>
          </a:prstGeom>
          <a:solidFill>
            <a:srgbClr val="74C1B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35" name="PlaceHolder 2"/>
          <p:cNvSpPr>
            <a:spLocks noGrp="1"/>
          </p:cNvSpPr>
          <p:nvPr>
            <p:ph type="title"/>
          </p:nvPr>
        </p:nvSpPr>
        <p:spPr>
          <a:xfrm>
            <a:off x="790920" y="720000"/>
            <a:ext cx="5011920" cy="313920"/>
          </a:xfrm>
          <a:prstGeom prst="rect">
            <a:avLst/>
          </a:prstGeom>
          <a:noFill/>
          <a:ln w="0">
            <a:noFill/>
          </a:ln>
        </p:spPr>
        <p:txBody>
          <a:bodyPr lIns="91440" tIns="91440" rIns="91440" bIns="91440" anchor="b">
            <a:noAutofit/>
          </a:bodyPr>
          <a:lstStyle/>
          <a:p>
            <a:pPr indent="0">
              <a:buNone/>
            </a:pPr>
            <a:r>
              <a:rPr lang="en-US" sz="1200" b="0" u="none" strike="noStrike">
                <a:solidFill>
                  <a:srgbClr val="000000"/>
                </a:solidFill>
                <a:effectLst/>
                <a:uFillTx/>
                <a:latin typeface="Arial"/>
              </a:rPr>
              <a:t>Click to edit the title text format</a:t>
            </a:r>
          </a:p>
        </p:txBody>
      </p:sp>
      <p:sp>
        <p:nvSpPr>
          <p:cNvPr id="36" name="Google Shape;52;p6"/>
          <p:cNvSpPr/>
          <p:nvPr/>
        </p:nvSpPr>
        <p:spPr>
          <a:xfrm>
            <a:off x="419040" y="732240"/>
            <a:ext cx="235080" cy="235080"/>
          </a:xfrm>
          <a:prstGeom prst="ellipse">
            <a:avLst/>
          </a:prstGeom>
          <a:solidFill>
            <a:srgbClr val="FFCB64"/>
          </a:solidFill>
          <a:ln w="0">
            <a:noFill/>
          </a:ln>
        </p:spPr>
        <p:style>
          <a:lnRef idx="0">
            <a:scrgbClr r="0" g="0" b="0"/>
          </a:lnRef>
          <a:fillRef idx="0">
            <a:scrgbClr r="0" g="0" b="0"/>
          </a:fillRef>
          <a:effectRef idx="0">
            <a:scrgbClr r="0" g="0" b="0"/>
          </a:effectRef>
          <a:fontRef idx="minor"/>
        </p:style>
        <p:txBody>
          <a:bodyPr tIns="83160" bIns="831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37" name="Google Shape;53;p6"/>
          <p:cNvSpPr/>
          <p:nvPr/>
        </p:nvSpPr>
        <p:spPr>
          <a:xfrm>
            <a:off x="95400" y="732240"/>
            <a:ext cx="235080" cy="235080"/>
          </a:xfrm>
          <a:prstGeom prst="ellipse">
            <a:avLst/>
          </a:prstGeom>
          <a:solidFill>
            <a:srgbClr val="FFE48D"/>
          </a:solidFill>
          <a:ln w="0">
            <a:noFill/>
          </a:ln>
        </p:spPr>
        <p:style>
          <a:lnRef idx="0">
            <a:scrgbClr r="0" g="0" b="0"/>
          </a:lnRef>
          <a:fillRef idx="0">
            <a:scrgbClr r="0" g="0" b="0"/>
          </a:fillRef>
          <a:effectRef idx="0">
            <a:scrgbClr r="0" g="0" b="0"/>
          </a:effectRef>
          <a:fontRef idx="minor"/>
        </p:style>
        <p:txBody>
          <a:bodyPr tIns="83160" bIns="831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38" name="PlaceHolder 3"/>
          <p:cNvSpPr>
            <a:spLocks noGrp="1"/>
          </p:cNvSpPr>
          <p:nvPr>
            <p:ph type="title"/>
          </p:nvPr>
        </p:nvSpPr>
        <p:spPr>
          <a:xfrm>
            <a:off x="5773320" y="2734920"/>
            <a:ext cx="2559960" cy="318960"/>
          </a:xfrm>
          <a:prstGeom prst="rect">
            <a:avLst/>
          </a:prstGeom>
          <a:noFill/>
          <a:ln w="0">
            <a:noFill/>
          </a:ln>
        </p:spPr>
        <p:txBody>
          <a:bodyPr lIns="91440" tIns="91440" rIns="91440" bIns="91440" anchor="b">
            <a:noAutofit/>
          </a:bodyPr>
          <a:lstStyle/>
          <a:p>
            <a:pPr indent="0">
              <a:buNone/>
            </a:pPr>
            <a:r>
              <a:rPr lang="en-US" sz="1200" b="0" u="none" strike="noStrike">
                <a:solidFill>
                  <a:srgbClr val="000000"/>
                </a:solidFill>
                <a:effectLst/>
                <a:uFillTx/>
                <a:latin typeface="Arial"/>
              </a:rPr>
              <a:t>Click to edit the title text format</a:t>
            </a:r>
          </a:p>
        </p:txBody>
      </p:sp>
      <p:sp>
        <p:nvSpPr>
          <p:cNvPr id="39" name="PlaceHolder 4"/>
          <p:cNvSpPr>
            <a:spLocks noGrp="1"/>
          </p:cNvSpPr>
          <p:nvPr>
            <p:ph type="title"/>
          </p:nvPr>
        </p:nvSpPr>
        <p:spPr>
          <a:xfrm>
            <a:off x="3291840" y="1832760"/>
            <a:ext cx="2559960" cy="318960"/>
          </a:xfrm>
          <a:prstGeom prst="rect">
            <a:avLst/>
          </a:prstGeom>
          <a:noFill/>
          <a:ln w="0">
            <a:noFill/>
          </a:ln>
        </p:spPr>
        <p:txBody>
          <a:bodyPr lIns="91440" tIns="91440" rIns="91440" bIns="91440" anchor="b">
            <a:noAutofit/>
          </a:bodyPr>
          <a:lstStyle/>
          <a:p>
            <a:pPr indent="0">
              <a:buNone/>
            </a:pPr>
            <a:r>
              <a:rPr lang="en-US" sz="1200" b="0" u="none" strike="noStrike">
                <a:solidFill>
                  <a:srgbClr val="000000"/>
                </a:solidFill>
                <a:effectLst/>
                <a:uFillTx/>
                <a:latin typeface="Arial"/>
              </a:rPr>
              <a:t>Click to edit the title text format</a:t>
            </a:r>
          </a:p>
        </p:txBody>
      </p:sp>
      <p:sp>
        <p:nvSpPr>
          <p:cNvPr id="40" name="PlaceHolder 5"/>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6">
    <p:bg>
      <p:bgPr>
        <a:solidFill>
          <a:srgbClr val="FFFFFF"/>
        </a:solidFill>
        <a:effectLst/>
      </p:bgPr>
    </p:bg>
    <p:spTree>
      <p:nvGrpSpPr>
        <p:cNvPr id="1" name=""/>
        <p:cNvGrpSpPr/>
        <p:nvPr/>
      </p:nvGrpSpPr>
      <p:grpSpPr>
        <a:xfrm>
          <a:off x="0" y="0"/>
          <a:ext cx="0" cy="0"/>
          <a:chOff x="0" y="0"/>
          <a:chExt cx="0" cy="0"/>
        </a:xfrm>
      </p:grpSpPr>
      <p:sp>
        <p:nvSpPr>
          <p:cNvPr id="41" name="Google Shape;59;p7"/>
          <p:cNvSpPr/>
          <p:nvPr/>
        </p:nvSpPr>
        <p:spPr>
          <a:xfrm>
            <a:off x="743040" y="710280"/>
            <a:ext cx="8686440" cy="279360"/>
          </a:xfrm>
          <a:prstGeom prst="rect">
            <a:avLst/>
          </a:prstGeom>
          <a:solidFill>
            <a:srgbClr val="74C1B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42" name="PlaceHolder 1"/>
          <p:cNvSpPr>
            <a:spLocks noGrp="1"/>
          </p:cNvSpPr>
          <p:nvPr>
            <p:ph type="title"/>
          </p:nvPr>
        </p:nvSpPr>
        <p:spPr>
          <a:xfrm>
            <a:off x="790920" y="720000"/>
            <a:ext cx="5011920" cy="313920"/>
          </a:xfrm>
          <a:prstGeom prst="rect">
            <a:avLst/>
          </a:prstGeom>
          <a:noFill/>
          <a:ln w="0">
            <a:noFill/>
          </a:ln>
        </p:spPr>
        <p:txBody>
          <a:bodyPr lIns="91440" tIns="91440" rIns="91440" bIns="91440" anchor="b">
            <a:noAutofit/>
          </a:bodyPr>
          <a:lstStyle/>
          <a:p>
            <a:pPr indent="0">
              <a:buNone/>
            </a:pPr>
            <a:r>
              <a:rPr lang="en-US" sz="1200" b="0" u="none" strike="noStrike">
                <a:solidFill>
                  <a:srgbClr val="000000"/>
                </a:solidFill>
                <a:effectLst/>
                <a:uFillTx/>
                <a:latin typeface="Arial"/>
              </a:rPr>
              <a:t>Click to edit the title text format</a:t>
            </a:r>
          </a:p>
        </p:txBody>
      </p:sp>
      <p:sp>
        <p:nvSpPr>
          <p:cNvPr id="43" name="Google Shape;61;p7"/>
          <p:cNvSpPr/>
          <p:nvPr/>
        </p:nvSpPr>
        <p:spPr>
          <a:xfrm>
            <a:off x="419040" y="732240"/>
            <a:ext cx="235080" cy="235080"/>
          </a:xfrm>
          <a:prstGeom prst="ellipse">
            <a:avLst/>
          </a:prstGeom>
          <a:solidFill>
            <a:srgbClr val="FFCB64"/>
          </a:solidFill>
          <a:ln w="0">
            <a:noFill/>
          </a:ln>
        </p:spPr>
        <p:style>
          <a:lnRef idx="0">
            <a:scrgbClr r="0" g="0" b="0"/>
          </a:lnRef>
          <a:fillRef idx="0">
            <a:scrgbClr r="0" g="0" b="0"/>
          </a:fillRef>
          <a:effectRef idx="0">
            <a:scrgbClr r="0" g="0" b="0"/>
          </a:effectRef>
          <a:fontRef idx="minor"/>
        </p:style>
        <p:txBody>
          <a:bodyPr tIns="83160" bIns="831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44" name="Google Shape;62;p7"/>
          <p:cNvSpPr/>
          <p:nvPr/>
        </p:nvSpPr>
        <p:spPr>
          <a:xfrm>
            <a:off x="95400" y="732240"/>
            <a:ext cx="235080" cy="235080"/>
          </a:xfrm>
          <a:prstGeom prst="ellipse">
            <a:avLst/>
          </a:prstGeom>
          <a:solidFill>
            <a:srgbClr val="FFE48D"/>
          </a:solidFill>
          <a:ln w="0">
            <a:noFill/>
          </a:ln>
        </p:spPr>
        <p:style>
          <a:lnRef idx="0">
            <a:scrgbClr r="0" g="0" b="0"/>
          </a:lnRef>
          <a:fillRef idx="0">
            <a:scrgbClr r="0" g="0" b="0"/>
          </a:fillRef>
          <a:effectRef idx="0">
            <a:scrgbClr r="0" g="0" b="0"/>
          </a:effectRef>
          <a:fontRef idx="minor"/>
        </p:style>
        <p:txBody>
          <a:bodyPr tIns="83160" bIns="831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4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6_2">
    <p:bg>
      <p:bgPr>
        <a:solidFill>
          <a:srgbClr val="FFFFFF"/>
        </a:solidFill>
        <a:effectLst/>
      </p:bgPr>
    </p:bg>
    <p:spTree>
      <p:nvGrpSpPr>
        <p:cNvPr id="1" name=""/>
        <p:cNvGrpSpPr/>
        <p:nvPr/>
      </p:nvGrpSpPr>
      <p:grpSpPr>
        <a:xfrm>
          <a:off x="0" y="0"/>
          <a:ext cx="0" cy="0"/>
          <a:chOff x="0" y="0"/>
          <a:chExt cx="0" cy="0"/>
        </a:xfrm>
      </p:grpSpPr>
      <p:sp>
        <p:nvSpPr>
          <p:cNvPr id="46" name="Google Shape;64;p8"/>
          <p:cNvSpPr/>
          <p:nvPr/>
        </p:nvSpPr>
        <p:spPr>
          <a:xfrm>
            <a:off x="2618280" y="-318240"/>
            <a:ext cx="6811200" cy="7336800"/>
          </a:xfrm>
          <a:custGeom>
            <a:avLst/>
            <a:gdLst>
              <a:gd name="textAreaLeft" fmla="*/ 0 w 6811200"/>
              <a:gd name="textAreaRight" fmla="*/ 6811560 w 6811200"/>
              <a:gd name="textAreaTop" fmla="*/ 0 h 7336800"/>
              <a:gd name="textAreaBottom" fmla="*/ 7337160 h 7336800"/>
            </a:gdLst>
            <a:ahLst/>
            <a:cxnLst/>
            <a:rect l="textAreaLeft" t="textAreaTop" r="textAreaRight" b="textAreaBottom"/>
            <a:pathLst>
              <a:path w="201481" h="208325">
                <a:moveTo>
                  <a:pt x="11154" y="0"/>
                </a:moveTo>
                <a:cubicBezTo>
                  <a:pt x="4056" y="11322"/>
                  <a:pt x="0" y="25053"/>
                  <a:pt x="2324" y="39924"/>
                </a:cubicBezTo>
                <a:cubicBezTo>
                  <a:pt x="9717" y="87327"/>
                  <a:pt x="46473" y="78032"/>
                  <a:pt x="51839" y="97677"/>
                </a:cubicBezTo>
                <a:cubicBezTo>
                  <a:pt x="53106" y="102282"/>
                  <a:pt x="52853" y="108577"/>
                  <a:pt x="51712" y="115464"/>
                </a:cubicBezTo>
                <a:cubicBezTo>
                  <a:pt x="47938" y="138856"/>
                  <a:pt x="66191" y="159846"/>
                  <a:pt x="89765" y="159846"/>
                </a:cubicBezTo>
                <a:cubicBezTo>
                  <a:pt x="90204" y="159846"/>
                  <a:pt x="90644" y="159839"/>
                  <a:pt x="91087" y="159824"/>
                </a:cubicBezTo>
                <a:cubicBezTo>
                  <a:pt x="97764" y="159584"/>
                  <a:pt x="104483" y="159440"/>
                  <a:pt x="110886" y="159440"/>
                </a:cubicBezTo>
                <a:cubicBezTo>
                  <a:pt x="119109" y="159440"/>
                  <a:pt x="126814" y="159677"/>
                  <a:pt x="133250" y="160247"/>
                </a:cubicBezTo>
                <a:cubicBezTo>
                  <a:pt x="155895" y="162275"/>
                  <a:pt x="147826" y="197383"/>
                  <a:pt x="191257" y="208325"/>
                </a:cubicBezTo>
                <a:lnTo>
                  <a:pt x="195270" y="208325"/>
                </a:lnTo>
                <a:cubicBezTo>
                  <a:pt x="198692" y="208325"/>
                  <a:pt x="201481" y="205536"/>
                  <a:pt x="201481" y="202072"/>
                </a:cubicBezTo>
                <a:lnTo>
                  <a:pt x="201481" y="5999"/>
                </a:lnTo>
                <a:cubicBezTo>
                  <a:pt x="201481" y="3211"/>
                  <a:pt x="199622" y="760"/>
                  <a:pt x="196960" y="0"/>
                </a:cubicBezTo>
                <a:close/>
              </a:path>
            </a:pathLst>
          </a:custGeom>
          <a:solidFill>
            <a:srgbClr val="FFE48D">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47" name="Google Shape;65;p8"/>
          <p:cNvSpPr/>
          <p:nvPr/>
        </p:nvSpPr>
        <p:spPr>
          <a:xfrm>
            <a:off x="743040" y="710280"/>
            <a:ext cx="8686440" cy="279360"/>
          </a:xfrm>
          <a:prstGeom prst="rect">
            <a:avLst/>
          </a:prstGeom>
          <a:solidFill>
            <a:srgbClr val="74C1B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48" name="PlaceHolder 1"/>
          <p:cNvSpPr>
            <a:spLocks noGrp="1"/>
          </p:cNvSpPr>
          <p:nvPr>
            <p:ph type="title"/>
          </p:nvPr>
        </p:nvSpPr>
        <p:spPr>
          <a:xfrm>
            <a:off x="790920" y="720000"/>
            <a:ext cx="5011920" cy="313920"/>
          </a:xfrm>
          <a:prstGeom prst="rect">
            <a:avLst/>
          </a:prstGeom>
          <a:noFill/>
          <a:ln w="0">
            <a:noFill/>
          </a:ln>
        </p:spPr>
        <p:txBody>
          <a:bodyPr lIns="91440" tIns="91440" rIns="91440" bIns="91440" anchor="b">
            <a:noAutofit/>
          </a:bodyPr>
          <a:lstStyle/>
          <a:p>
            <a:pPr indent="0">
              <a:buNone/>
            </a:pPr>
            <a:r>
              <a:rPr lang="en-US" sz="1200" b="0" u="none" strike="noStrike">
                <a:solidFill>
                  <a:srgbClr val="000000"/>
                </a:solidFill>
                <a:effectLst/>
                <a:uFillTx/>
                <a:latin typeface="Arial"/>
              </a:rPr>
              <a:t>Click to edit the title text format</a:t>
            </a:r>
          </a:p>
        </p:txBody>
      </p:sp>
      <p:sp>
        <p:nvSpPr>
          <p:cNvPr id="49" name="Google Shape;67;p8"/>
          <p:cNvSpPr/>
          <p:nvPr/>
        </p:nvSpPr>
        <p:spPr>
          <a:xfrm>
            <a:off x="419040" y="732240"/>
            <a:ext cx="235080" cy="235080"/>
          </a:xfrm>
          <a:prstGeom prst="ellipse">
            <a:avLst/>
          </a:prstGeom>
          <a:solidFill>
            <a:srgbClr val="FFCB64"/>
          </a:solidFill>
          <a:ln w="0">
            <a:noFill/>
          </a:ln>
        </p:spPr>
        <p:style>
          <a:lnRef idx="0">
            <a:scrgbClr r="0" g="0" b="0"/>
          </a:lnRef>
          <a:fillRef idx="0">
            <a:scrgbClr r="0" g="0" b="0"/>
          </a:fillRef>
          <a:effectRef idx="0">
            <a:scrgbClr r="0" g="0" b="0"/>
          </a:effectRef>
          <a:fontRef idx="minor"/>
        </p:style>
        <p:txBody>
          <a:bodyPr tIns="83160" bIns="831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50" name="Google Shape;68;p8"/>
          <p:cNvSpPr/>
          <p:nvPr/>
        </p:nvSpPr>
        <p:spPr>
          <a:xfrm>
            <a:off x="95400" y="732240"/>
            <a:ext cx="235080" cy="235080"/>
          </a:xfrm>
          <a:prstGeom prst="ellipse">
            <a:avLst/>
          </a:prstGeom>
          <a:solidFill>
            <a:srgbClr val="FFE48D"/>
          </a:solidFill>
          <a:ln w="0">
            <a:noFill/>
          </a:ln>
        </p:spPr>
        <p:style>
          <a:lnRef idx="0">
            <a:scrgbClr r="0" g="0" b="0"/>
          </a:lnRef>
          <a:fillRef idx="0">
            <a:scrgbClr r="0" g="0" b="0"/>
          </a:fillRef>
          <a:effectRef idx="0">
            <a:scrgbClr r="0" g="0" b="0"/>
          </a:effectRef>
          <a:fontRef idx="minor"/>
        </p:style>
        <p:txBody>
          <a:bodyPr tIns="83160" bIns="831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5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6_2_1">
    <p:bg>
      <p:bgPr>
        <a:solidFill>
          <a:srgbClr val="FFFFFF"/>
        </a:solidFill>
        <a:effectLst/>
      </p:bgPr>
    </p:bg>
    <p:spTree>
      <p:nvGrpSpPr>
        <p:cNvPr id="1" name=""/>
        <p:cNvGrpSpPr/>
        <p:nvPr/>
      </p:nvGrpSpPr>
      <p:grpSpPr>
        <a:xfrm>
          <a:off x="0" y="0"/>
          <a:ext cx="0" cy="0"/>
          <a:chOff x="0" y="0"/>
          <a:chExt cx="0" cy="0"/>
        </a:xfrm>
      </p:grpSpPr>
      <p:sp>
        <p:nvSpPr>
          <p:cNvPr id="52" name="Google Shape;70;p9"/>
          <p:cNvSpPr/>
          <p:nvPr/>
        </p:nvSpPr>
        <p:spPr>
          <a:xfrm rot="5400000">
            <a:off x="3902400" y="260640"/>
            <a:ext cx="5602320" cy="6034680"/>
          </a:xfrm>
          <a:custGeom>
            <a:avLst/>
            <a:gdLst>
              <a:gd name="textAreaLeft" fmla="*/ 0 w 5602320"/>
              <a:gd name="textAreaRight" fmla="*/ 5602680 w 5602320"/>
              <a:gd name="textAreaTop" fmla="*/ 0 h 6034680"/>
              <a:gd name="textAreaBottom" fmla="*/ 6035040 h 6034680"/>
            </a:gdLst>
            <a:ahLst/>
            <a:cxnLst/>
            <a:rect l="textAreaLeft" t="textAreaTop" r="textAreaRight" b="textAreaBottom"/>
            <a:pathLst>
              <a:path w="201481" h="208325">
                <a:moveTo>
                  <a:pt x="11154" y="0"/>
                </a:moveTo>
                <a:cubicBezTo>
                  <a:pt x="4056" y="11322"/>
                  <a:pt x="0" y="25053"/>
                  <a:pt x="2324" y="39924"/>
                </a:cubicBezTo>
                <a:cubicBezTo>
                  <a:pt x="9717" y="87327"/>
                  <a:pt x="46473" y="78032"/>
                  <a:pt x="51839" y="97677"/>
                </a:cubicBezTo>
                <a:cubicBezTo>
                  <a:pt x="53106" y="102282"/>
                  <a:pt x="52853" y="108577"/>
                  <a:pt x="51712" y="115464"/>
                </a:cubicBezTo>
                <a:cubicBezTo>
                  <a:pt x="47938" y="138856"/>
                  <a:pt x="66191" y="159846"/>
                  <a:pt x="89765" y="159846"/>
                </a:cubicBezTo>
                <a:cubicBezTo>
                  <a:pt x="90204" y="159846"/>
                  <a:pt x="90644" y="159839"/>
                  <a:pt x="91087" y="159824"/>
                </a:cubicBezTo>
                <a:cubicBezTo>
                  <a:pt x="97764" y="159584"/>
                  <a:pt x="104483" y="159440"/>
                  <a:pt x="110886" y="159440"/>
                </a:cubicBezTo>
                <a:cubicBezTo>
                  <a:pt x="119109" y="159440"/>
                  <a:pt x="126814" y="159677"/>
                  <a:pt x="133250" y="160247"/>
                </a:cubicBezTo>
                <a:cubicBezTo>
                  <a:pt x="155895" y="162275"/>
                  <a:pt x="147826" y="197383"/>
                  <a:pt x="191257" y="208325"/>
                </a:cubicBezTo>
                <a:lnTo>
                  <a:pt x="195270" y="208325"/>
                </a:lnTo>
                <a:cubicBezTo>
                  <a:pt x="198692" y="208325"/>
                  <a:pt x="201481" y="205536"/>
                  <a:pt x="201481" y="202072"/>
                </a:cubicBezTo>
                <a:lnTo>
                  <a:pt x="201481" y="5999"/>
                </a:lnTo>
                <a:cubicBezTo>
                  <a:pt x="201481" y="3211"/>
                  <a:pt x="199622" y="760"/>
                  <a:pt x="196960" y="0"/>
                </a:cubicBezTo>
                <a:close/>
              </a:path>
            </a:pathLst>
          </a:custGeom>
          <a:solidFill>
            <a:srgbClr val="ADDBD7">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53" name="Google Shape;71;p9"/>
          <p:cNvSpPr/>
          <p:nvPr/>
        </p:nvSpPr>
        <p:spPr>
          <a:xfrm>
            <a:off x="743040" y="710280"/>
            <a:ext cx="8686440" cy="279360"/>
          </a:xfrm>
          <a:prstGeom prst="rect">
            <a:avLst/>
          </a:prstGeom>
          <a:solidFill>
            <a:srgbClr val="74C1B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54" name="PlaceHolder 1"/>
          <p:cNvSpPr>
            <a:spLocks noGrp="1"/>
          </p:cNvSpPr>
          <p:nvPr>
            <p:ph type="title"/>
          </p:nvPr>
        </p:nvSpPr>
        <p:spPr>
          <a:xfrm>
            <a:off x="790920" y="720000"/>
            <a:ext cx="5011920" cy="313920"/>
          </a:xfrm>
          <a:prstGeom prst="rect">
            <a:avLst/>
          </a:prstGeom>
          <a:noFill/>
          <a:ln w="0">
            <a:noFill/>
          </a:ln>
        </p:spPr>
        <p:txBody>
          <a:bodyPr lIns="91440" tIns="91440" rIns="91440" bIns="91440" anchor="b">
            <a:noAutofit/>
          </a:bodyPr>
          <a:lstStyle/>
          <a:p>
            <a:pPr indent="0">
              <a:buNone/>
            </a:pPr>
            <a:r>
              <a:rPr lang="en-US" sz="1200" b="0" u="none" strike="noStrike">
                <a:solidFill>
                  <a:srgbClr val="000000"/>
                </a:solidFill>
                <a:effectLst/>
                <a:uFillTx/>
                <a:latin typeface="Arial"/>
              </a:rPr>
              <a:t>Click to edit the title text format</a:t>
            </a:r>
          </a:p>
        </p:txBody>
      </p:sp>
      <p:sp>
        <p:nvSpPr>
          <p:cNvPr id="55" name="Google Shape;73;p9"/>
          <p:cNvSpPr/>
          <p:nvPr/>
        </p:nvSpPr>
        <p:spPr>
          <a:xfrm>
            <a:off x="419040" y="732240"/>
            <a:ext cx="235080" cy="235080"/>
          </a:xfrm>
          <a:prstGeom prst="ellipse">
            <a:avLst/>
          </a:prstGeom>
          <a:solidFill>
            <a:srgbClr val="FFCB64"/>
          </a:solidFill>
          <a:ln w="0">
            <a:noFill/>
          </a:ln>
        </p:spPr>
        <p:style>
          <a:lnRef idx="0">
            <a:scrgbClr r="0" g="0" b="0"/>
          </a:lnRef>
          <a:fillRef idx="0">
            <a:scrgbClr r="0" g="0" b="0"/>
          </a:fillRef>
          <a:effectRef idx="0">
            <a:scrgbClr r="0" g="0" b="0"/>
          </a:effectRef>
          <a:fontRef idx="minor"/>
        </p:style>
        <p:txBody>
          <a:bodyPr tIns="83160" bIns="831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56" name="Google Shape;74;p9"/>
          <p:cNvSpPr/>
          <p:nvPr/>
        </p:nvSpPr>
        <p:spPr>
          <a:xfrm>
            <a:off x="95400" y="732240"/>
            <a:ext cx="235080" cy="235080"/>
          </a:xfrm>
          <a:prstGeom prst="ellipse">
            <a:avLst/>
          </a:prstGeom>
          <a:solidFill>
            <a:srgbClr val="FFE48D"/>
          </a:solidFill>
          <a:ln w="0">
            <a:noFill/>
          </a:ln>
        </p:spPr>
        <p:style>
          <a:lnRef idx="0">
            <a:scrgbClr r="0" g="0" b="0"/>
          </a:lnRef>
          <a:fillRef idx="0">
            <a:scrgbClr r="0" g="0" b="0"/>
          </a:fillRef>
          <a:effectRef idx="0">
            <a:scrgbClr r="0" g="0" b="0"/>
          </a:effectRef>
          <a:fontRef idx="minor"/>
        </p:style>
        <p:txBody>
          <a:bodyPr tIns="83160" bIns="831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5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6_1">
    <p:bg>
      <p:bgPr>
        <a:solidFill>
          <a:srgbClr val="FFFFFF"/>
        </a:solidFill>
        <a:effectLst/>
      </p:bgPr>
    </p:bg>
    <p:spTree>
      <p:nvGrpSpPr>
        <p:cNvPr id="1" name=""/>
        <p:cNvGrpSpPr/>
        <p:nvPr/>
      </p:nvGrpSpPr>
      <p:grpSpPr>
        <a:xfrm>
          <a:off x="0" y="0"/>
          <a:ext cx="0" cy="0"/>
          <a:chOff x="0" y="0"/>
          <a:chExt cx="0" cy="0"/>
        </a:xfrm>
      </p:grpSpPr>
      <p:sp>
        <p:nvSpPr>
          <p:cNvPr id="58" name="Google Shape;76;p10"/>
          <p:cNvSpPr/>
          <p:nvPr/>
        </p:nvSpPr>
        <p:spPr>
          <a:xfrm rot="16200000">
            <a:off x="126720" y="-375120"/>
            <a:ext cx="6811200" cy="7336800"/>
          </a:xfrm>
          <a:custGeom>
            <a:avLst/>
            <a:gdLst>
              <a:gd name="textAreaLeft" fmla="*/ 0 w 6811200"/>
              <a:gd name="textAreaRight" fmla="*/ 6811560 w 6811200"/>
              <a:gd name="textAreaTop" fmla="*/ 0 h 7336800"/>
              <a:gd name="textAreaBottom" fmla="*/ 7337160 h 7336800"/>
            </a:gdLst>
            <a:ahLst/>
            <a:cxnLst/>
            <a:rect l="textAreaLeft" t="textAreaTop" r="textAreaRight" b="textAreaBottom"/>
            <a:pathLst>
              <a:path w="201481" h="208325">
                <a:moveTo>
                  <a:pt x="11154" y="0"/>
                </a:moveTo>
                <a:cubicBezTo>
                  <a:pt x="4056" y="11322"/>
                  <a:pt x="0" y="25053"/>
                  <a:pt x="2324" y="39924"/>
                </a:cubicBezTo>
                <a:cubicBezTo>
                  <a:pt x="9717" y="87327"/>
                  <a:pt x="46473" y="78032"/>
                  <a:pt x="51839" y="97677"/>
                </a:cubicBezTo>
                <a:cubicBezTo>
                  <a:pt x="53106" y="102282"/>
                  <a:pt x="52853" y="108577"/>
                  <a:pt x="51712" y="115464"/>
                </a:cubicBezTo>
                <a:cubicBezTo>
                  <a:pt x="47938" y="138856"/>
                  <a:pt x="66191" y="159846"/>
                  <a:pt x="89765" y="159846"/>
                </a:cubicBezTo>
                <a:cubicBezTo>
                  <a:pt x="90204" y="159846"/>
                  <a:pt x="90644" y="159839"/>
                  <a:pt x="91087" y="159824"/>
                </a:cubicBezTo>
                <a:cubicBezTo>
                  <a:pt x="97764" y="159584"/>
                  <a:pt x="104483" y="159440"/>
                  <a:pt x="110886" y="159440"/>
                </a:cubicBezTo>
                <a:cubicBezTo>
                  <a:pt x="119109" y="159440"/>
                  <a:pt x="126814" y="159677"/>
                  <a:pt x="133250" y="160247"/>
                </a:cubicBezTo>
                <a:cubicBezTo>
                  <a:pt x="155895" y="162275"/>
                  <a:pt x="147826" y="197383"/>
                  <a:pt x="191257" y="208325"/>
                </a:cubicBezTo>
                <a:lnTo>
                  <a:pt x="195270" y="208325"/>
                </a:lnTo>
                <a:cubicBezTo>
                  <a:pt x="198692" y="208325"/>
                  <a:pt x="201481" y="205536"/>
                  <a:pt x="201481" y="202072"/>
                </a:cubicBezTo>
                <a:lnTo>
                  <a:pt x="201481" y="5999"/>
                </a:lnTo>
                <a:cubicBezTo>
                  <a:pt x="201481" y="3211"/>
                  <a:pt x="199622" y="760"/>
                  <a:pt x="196960" y="0"/>
                </a:cubicBezTo>
                <a:close/>
              </a:path>
            </a:pathLst>
          </a:custGeom>
          <a:solidFill>
            <a:srgbClr val="ADDBD7">
              <a:alpha val="2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59" name="PlaceHolder 1"/>
          <p:cNvSpPr>
            <a:spLocks noGrp="1"/>
          </p:cNvSpPr>
          <p:nvPr>
            <p:ph type="title"/>
          </p:nvPr>
        </p:nvSpPr>
        <p:spPr>
          <a:xfrm>
            <a:off x="477000" y="1557720"/>
            <a:ext cx="4209120" cy="851400"/>
          </a:xfrm>
          <a:prstGeom prst="rect">
            <a:avLst/>
          </a:prstGeom>
          <a:noFill/>
          <a:ln w="0">
            <a:noFill/>
          </a:ln>
        </p:spPr>
        <p:txBody>
          <a:bodyPr lIns="91440" tIns="91440" rIns="91440" bIns="91440" anchor="b">
            <a:noAutofit/>
          </a:bodyPr>
          <a:lstStyle/>
          <a:p>
            <a:pPr indent="0">
              <a:buNone/>
            </a:pPr>
            <a:r>
              <a:rPr lang="en-US" sz="4800" b="0" u="none" strike="noStrike">
                <a:solidFill>
                  <a:srgbClr val="000000"/>
                </a:solidFill>
                <a:effectLst/>
                <a:uFillTx/>
                <a:latin typeface="Arial"/>
              </a:rPr>
              <a:t>Click to edit the title text format</a:t>
            </a:r>
          </a:p>
        </p:txBody>
      </p:sp>
      <p:sp>
        <p:nvSpPr>
          <p:cNvPr id="60" name="Google Shape;79;p10"/>
          <p:cNvSpPr/>
          <p:nvPr/>
        </p:nvSpPr>
        <p:spPr>
          <a:xfrm>
            <a:off x="1263600" y="3683160"/>
            <a:ext cx="3397680" cy="178416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gn="r">
              <a:lnSpc>
                <a:spcPct val="100000"/>
              </a:lnSpc>
              <a:spcBef>
                <a:spcPts val="300"/>
              </a:spcBef>
              <a:tabLst>
                <a:tab pos="0" algn="l"/>
              </a:tabLst>
            </a:pPr>
            <a:r>
              <a:rPr lang="en" sz="900" b="0" u="none" strike="noStrike">
                <a:solidFill>
                  <a:srgbClr val="434343"/>
                </a:solidFill>
                <a:effectLst/>
                <a:uFillTx/>
                <a:latin typeface="EB Garamond"/>
                <a:ea typeface="EB Garamond"/>
              </a:rPr>
              <a:t>CREDITS: This presentation template was created by </a:t>
            </a:r>
            <a:r>
              <a:rPr lang="en" sz="900" b="1" u="sng" strike="noStrike">
                <a:solidFill>
                  <a:srgbClr val="434343"/>
                </a:solidFill>
                <a:effectLst/>
                <a:uFillTx/>
                <a:latin typeface="EB Garamond"/>
                <a:ea typeface="EB Garamond"/>
                <a:hlinkClick r:id="rId2"/>
              </a:rPr>
              <a:t>Slidesgo</a:t>
            </a:r>
            <a:r>
              <a:rPr lang="en" sz="900" b="0" u="none" strike="noStrike">
                <a:solidFill>
                  <a:srgbClr val="434343"/>
                </a:solidFill>
                <a:effectLst/>
                <a:uFillTx/>
                <a:latin typeface="EB Garamond"/>
                <a:ea typeface="EB Garamond"/>
              </a:rPr>
              <a:t>, including icons by </a:t>
            </a:r>
            <a:r>
              <a:rPr lang="en" sz="900" b="1" u="sng" strike="noStrike">
                <a:solidFill>
                  <a:srgbClr val="434343"/>
                </a:solidFill>
                <a:effectLst/>
                <a:uFillTx/>
                <a:latin typeface="EB Garamond"/>
                <a:ea typeface="EB Garamond"/>
                <a:hlinkClick r:id="rId3"/>
              </a:rPr>
              <a:t>Flaticon</a:t>
            </a:r>
            <a:r>
              <a:rPr lang="en" sz="900" b="0" u="none" strike="noStrike">
                <a:solidFill>
                  <a:srgbClr val="434343"/>
                </a:solidFill>
                <a:effectLst/>
                <a:uFillTx/>
                <a:latin typeface="EB Garamond"/>
                <a:ea typeface="EB Garamond"/>
              </a:rPr>
              <a:t>, and infographics &amp; images by </a:t>
            </a:r>
            <a:r>
              <a:rPr lang="en" sz="900" b="1" u="sng" strike="noStrike">
                <a:solidFill>
                  <a:srgbClr val="434343"/>
                </a:solidFill>
                <a:effectLst/>
                <a:uFillTx/>
                <a:latin typeface="EB Garamond"/>
                <a:ea typeface="EB Garamond"/>
                <a:hlinkClick r:id="rId4"/>
              </a:rPr>
              <a:t>Freepik</a:t>
            </a:r>
            <a:r>
              <a:rPr lang="en" sz="900" b="0" u="none" strike="noStrike">
                <a:solidFill>
                  <a:srgbClr val="434343"/>
                </a:solidFill>
                <a:effectLst/>
                <a:uFillTx/>
                <a:latin typeface="EB Garamond"/>
                <a:ea typeface="EB Garamond"/>
              </a:rPr>
              <a:t>. </a:t>
            </a:r>
            <a:endParaRPr lang="en-US" sz="900" b="0" u="none" strike="noStrike">
              <a:solidFill>
                <a:srgbClr val="000000"/>
              </a:solidFill>
              <a:effectLst/>
              <a:uFillTx/>
              <a:latin typeface="Arial"/>
            </a:endParaRPr>
          </a:p>
          <a:p>
            <a:pPr algn="r">
              <a:lnSpc>
                <a:spcPct val="100000"/>
              </a:lnSpc>
              <a:spcBef>
                <a:spcPts val="300"/>
              </a:spcBef>
              <a:tabLst>
                <a:tab pos="0" algn="l"/>
              </a:tabLst>
            </a:pPr>
            <a:r>
              <a:rPr lang="en" sz="900" b="1" u="none" strike="noStrike">
                <a:solidFill>
                  <a:srgbClr val="434343"/>
                </a:solidFill>
                <a:effectLst/>
                <a:uFillTx/>
                <a:latin typeface="EB Garamond"/>
                <a:ea typeface="EB Garamond"/>
              </a:rPr>
              <a:t>Please keep this slide for attribution.</a:t>
            </a:r>
            <a:endParaRPr lang="en-US" sz="900" b="0" u="none" strike="noStrike">
              <a:solidFill>
                <a:srgbClr val="000000"/>
              </a:solidFill>
              <a:effectLst/>
              <a:uFillTx/>
              <a:latin typeface="Arial"/>
            </a:endParaRPr>
          </a:p>
          <a:p>
            <a:pPr algn="r">
              <a:lnSpc>
                <a:spcPct val="115000"/>
              </a:lnSpc>
              <a:spcBef>
                <a:spcPts val="300"/>
              </a:spcBef>
              <a:tabLst>
                <a:tab pos="0" algn="l"/>
              </a:tabLst>
            </a:pPr>
            <a:endParaRPr lang="en-US" sz="1400" b="0" u="none" strike="noStrike">
              <a:solidFill>
                <a:srgbClr val="000000"/>
              </a:solidFill>
              <a:effectLst/>
              <a:uFillTx/>
              <a:latin typeface="Arial"/>
            </a:endParaRPr>
          </a:p>
          <a:p>
            <a:pPr algn="r">
              <a:lnSpc>
                <a:spcPct val="100000"/>
              </a:lnSpc>
              <a:tabLst>
                <a:tab pos="0" algn="l"/>
              </a:tabLst>
            </a:pPr>
            <a:endParaRPr lang="en-US" sz="1400" b="0" u="none" strike="noStrike">
              <a:solidFill>
                <a:srgbClr val="000000"/>
              </a:solidFill>
              <a:effectLst/>
              <a:uFillTx/>
              <a:latin typeface="Arial"/>
            </a:endParaRPr>
          </a:p>
        </p:txBody>
      </p:sp>
      <p:sp>
        <p:nvSpPr>
          <p:cNvPr id="6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 name="PlaceHolder 1"/>
          <p:cNvSpPr>
            <a:spLocks noGrp="1"/>
          </p:cNvSpPr>
          <p:nvPr>
            <p:ph type="subTitle"/>
          </p:nvPr>
        </p:nvSpPr>
        <p:spPr>
          <a:xfrm>
            <a:off x="743400" y="3101400"/>
            <a:ext cx="3628800" cy="670320"/>
          </a:xfrm>
          <a:prstGeom prst="rect">
            <a:avLst/>
          </a:prstGeom>
          <a:noFill/>
          <a:ln w="0">
            <a:noFill/>
          </a:ln>
        </p:spPr>
        <p:txBody>
          <a:bodyPr lIns="91440" tIns="91440" rIns="91440" bIns="91440" anchor="t">
            <a:noAutofit/>
          </a:bodyPr>
          <a:lstStyle/>
          <a:p>
            <a:pPr>
              <a:lnSpc>
                <a:spcPct val="100000"/>
              </a:lnSpc>
              <a:tabLst>
                <a:tab pos="0" algn="l"/>
              </a:tabLst>
            </a:pPr>
            <a:r>
              <a:rPr lang="en" sz="1400" b="0" u="none" strike="noStrike">
                <a:solidFill>
                  <a:srgbClr val="434343"/>
                </a:solidFill>
                <a:effectLst/>
                <a:uFillTx/>
                <a:latin typeface="EB Garamond"/>
                <a:ea typeface="EB Garamond"/>
              </a:rPr>
              <a:t>Riste Petrov</a:t>
            </a:r>
            <a:endParaRPr lang="en-US" sz="1400" b="0" u="none" strike="noStrike">
              <a:solidFill>
                <a:srgbClr val="000000"/>
              </a:solidFill>
              <a:effectLst/>
              <a:uFillTx/>
              <a:latin typeface="Arial"/>
            </a:endParaRPr>
          </a:p>
        </p:txBody>
      </p:sp>
      <p:sp>
        <p:nvSpPr>
          <p:cNvPr id="65" name="PlaceHolder 2"/>
          <p:cNvSpPr>
            <a:spLocks noGrp="1"/>
          </p:cNvSpPr>
          <p:nvPr>
            <p:ph type="title"/>
          </p:nvPr>
        </p:nvSpPr>
        <p:spPr>
          <a:xfrm>
            <a:off x="743400" y="2221200"/>
            <a:ext cx="3571560" cy="670320"/>
          </a:xfrm>
          <a:prstGeom prst="rect">
            <a:avLst/>
          </a:prstGeom>
          <a:noFill/>
          <a:ln w="0">
            <a:noFill/>
          </a:ln>
        </p:spPr>
        <p:txBody>
          <a:bodyPr lIns="91440" tIns="91440" rIns="91440" bIns="91440" anchor="b">
            <a:noAutofit/>
          </a:bodyPr>
          <a:lstStyle/>
          <a:p>
            <a:pPr indent="0">
              <a:lnSpc>
                <a:spcPct val="100000"/>
              </a:lnSpc>
              <a:buNone/>
              <a:tabLst>
                <a:tab pos="0" algn="l"/>
              </a:tabLst>
            </a:pPr>
            <a:r>
              <a:rPr lang="en" sz="2400" b="1" u="none" strike="noStrike">
                <a:solidFill>
                  <a:srgbClr val="434343"/>
                </a:solidFill>
                <a:effectLst/>
                <a:uFillTx/>
                <a:latin typeface="Montserrat Light"/>
                <a:ea typeface="Montserrat Light"/>
              </a:rPr>
              <a:t>PRE-COVID</a:t>
            </a:r>
            <a:r>
              <a:rPr lang="en" sz="2600" b="0" u="none" strike="noStrike">
                <a:solidFill>
                  <a:srgbClr val="434343"/>
                </a:solidFill>
                <a:effectLst/>
                <a:uFillTx/>
                <a:latin typeface="Montserrat Light"/>
                <a:ea typeface="Montserrat Light"/>
              </a:rPr>
              <a:t> (2019) </a:t>
            </a:r>
            <a:r>
              <a:rPr lang="en" sz="2600" b="1" u="none" strike="noStrike">
                <a:solidFill>
                  <a:srgbClr val="434343"/>
                </a:solidFill>
                <a:effectLst/>
                <a:uFillTx/>
                <a:latin typeface="Montserrat ExtraBold"/>
                <a:ea typeface="Montserrat ExtraBold"/>
              </a:rPr>
              <a:t>SOFIA</a:t>
            </a:r>
            <a:r>
              <a:rPr lang="en" sz="2600" b="1" u="none" strike="noStrike">
                <a:solidFill>
                  <a:srgbClr val="434343"/>
                </a:solidFill>
                <a:effectLst/>
                <a:uFillTx/>
                <a:latin typeface="Montserrat Light"/>
                <a:ea typeface="Montserrat Light"/>
              </a:rPr>
              <a:t> </a:t>
            </a:r>
            <a:r>
              <a:rPr lang="en" sz="2200" b="0" u="none" strike="noStrike">
                <a:solidFill>
                  <a:srgbClr val="434343"/>
                </a:solidFill>
                <a:effectLst/>
                <a:uFillTx/>
                <a:latin typeface="Montserrat ExtraBold"/>
                <a:ea typeface="Montserrat ExtraBold"/>
              </a:rPr>
              <a:t>REAL ESTATE </a:t>
            </a:r>
            <a:br>
              <a:rPr sz="2200"/>
            </a:br>
            <a:r>
              <a:rPr lang="en" sz="2200" b="0" u="none" strike="noStrike">
                <a:solidFill>
                  <a:srgbClr val="434343"/>
                </a:solidFill>
                <a:effectLst/>
                <a:uFillTx/>
                <a:latin typeface="Montserrat ExtraBold"/>
                <a:ea typeface="Montserrat ExtraBold"/>
              </a:rPr>
              <a:t>MARKET CONDITIONS ANALYSIS</a:t>
            </a:r>
            <a:endParaRPr lang="en-US" sz="2200" b="0" u="none" strike="noStrike">
              <a:solidFill>
                <a:srgbClr val="000000"/>
              </a:solidFill>
              <a:effectLst/>
              <a:uFillTx/>
              <a:latin typeface="Arial"/>
            </a:endParaRPr>
          </a:p>
        </p:txBody>
      </p:sp>
      <p:cxnSp>
        <p:nvCxnSpPr>
          <p:cNvPr id="66" name="Google Shape;95;p14"/>
          <p:cNvCxnSpPr/>
          <p:nvPr/>
        </p:nvCxnSpPr>
        <p:spPr>
          <a:xfrm>
            <a:off x="862200" y="2981160"/>
            <a:ext cx="1067040" cy="360"/>
          </a:xfrm>
          <a:prstGeom prst="straightConnector1">
            <a:avLst/>
          </a:prstGeom>
          <a:ln w="19050">
            <a:solidFill>
              <a:srgbClr val="434343"/>
            </a:solidFill>
            <a:round/>
          </a:ln>
        </p:spPr>
      </p:cxnSp>
      <p:sp>
        <p:nvSpPr>
          <p:cNvPr id="67" name="Google Shape;96;p14"/>
          <p:cNvSpPr/>
          <p:nvPr/>
        </p:nvSpPr>
        <p:spPr>
          <a:xfrm>
            <a:off x="5459760" y="1154160"/>
            <a:ext cx="1067040" cy="635760"/>
          </a:xfrm>
          <a:custGeom>
            <a:avLst/>
            <a:gdLst>
              <a:gd name="textAreaLeft" fmla="*/ 0 w 1067040"/>
              <a:gd name="textAreaRight" fmla="*/ 1067400 w 1067040"/>
              <a:gd name="textAreaTop" fmla="*/ 0 h 635760"/>
              <a:gd name="textAreaBottom" fmla="*/ 636120 h 635760"/>
            </a:gdLst>
            <a:ahLst/>
            <a:cxnLst/>
            <a:rect l="textAreaLeft" t="textAreaTop" r="textAreaRight" b="textAreaBottom"/>
            <a:pathLst>
              <a:path w="35870" h="21379">
                <a:moveTo>
                  <a:pt x="20195" y="1"/>
                </a:moveTo>
                <a:cubicBezTo>
                  <a:pt x="14830" y="1"/>
                  <a:pt x="10436" y="4268"/>
                  <a:pt x="10267" y="9634"/>
                </a:cubicBezTo>
                <a:lnTo>
                  <a:pt x="5831" y="9634"/>
                </a:lnTo>
                <a:cubicBezTo>
                  <a:pt x="2620" y="9676"/>
                  <a:pt x="1" y="12295"/>
                  <a:pt x="1" y="15506"/>
                </a:cubicBezTo>
                <a:cubicBezTo>
                  <a:pt x="1" y="18759"/>
                  <a:pt x="2620" y="21378"/>
                  <a:pt x="5831" y="21378"/>
                </a:cubicBezTo>
                <a:lnTo>
                  <a:pt x="30039" y="21378"/>
                </a:lnTo>
                <a:cubicBezTo>
                  <a:pt x="33250" y="21378"/>
                  <a:pt x="35869" y="18759"/>
                  <a:pt x="35869" y="15506"/>
                </a:cubicBezTo>
                <a:cubicBezTo>
                  <a:pt x="35869" y="12337"/>
                  <a:pt x="33334" y="9760"/>
                  <a:pt x="30166" y="9676"/>
                </a:cubicBezTo>
                <a:cubicBezTo>
                  <a:pt x="29997" y="4268"/>
                  <a:pt x="25603" y="1"/>
                  <a:pt x="20195"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68" name="Google Shape;97;p14"/>
          <p:cNvSpPr/>
          <p:nvPr/>
        </p:nvSpPr>
        <p:spPr>
          <a:xfrm>
            <a:off x="7549200" y="1582920"/>
            <a:ext cx="1933200" cy="1149840"/>
          </a:xfrm>
          <a:custGeom>
            <a:avLst/>
            <a:gdLst>
              <a:gd name="textAreaLeft" fmla="*/ 0 w 1933200"/>
              <a:gd name="textAreaRight" fmla="*/ 1933560 w 1933200"/>
              <a:gd name="textAreaTop" fmla="*/ 0 h 1149840"/>
              <a:gd name="textAreaBottom" fmla="*/ 1150200 h 1149840"/>
            </a:gdLst>
            <a:ahLst/>
            <a:cxnLst/>
            <a:rect l="textAreaLeft" t="textAreaTop" r="textAreaRight" b="textAreaBottom"/>
            <a:pathLst>
              <a:path w="64978" h="38658">
                <a:moveTo>
                  <a:pt x="36630" y="1"/>
                </a:moveTo>
                <a:cubicBezTo>
                  <a:pt x="26870" y="1"/>
                  <a:pt x="18928" y="7732"/>
                  <a:pt x="18590" y="17449"/>
                </a:cubicBezTo>
                <a:lnTo>
                  <a:pt x="10605" y="17449"/>
                </a:lnTo>
                <a:cubicBezTo>
                  <a:pt x="4775" y="17449"/>
                  <a:pt x="1" y="22181"/>
                  <a:pt x="1" y="28053"/>
                </a:cubicBezTo>
                <a:cubicBezTo>
                  <a:pt x="1" y="33883"/>
                  <a:pt x="4775" y="38615"/>
                  <a:pt x="10605" y="38657"/>
                </a:cubicBezTo>
                <a:lnTo>
                  <a:pt x="54374" y="38657"/>
                </a:lnTo>
                <a:cubicBezTo>
                  <a:pt x="60204" y="38615"/>
                  <a:pt x="64936" y="33883"/>
                  <a:pt x="64978" y="28053"/>
                </a:cubicBezTo>
                <a:cubicBezTo>
                  <a:pt x="64936" y="22307"/>
                  <a:pt x="60373" y="17618"/>
                  <a:pt x="54627" y="17449"/>
                </a:cubicBezTo>
                <a:cubicBezTo>
                  <a:pt x="54289" y="7732"/>
                  <a:pt x="46347" y="1"/>
                  <a:pt x="3663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69" name="Google Shape;98;p14"/>
          <p:cNvSpPr/>
          <p:nvPr/>
        </p:nvSpPr>
        <p:spPr>
          <a:xfrm>
            <a:off x="4105800" y="1878840"/>
            <a:ext cx="5253480" cy="2215440"/>
          </a:xfrm>
          <a:custGeom>
            <a:avLst/>
            <a:gdLst>
              <a:gd name="textAreaLeft" fmla="*/ 0 w 5253480"/>
              <a:gd name="textAreaRight" fmla="*/ 5253840 w 5253480"/>
              <a:gd name="textAreaTop" fmla="*/ 0 h 2215440"/>
              <a:gd name="textAreaBottom" fmla="*/ 2215800 h 2215440"/>
            </a:gdLst>
            <a:ahLst/>
            <a:cxnLst/>
            <a:rect l="textAreaLeft" t="textAreaTop" r="textAreaRight" b="textAreaBottom"/>
            <a:pathLst>
              <a:path w="176555" h="70244">
                <a:moveTo>
                  <a:pt x="120155" y="0"/>
                </a:moveTo>
                <a:cubicBezTo>
                  <a:pt x="118869" y="0"/>
                  <a:pt x="117584" y="529"/>
                  <a:pt x="116647" y="1590"/>
                </a:cubicBezTo>
                <a:lnTo>
                  <a:pt x="100846" y="18616"/>
                </a:lnTo>
                <a:cubicBezTo>
                  <a:pt x="100662" y="18823"/>
                  <a:pt x="100404" y="18930"/>
                  <a:pt x="100145" y="18930"/>
                </a:cubicBezTo>
                <a:cubicBezTo>
                  <a:pt x="99927" y="18930"/>
                  <a:pt x="99710" y="18855"/>
                  <a:pt x="99537" y="18701"/>
                </a:cubicBezTo>
                <a:lnTo>
                  <a:pt x="87369" y="6702"/>
                </a:lnTo>
                <a:cubicBezTo>
                  <a:pt x="86486" y="5819"/>
                  <a:pt x="85322" y="5371"/>
                  <a:pt x="84158" y="5371"/>
                </a:cubicBezTo>
                <a:cubicBezTo>
                  <a:pt x="83206" y="5371"/>
                  <a:pt x="82253" y="5671"/>
                  <a:pt x="81455" y="6280"/>
                </a:cubicBezTo>
                <a:lnTo>
                  <a:pt x="71653" y="13546"/>
                </a:lnTo>
                <a:cubicBezTo>
                  <a:pt x="71526" y="13715"/>
                  <a:pt x="71315" y="13842"/>
                  <a:pt x="71104" y="13884"/>
                </a:cubicBezTo>
                <a:lnTo>
                  <a:pt x="59908" y="1801"/>
                </a:lnTo>
                <a:cubicBezTo>
                  <a:pt x="58971" y="740"/>
                  <a:pt x="57686" y="212"/>
                  <a:pt x="56400" y="212"/>
                </a:cubicBezTo>
                <a:cubicBezTo>
                  <a:pt x="55077" y="212"/>
                  <a:pt x="53753" y="772"/>
                  <a:pt x="52811" y="1886"/>
                </a:cubicBezTo>
                <a:lnTo>
                  <a:pt x="44826" y="10885"/>
                </a:lnTo>
                <a:cubicBezTo>
                  <a:pt x="44125" y="11663"/>
                  <a:pt x="42994" y="11904"/>
                  <a:pt x="41862" y="11904"/>
                </a:cubicBezTo>
                <a:cubicBezTo>
                  <a:pt x="41766" y="11904"/>
                  <a:pt x="41669" y="11902"/>
                  <a:pt x="41573" y="11899"/>
                </a:cubicBezTo>
                <a:cubicBezTo>
                  <a:pt x="41417" y="11888"/>
                  <a:pt x="41262" y="11883"/>
                  <a:pt x="41108" y="11883"/>
                </a:cubicBezTo>
                <a:cubicBezTo>
                  <a:pt x="38741" y="11883"/>
                  <a:pt x="36502" y="13084"/>
                  <a:pt x="35193" y="15067"/>
                </a:cubicBezTo>
                <a:cubicBezTo>
                  <a:pt x="26448" y="28164"/>
                  <a:pt x="1" y="69947"/>
                  <a:pt x="677" y="69947"/>
                </a:cubicBezTo>
                <a:lnTo>
                  <a:pt x="6127" y="69947"/>
                </a:lnTo>
                <a:cubicBezTo>
                  <a:pt x="6084" y="69990"/>
                  <a:pt x="6042" y="70032"/>
                  <a:pt x="6084" y="70032"/>
                </a:cubicBezTo>
                <a:lnTo>
                  <a:pt x="35235" y="69990"/>
                </a:lnTo>
                <a:lnTo>
                  <a:pt x="170471" y="70243"/>
                </a:lnTo>
                <a:cubicBezTo>
                  <a:pt x="170217" y="70032"/>
                  <a:pt x="169922" y="69863"/>
                  <a:pt x="169626" y="69736"/>
                </a:cubicBezTo>
                <a:lnTo>
                  <a:pt x="175836" y="69736"/>
                </a:lnTo>
                <a:cubicBezTo>
                  <a:pt x="176555" y="69736"/>
                  <a:pt x="150065" y="27953"/>
                  <a:pt x="141362" y="14856"/>
                </a:cubicBezTo>
                <a:cubicBezTo>
                  <a:pt x="139996" y="12847"/>
                  <a:pt x="137712" y="11678"/>
                  <a:pt x="135310" y="11678"/>
                </a:cubicBezTo>
                <a:cubicBezTo>
                  <a:pt x="135187" y="11678"/>
                  <a:pt x="135064" y="11681"/>
                  <a:pt x="134940" y="11688"/>
                </a:cubicBezTo>
                <a:cubicBezTo>
                  <a:pt x="134843" y="11691"/>
                  <a:pt x="134746" y="11693"/>
                  <a:pt x="134649" y="11693"/>
                </a:cubicBezTo>
                <a:cubicBezTo>
                  <a:pt x="133518" y="11693"/>
                  <a:pt x="132391" y="11455"/>
                  <a:pt x="131730" y="10716"/>
                </a:cubicBezTo>
                <a:lnTo>
                  <a:pt x="123745" y="1675"/>
                </a:lnTo>
                <a:cubicBezTo>
                  <a:pt x="122802" y="560"/>
                  <a:pt x="121478" y="0"/>
                  <a:pt x="12015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70" name="Google Shape;99;p14"/>
          <p:cNvSpPr/>
          <p:nvPr/>
        </p:nvSpPr>
        <p:spPr>
          <a:xfrm>
            <a:off x="7323120" y="1878120"/>
            <a:ext cx="687240" cy="405000"/>
          </a:xfrm>
          <a:custGeom>
            <a:avLst/>
            <a:gdLst>
              <a:gd name="textAreaLeft" fmla="*/ 0 w 687240"/>
              <a:gd name="textAreaRight" fmla="*/ 687600 w 687240"/>
              <a:gd name="textAreaTop" fmla="*/ 0 h 405000"/>
              <a:gd name="textAreaBottom" fmla="*/ 405360 h 405000"/>
            </a:gdLst>
            <a:ahLst/>
            <a:cxnLst/>
            <a:rect l="textAreaLeft" t="textAreaTop" r="textAreaRight" b="textAreaBottom"/>
            <a:pathLst>
              <a:path w="23110" h="13627">
                <a:moveTo>
                  <a:pt x="12284" y="1"/>
                </a:moveTo>
                <a:cubicBezTo>
                  <a:pt x="10726" y="1"/>
                  <a:pt x="9155" y="919"/>
                  <a:pt x="7722" y="2582"/>
                </a:cubicBezTo>
                <a:lnTo>
                  <a:pt x="456" y="10187"/>
                </a:lnTo>
                <a:cubicBezTo>
                  <a:pt x="1" y="10717"/>
                  <a:pt x="396" y="11486"/>
                  <a:pt x="1031" y="11486"/>
                </a:cubicBezTo>
                <a:cubicBezTo>
                  <a:pt x="1104" y="11486"/>
                  <a:pt x="1180" y="11476"/>
                  <a:pt x="1258" y="11454"/>
                </a:cubicBezTo>
                <a:lnTo>
                  <a:pt x="6835" y="9891"/>
                </a:lnTo>
                <a:cubicBezTo>
                  <a:pt x="6912" y="9869"/>
                  <a:pt x="6988" y="9858"/>
                  <a:pt x="7063" y="9858"/>
                </a:cubicBezTo>
                <a:cubicBezTo>
                  <a:pt x="7278" y="9858"/>
                  <a:pt x="7481" y="9945"/>
                  <a:pt x="7638" y="10102"/>
                </a:cubicBezTo>
                <a:lnTo>
                  <a:pt x="10933" y="13397"/>
                </a:lnTo>
                <a:cubicBezTo>
                  <a:pt x="11087" y="13552"/>
                  <a:pt x="11294" y="13627"/>
                  <a:pt x="11502" y="13627"/>
                </a:cubicBezTo>
                <a:cubicBezTo>
                  <a:pt x="11749" y="13627"/>
                  <a:pt x="11997" y="13520"/>
                  <a:pt x="12158" y="13313"/>
                </a:cubicBezTo>
                <a:lnTo>
                  <a:pt x="14355" y="10187"/>
                </a:lnTo>
                <a:cubicBezTo>
                  <a:pt x="14533" y="9938"/>
                  <a:pt x="14771" y="9838"/>
                  <a:pt x="15018" y="9838"/>
                </a:cubicBezTo>
                <a:cubicBezTo>
                  <a:pt x="15064" y="9838"/>
                  <a:pt x="15111" y="9842"/>
                  <a:pt x="15158" y="9849"/>
                </a:cubicBezTo>
                <a:lnTo>
                  <a:pt x="21918" y="11158"/>
                </a:lnTo>
                <a:cubicBezTo>
                  <a:pt x="21965" y="11167"/>
                  <a:pt x="22011" y="11171"/>
                  <a:pt x="22056" y="11171"/>
                </a:cubicBezTo>
                <a:cubicBezTo>
                  <a:pt x="22698" y="11171"/>
                  <a:pt x="23110" y="10362"/>
                  <a:pt x="22636" y="9849"/>
                </a:cubicBezTo>
                <a:lnTo>
                  <a:pt x="16045" y="1990"/>
                </a:lnTo>
                <a:cubicBezTo>
                  <a:pt x="14858" y="631"/>
                  <a:pt x="13576" y="1"/>
                  <a:pt x="12284"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71" name="Google Shape;100;p14"/>
          <p:cNvSpPr/>
          <p:nvPr/>
        </p:nvSpPr>
        <p:spPr>
          <a:xfrm>
            <a:off x="5457600" y="1877040"/>
            <a:ext cx="700560" cy="421560"/>
          </a:xfrm>
          <a:custGeom>
            <a:avLst/>
            <a:gdLst>
              <a:gd name="textAreaLeft" fmla="*/ 0 w 700560"/>
              <a:gd name="textAreaRight" fmla="*/ 700920 w 700560"/>
              <a:gd name="textAreaTop" fmla="*/ 0 h 421560"/>
              <a:gd name="textAreaBottom" fmla="*/ 421920 h 421560"/>
            </a:gdLst>
            <a:ahLst/>
            <a:cxnLst/>
            <a:rect l="textAreaLeft" t="textAreaTop" r="textAreaRight" b="textAreaBottom"/>
            <a:pathLst>
              <a:path w="23560" h="14180">
                <a:moveTo>
                  <a:pt x="10667" y="1"/>
                </a:moveTo>
                <a:cubicBezTo>
                  <a:pt x="9609" y="1"/>
                  <a:pt x="8540" y="436"/>
                  <a:pt x="7509" y="1436"/>
                </a:cubicBezTo>
                <a:lnTo>
                  <a:pt x="496" y="9632"/>
                </a:lnTo>
                <a:cubicBezTo>
                  <a:pt x="1" y="10127"/>
                  <a:pt x="393" y="10986"/>
                  <a:pt x="1120" y="10986"/>
                </a:cubicBezTo>
                <a:cubicBezTo>
                  <a:pt x="1137" y="10986"/>
                  <a:pt x="1154" y="10985"/>
                  <a:pt x="1172" y="10984"/>
                </a:cubicBezTo>
                <a:lnTo>
                  <a:pt x="7974" y="10139"/>
                </a:lnTo>
                <a:cubicBezTo>
                  <a:pt x="8004" y="10135"/>
                  <a:pt x="8035" y="10133"/>
                  <a:pt x="8065" y="10133"/>
                </a:cubicBezTo>
                <a:cubicBezTo>
                  <a:pt x="8329" y="10133"/>
                  <a:pt x="8583" y="10292"/>
                  <a:pt x="8734" y="10519"/>
                </a:cubicBezTo>
                <a:lnTo>
                  <a:pt x="10762" y="13815"/>
                </a:lnTo>
                <a:cubicBezTo>
                  <a:pt x="10914" y="14043"/>
                  <a:pt x="11173" y="14180"/>
                  <a:pt x="11438" y="14180"/>
                </a:cubicBezTo>
                <a:cubicBezTo>
                  <a:pt x="11614" y="14180"/>
                  <a:pt x="11793" y="14119"/>
                  <a:pt x="11945" y="13984"/>
                </a:cubicBezTo>
                <a:lnTo>
                  <a:pt x="15494" y="10900"/>
                </a:lnTo>
                <a:cubicBezTo>
                  <a:pt x="15635" y="10787"/>
                  <a:pt x="15813" y="10731"/>
                  <a:pt x="16004" y="10731"/>
                </a:cubicBezTo>
                <a:cubicBezTo>
                  <a:pt x="16100" y="10731"/>
                  <a:pt x="16198" y="10745"/>
                  <a:pt x="16297" y="10773"/>
                </a:cubicBezTo>
                <a:lnTo>
                  <a:pt x="21789" y="12758"/>
                </a:lnTo>
                <a:cubicBezTo>
                  <a:pt x="21860" y="12788"/>
                  <a:pt x="21935" y="12801"/>
                  <a:pt x="22012" y="12801"/>
                </a:cubicBezTo>
                <a:cubicBezTo>
                  <a:pt x="22710" y="12801"/>
                  <a:pt x="23560" y="11682"/>
                  <a:pt x="23141" y="11111"/>
                </a:cubicBezTo>
                <a:lnTo>
                  <a:pt x="15959" y="3422"/>
                </a:lnTo>
                <a:cubicBezTo>
                  <a:pt x="14415" y="1390"/>
                  <a:pt x="12558" y="1"/>
                  <a:pt x="10667"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72" name="Google Shape;101;p14"/>
          <p:cNvSpPr/>
          <p:nvPr/>
        </p:nvSpPr>
        <p:spPr>
          <a:xfrm>
            <a:off x="3600360" y="3969000"/>
            <a:ext cx="6231600" cy="731520"/>
          </a:xfrm>
          <a:custGeom>
            <a:avLst/>
            <a:gdLst>
              <a:gd name="textAreaLeft" fmla="*/ 0 w 6231600"/>
              <a:gd name="textAreaRight" fmla="*/ 6231960 w 6231600"/>
              <a:gd name="textAreaTop" fmla="*/ 0 h 731520"/>
              <a:gd name="textAreaBottom" fmla="*/ 731880 h 731520"/>
            </a:gdLst>
            <a:ahLst/>
            <a:cxnLst/>
            <a:rect l="textAreaLeft" t="textAreaTop" r="textAreaRight" b="textAreaBottom"/>
            <a:pathLst>
              <a:path w="209423" h="24589">
                <a:moveTo>
                  <a:pt x="24588" y="0"/>
                </a:moveTo>
                <a:cubicBezTo>
                  <a:pt x="11027" y="42"/>
                  <a:pt x="42" y="11027"/>
                  <a:pt x="0" y="24589"/>
                </a:cubicBezTo>
                <a:lnTo>
                  <a:pt x="209423" y="24589"/>
                </a:lnTo>
                <a:cubicBezTo>
                  <a:pt x="209381" y="11027"/>
                  <a:pt x="198396" y="42"/>
                  <a:pt x="18483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73" name="Google Shape;102;p14"/>
          <p:cNvSpPr/>
          <p:nvPr/>
        </p:nvSpPr>
        <p:spPr>
          <a:xfrm>
            <a:off x="7763040" y="3001680"/>
            <a:ext cx="957600" cy="1241280"/>
          </a:xfrm>
          <a:custGeom>
            <a:avLst/>
            <a:gdLst>
              <a:gd name="textAreaLeft" fmla="*/ 0 w 957600"/>
              <a:gd name="textAreaRight" fmla="*/ 957960 w 957600"/>
              <a:gd name="textAreaTop" fmla="*/ 0 h 1241280"/>
              <a:gd name="textAreaBottom" fmla="*/ 1241640 h 1241280"/>
            </a:gdLst>
            <a:ahLst/>
            <a:cxnLst/>
            <a:rect l="textAreaLeft" t="textAreaTop" r="textAreaRight" b="textAreaBottom"/>
            <a:pathLst>
              <a:path w="32194" h="41723">
                <a:moveTo>
                  <a:pt x="16306" y="0"/>
                </a:moveTo>
                <a:cubicBezTo>
                  <a:pt x="15667" y="0"/>
                  <a:pt x="15019" y="35"/>
                  <a:pt x="14365" y="107"/>
                </a:cubicBezTo>
                <a:cubicBezTo>
                  <a:pt x="7098" y="867"/>
                  <a:pt x="1268" y="6275"/>
                  <a:pt x="465" y="13035"/>
                </a:cubicBezTo>
                <a:cubicBezTo>
                  <a:pt x="1" y="16879"/>
                  <a:pt x="1099" y="20682"/>
                  <a:pt x="3550" y="23639"/>
                </a:cubicBezTo>
                <a:cubicBezTo>
                  <a:pt x="5366" y="25878"/>
                  <a:pt x="6296" y="28709"/>
                  <a:pt x="6127" y="31582"/>
                </a:cubicBezTo>
                <a:cubicBezTo>
                  <a:pt x="6084" y="31793"/>
                  <a:pt x="6084" y="32004"/>
                  <a:pt x="6127" y="32215"/>
                </a:cubicBezTo>
                <a:cubicBezTo>
                  <a:pt x="6127" y="37454"/>
                  <a:pt x="10647" y="41637"/>
                  <a:pt x="16266" y="41721"/>
                </a:cubicBezTo>
                <a:cubicBezTo>
                  <a:pt x="16322" y="41722"/>
                  <a:pt x="16377" y="41723"/>
                  <a:pt x="16432" y="41723"/>
                </a:cubicBezTo>
                <a:cubicBezTo>
                  <a:pt x="21936" y="41723"/>
                  <a:pt x="26534" y="37571"/>
                  <a:pt x="26659" y="32384"/>
                </a:cubicBezTo>
                <a:cubicBezTo>
                  <a:pt x="26659" y="31920"/>
                  <a:pt x="26659" y="31455"/>
                  <a:pt x="26575" y="30990"/>
                </a:cubicBezTo>
                <a:cubicBezTo>
                  <a:pt x="26279" y="28413"/>
                  <a:pt x="27082" y="25878"/>
                  <a:pt x="28772" y="23935"/>
                </a:cubicBezTo>
                <a:cubicBezTo>
                  <a:pt x="30968" y="21358"/>
                  <a:pt x="32194" y="18105"/>
                  <a:pt x="32194" y="14683"/>
                </a:cubicBezTo>
                <a:cubicBezTo>
                  <a:pt x="32154" y="6571"/>
                  <a:pt x="25068" y="0"/>
                  <a:pt x="16306"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74" name="Google Shape;103;p14"/>
          <p:cNvSpPr/>
          <p:nvPr/>
        </p:nvSpPr>
        <p:spPr>
          <a:xfrm>
            <a:off x="8058240" y="3481560"/>
            <a:ext cx="384480" cy="1168560"/>
          </a:xfrm>
          <a:custGeom>
            <a:avLst/>
            <a:gdLst>
              <a:gd name="textAreaLeft" fmla="*/ 0 w 384480"/>
              <a:gd name="textAreaRight" fmla="*/ 384840 w 384480"/>
              <a:gd name="textAreaTop" fmla="*/ 0 h 1168560"/>
              <a:gd name="textAreaBottom" fmla="*/ 1168920 h 1168560"/>
            </a:gdLst>
            <a:ahLst/>
            <a:cxnLst/>
            <a:rect l="textAreaLeft" t="textAreaTop" r="textAreaRight" b="textAreaBottom"/>
            <a:pathLst>
              <a:path w="12928" h="39281">
                <a:moveTo>
                  <a:pt x="6295" y="1"/>
                </a:moveTo>
                <a:cubicBezTo>
                  <a:pt x="5894" y="1"/>
                  <a:pt x="5492" y="265"/>
                  <a:pt x="5450" y="793"/>
                </a:cubicBezTo>
                <a:lnTo>
                  <a:pt x="5492" y="8524"/>
                </a:lnTo>
                <a:lnTo>
                  <a:pt x="1690" y="3328"/>
                </a:lnTo>
                <a:cubicBezTo>
                  <a:pt x="1515" y="3102"/>
                  <a:pt x="1250" y="2981"/>
                  <a:pt x="994" y="2981"/>
                </a:cubicBezTo>
                <a:cubicBezTo>
                  <a:pt x="817" y="2981"/>
                  <a:pt x="645" y="3038"/>
                  <a:pt x="507" y="3159"/>
                </a:cubicBezTo>
                <a:cubicBezTo>
                  <a:pt x="84" y="3412"/>
                  <a:pt x="0" y="3961"/>
                  <a:pt x="296" y="4342"/>
                </a:cubicBezTo>
                <a:lnTo>
                  <a:pt x="5196" y="11017"/>
                </a:lnTo>
                <a:cubicBezTo>
                  <a:pt x="5281" y="11143"/>
                  <a:pt x="5365" y="11228"/>
                  <a:pt x="5492" y="11270"/>
                </a:cubicBezTo>
                <a:lnTo>
                  <a:pt x="5619" y="38436"/>
                </a:lnTo>
                <a:cubicBezTo>
                  <a:pt x="5619" y="38900"/>
                  <a:pt x="5999" y="39281"/>
                  <a:pt x="6464" y="39281"/>
                </a:cubicBezTo>
                <a:cubicBezTo>
                  <a:pt x="6971" y="39281"/>
                  <a:pt x="7351" y="38900"/>
                  <a:pt x="7309" y="38436"/>
                </a:cubicBezTo>
                <a:lnTo>
                  <a:pt x="7224" y="17861"/>
                </a:lnTo>
                <a:lnTo>
                  <a:pt x="12632" y="11355"/>
                </a:lnTo>
                <a:cubicBezTo>
                  <a:pt x="12928" y="10974"/>
                  <a:pt x="12886" y="10468"/>
                  <a:pt x="12548" y="10172"/>
                </a:cubicBezTo>
                <a:cubicBezTo>
                  <a:pt x="12381" y="10024"/>
                  <a:pt x="12182" y="9957"/>
                  <a:pt x="11986" y="9957"/>
                </a:cubicBezTo>
                <a:cubicBezTo>
                  <a:pt x="11735" y="9957"/>
                  <a:pt x="11489" y="10066"/>
                  <a:pt x="11322" y="10256"/>
                </a:cubicBezTo>
                <a:lnTo>
                  <a:pt x="7224" y="15199"/>
                </a:lnTo>
                <a:lnTo>
                  <a:pt x="7140" y="793"/>
                </a:lnTo>
                <a:cubicBezTo>
                  <a:pt x="7098" y="265"/>
                  <a:pt x="6696" y="1"/>
                  <a:pt x="629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75" name="Google Shape;104;p14"/>
          <p:cNvSpPr/>
          <p:nvPr/>
        </p:nvSpPr>
        <p:spPr>
          <a:xfrm>
            <a:off x="8340120" y="2352600"/>
            <a:ext cx="1157400" cy="1500480"/>
          </a:xfrm>
          <a:custGeom>
            <a:avLst/>
            <a:gdLst>
              <a:gd name="textAreaLeft" fmla="*/ 0 w 1157400"/>
              <a:gd name="textAreaRight" fmla="*/ 1157760 w 1157400"/>
              <a:gd name="textAreaTop" fmla="*/ 0 h 1500480"/>
              <a:gd name="textAreaBottom" fmla="*/ 1500840 h 1500480"/>
            </a:gdLst>
            <a:ahLst/>
            <a:cxnLst/>
            <a:rect l="textAreaLeft" t="textAreaTop" r="textAreaRight" b="textAreaBottom"/>
            <a:pathLst>
              <a:path w="38911" h="50432">
                <a:moveTo>
                  <a:pt x="19282" y="1"/>
                </a:moveTo>
                <a:cubicBezTo>
                  <a:pt x="8639" y="1"/>
                  <a:pt x="1" y="8002"/>
                  <a:pt x="1" y="17856"/>
                </a:cubicBezTo>
                <a:cubicBezTo>
                  <a:pt x="1" y="21954"/>
                  <a:pt x="1521" y="25926"/>
                  <a:pt x="4225" y="29010"/>
                </a:cubicBezTo>
                <a:cubicBezTo>
                  <a:pt x="6253" y="31333"/>
                  <a:pt x="7225" y="34417"/>
                  <a:pt x="6845" y="37502"/>
                </a:cubicBezTo>
                <a:cubicBezTo>
                  <a:pt x="6760" y="38093"/>
                  <a:pt x="6760" y="38642"/>
                  <a:pt x="6760" y="39234"/>
                </a:cubicBezTo>
                <a:cubicBezTo>
                  <a:pt x="6969" y="45451"/>
                  <a:pt x="12494" y="50432"/>
                  <a:pt x="19142" y="50432"/>
                </a:cubicBezTo>
                <a:cubicBezTo>
                  <a:pt x="19225" y="50432"/>
                  <a:pt x="19309" y="50431"/>
                  <a:pt x="19392" y="50429"/>
                </a:cubicBezTo>
                <a:cubicBezTo>
                  <a:pt x="26194" y="50303"/>
                  <a:pt x="31602" y="45191"/>
                  <a:pt x="31602" y="38896"/>
                </a:cubicBezTo>
                <a:lnTo>
                  <a:pt x="31602" y="38177"/>
                </a:lnTo>
                <a:cubicBezTo>
                  <a:pt x="31391" y="34671"/>
                  <a:pt x="32447" y="31249"/>
                  <a:pt x="34644" y="28545"/>
                </a:cubicBezTo>
                <a:cubicBezTo>
                  <a:pt x="37601" y="24954"/>
                  <a:pt x="38911" y="20307"/>
                  <a:pt x="38362" y="15702"/>
                </a:cubicBezTo>
                <a:cubicBezTo>
                  <a:pt x="37305" y="7548"/>
                  <a:pt x="30292" y="1042"/>
                  <a:pt x="21462" y="112"/>
                </a:cubicBezTo>
                <a:cubicBezTo>
                  <a:pt x="20728" y="37"/>
                  <a:pt x="20000" y="1"/>
                  <a:pt x="19282" y="1"/>
                </a:cubicBezTo>
                <a:close/>
              </a:path>
            </a:pathLst>
          </a:custGeom>
          <a:solidFill>
            <a:srgbClr val="FFCB6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76" name="Google Shape;105;p14"/>
          <p:cNvSpPr/>
          <p:nvPr/>
        </p:nvSpPr>
        <p:spPr>
          <a:xfrm>
            <a:off x="8685360" y="2926800"/>
            <a:ext cx="455400" cy="1724400"/>
          </a:xfrm>
          <a:custGeom>
            <a:avLst/>
            <a:gdLst>
              <a:gd name="textAreaLeft" fmla="*/ 0 w 455400"/>
              <a:gd name="textAreaRight" fmla="*/ 455760 w 455400"/>
              <a:gd name="textAreaTop" fmla="*/ 0 h 1724400"/>
              <a:gd name="textAreaBottom" fmla="*/ 1724760 h 1724400"/>
            </a:gdLst>
            <a:ahLst/>
            <a:cxnLst/>
            <a:rect l="textAreaLeft" t="textAreaTop" r="textAreaRight" b="textAreaBottom"/>
            <a:pathLst>
              <a:path w="15310" h="57965">
                <a:moveTo>
                  <a:pt x="7705" y="1"/>
                </a:moveTo>
                <a:cubicBezTo>
                  <a:pt x="7325" y="1"/>
                  <a:pt x="6987" y="339"/>
                  <a:pt x="6987" y="719"/>
                </a:cubicBezTo>
                <a:lnTo>
                  <a:pt x="6987" y="11070"/>
                </a:lnTo>
                <a:lnTo>
                  <a:pt x="1832" y="3972"/>
                </a:lnTo>
                <a:cubicBezTo>
                  <a:pt x="1676" y="3743"/>
                  <a:pt x="1464" y="3648"/>
                  <a:pt x="1256" y="3648"/>
                </a:cubicBezTo>
                <a:cubicBezTo>
                  <a:pt x="735" y="3648"/>
                  <a:pt x="239" y="4243"/>
                  <a:pt x="692" y="4817"/>
                </a:cubicBezTo>
                <a:lnTo>
                  <a:pt x="6564" y="12886"/>
                </a:lnTo>
                <a:cubicBezTo>
                  <a:pt x="6649" y="13055"/>
                  <a:pt x="6818" y="13140"/>
                  <a:pt x="6944" y="13182"/>
                </a:cubicBezTo>
                <a:lnTo>
                  <a:pt x="6944" y="19012"/>
                </a:lnTo>
                <a:lnTo>
                  <a:pt x="1410" y="12422"/>
                </a:lnTo>
                <a:cubicBezTo>
                  <a:pt x="1257" y="12289"/>
                  <a:pt x="1090" y="12233"/>
                  <a:pt x="931" y="12233"/>
                </a:cubicBezTo>
                <a:cubicBezTo>
                  <a:pt x="428" y="12233"/>
                  <a:pt x="1" y="12795"/>
                  <a:pt x="354" y="13309"/>
                </a:cubicBezTo>
                <a:lnTo>
                  <a:pt x="6987" y="21251"/>
                </a:lnTo>
                <a:lnTo>
                  <a:pt x="6987" y="57247"/>
                </a:lnTo>
                <a:cubicBezTo>
                  <a:pt x="6987" y="57627"/>
                  <a:pt x="7282" y="57923"/>
                  <a:pt x="7663" y="57965"/>
                </a:cubicBezTo>
                <a:cubicBezTo>
                  <a:pt x="8085" y="57923"/>
                  <a:pt x="8381" y="57627"/>
                  <a:pt x="8381" y="57247"/>
                </a:cubicBezTo>
                <a:lnTo>
                  <a:pt x="8381" y="21251"/>
                </a:lnTo>
                <a:lnTo>
                  <a:pt x="15014" y="13309"/>
                </a:lnTo>
                <a:cubicBezTo>
                  <a:pt x="15309" y="13013"/>
                  <a:pt x="15267" y="12591"/>
                  <a:pt x="14971" y="12337"/>
                </a:cubicBezTo>
                <a:cubicBezTo>
                  <a:pt x="14834" y="12219"/>
                  <a:pt x="14661" y="12156"/>
                  <a:pt x="14489" y="12156"/>
                </a:cubicBezTo>
                <a:cubicBezTo>
                  <a:pt x="14290" y="12156"/>
                  <a:pt x="14093" y="12240"/>
                  <a:pt x="13957" y="12422"/>
                </a:cubicBezTo>
                <a:lnTo>
                  <a:pt x="8381" y="19012"/>
                </a:lnTo>
                <a:lnTo>
                  <a:pt x="8381" y="13182"/>
                </a:lnTo>
                <a:cubicBezTo>
                  <a:pt x="8550" y="13140"/>
                  <a:pt x="8719" y="13055"/>
                  <a:pt x="8803" y="12886"/>
                </a:cubicBezTo>
                <a:lnTo>
                  <a:pt x="14676" y="4817"/>
                </a:lnTo>
                <a:cubicBezTo>
                  <a:pt x="15129" y="4243"/>
                  <a:pt x="14632" y="3648"/>
                  <a:pt x="14111" y="3648"/>
                </a:cubicBezTo>
                <a:cubicBezTo>
                  <a:pt x="13903" y="3648"/>
                  <a:pt x="13692" y="3743"/>
                  <a:pt x="13535" y="3972"/>
                </a:cubicBezTo>
                <a:lnTo>
                  <a:pt x="8381" y="11070"/>
                </a:lnTo>
                <a:lnTo>
                  <a:pt x="8381" y="719"/>
                </a:lnTo>
                <a:cubicBezTo>
                  <a:pt x="8381" y="339"/>
                  <a:pt x="8085" y="1"/>
                  <a:pt x="770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77" name="Google Shape;106;p14"/>
          <p:cNvSpPr/>
          <p:nvPr/>
        </p:nvSpPr>
        <p:spPr>
          <a:xfrm>
            <a:off x="9009000" y="3349440"/>
            <a:ext cx="755280" cy="978840"/>
          </a:xfrm>
          <a:custGeom>
            <a:avLst/>
            <a:gdLst>
              <a:gd name="textAreaLeft" fmla="*/ 0 w 755280"/>
              <a:gd name="textAreaRight" fmla="*/ 755640 w 755280"/>
              <a:gd name="textAreaTop" fmla="*/ 0 h 978840"/>
              <a:gd name="textAreaBottom" fmla="*/ 979200 h 978840"/>
            </a:gdLst>
            <a:ahLst/>
            <a:cxnLst/>
            <a:rect l="textAreaLeft" t="textAreaTop" r="textAreaRight" b="textAreaBottom"/>
            <a:pathLst>
              <a:path w="25392" h="32907">
                <a:moveTo>
                  <a:pt x="12801" y="1"/>
                </a:moveTo>
                <a:cubicBezTo>
                  <a:pt x="12314" y="1"/>
                  <a:pt x="11821" y="27"/>
                  <a:pt x="11323" y="79"/>
                </a:cubicBezTo>
                <a:cubicBezTo>
                  <a:pt x="5577" y="713"/>
                  <a:pt x="1014" y="4980"/>
                  <a:pt x="338" y="10303"/>
                </a:cubicBezTo>
                <a:cubicBezTo>
                  <a:pt x="0" y="13303"/>
                  <a:pt x="845" y="16345"/>
                  <a:pt x="2789" y="18669"/>
                </a:cubicBezTo>
                <a:cubicBezTo>
                  <a:pt x="4225" y="20443"/>
                  <a:pt x="4943" y="22682"/>
                  <a:pt x="4817" y="24964"/>
                </a:cubicBezTo>
                <a:lnTo>
                  <a:pt x="4817" y="25428"/>
                </a:lnTo>
                <a:cubicBezTo>
                  <a:pt x="4817" y="29526"/>
                  <a:pt x="8365" y="32864"/>
                  <a:pt x="12802" y="32906"/>
                </a:cubicBezTo>
                <a:cubicBezTo>
                  <a:pt x="12830" y="32906"/>
                  <a:pt x="12858" y="32907"/>
                  <a:pt x="12886" y="32907"/>
                </a:cubicBezTo>
                <a:cubicBezTo>
                  <a:pt x="17243" y="32907"/>
                  <a:pt x="20914" y="29669"/>
                  <a:pt x="20998" y="25555"/>
                </a:cubicBezTo>
                <a:cubicBezTo>
                  <a:pt x="21040" y="25217"/>
                  <a:pt x="20998" y="24837"/>
                  <a:pt x="20955" y="24457"/>
                </a:cubicBezTo>
                <a:cubicBezTo>
                  <a:pt x="20702" y="22429"/>
                  <a:pt x="21336" y="20443"/>
                  <a:pt x="22688" y="18922"/>
                </a:cubicBezTo>
                <a:cubicBezTo>
                  <a:pt x="24420" y="16894"/>
                  <a:pt x="25391" y="14275"/>
                  <a:pt x="25391" y="11613"/>
                </a:cubicBezTo>
                <a:cubicBezTo>
                  <a:pt x="25352" y="5180"/>
                  <a:pt x="19709" y="1"/>
                  <a:pt x="1280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78" name="Google Shape;107;p14"/>
          <p:cNvSpPr/>
          <p:nvPr/>
        </p:nvSpPr>
        <p:spPr>
          <a:xfrm>
            <a:off x="9244080" y="3724920"/>
            <a:ext cx="308160" cy="924120"/>
          </a:xfrm>
          <a:custGeom>
            <a:avLst/>
            <a:gdLst>
              <a:gd name="textAreaLeft" fmla="*/ 0 w 308160"/>
              <a:gd name="textAreaRight" fmla="*/ 308520 w 308160"/>
              <a:gd name="textAreaTop" fmla="*/ 0 h 924120"/>
              <a:gd name="textAreaBottom" fmla="*/ 924480 h 924120"/>
            </a:gdLst>
            <a:ahLst/>
            <a:cxnLst/>
            <a:rect l="textAreaLeft" t="textAreaTop" r="textAreaRight" b="textAreaBottom"/>
            <a:pathLst>
              <a:path w="10366" h="31064">
                <a:moveTo>
                  <a:pt x="4902" y="1"/>
                </a:moveTo>
                <a:cubicBezTo>
                  <a:pt x="4542" y="1"/>
                  <a:pt x="4183" y="243"/>
                  <a:pt x="4226" y="729"/>
                </a:cubicBezTo>
                <a:lnTo>
                  <a:pt x="4226" y="6855"/>
                </a:lnTo>
                <a:lnTo>
                  <a:pt x="1226" y="2757"/>
                </a:lnTo>
                <a:cubicBezTo>
                  <a:pt x="1100" y="2582"/>
                  <a:pt x="900" y="2480"/>
                  <a:pt x="697" y="2480"/>
                </a:cubicBezTo>
                <a:cubicBezTo>
                  <a:pt x="557" y="2480"/>
                  <a:pt x="417" y="2528"/>
                  <a:pt x="296" y="2630"/>
                </a:cubicBezTo>
                <a:cubicBezTo>
                  <a:pt x="43" y="2842"/>
                  <a:pt x="1" y="3264"/>
                  <a:pt x="212" y="3518"/>
                </a:cubicBezTo>
                <a:lnTo>
                  <a:pt x="4057" y="8799"/>
                </a:lnTo>
                <a:cubicBezTo>
                  <a:pt x="4141" y="8883"/>
                  <a:pt x="4226" y="8968"/>
                  <a:pt x="4310" y="9010"/>
                </a:cubicBezTo>
                <a:lnTo>
                  <a:pt x="4395" y="30430"/>
                </a:lnTo>
                <a:cubicBezTo>
                  <a:pt x="4437" y="30852"/>
                  <a:pt x="4754" y="31063"/>
                  <a:pt x="5071" y="31063"/>
                </a:cubicBezTo>
                <a:cubicBezTo>
                  <a:pt x="5387" y="31063"/>
                  <a:pt x="5704" y="30852"/>
                  <a:pt x="5746" y="30430"/>
                </a:cubicBezTo>
                <a:lnTo>
                  <a:pt x="5662" y="14206"/>
                </a:lnTo>
                <a:lnTo>
                  <a:pt x="9929" y="9094"/>
                </a:lnTo>
                <a:cubicBezTo>
                  <a:pt x="10366" y="8564"/>
                  <a:pt x="9904" y="7941"/>
                  <a:pt x="9394" y="7941"/>
                </a:cubicBezTo>
                <a:cubicBezTo>
                  <a:pt x="9214" y="7941"/>
                  <a:pt x="9027" y="8019"/>
                  <a:pt x="8873" y="8207"/>
                </a:cubicBezTo>
                <a:lnTo>
                  <a:pt x="5662" y="12094"/>
                </a:lnTo>
                <a:lnTo>
                  <a:pt x="5577" y="729"/>
                </a:lnTo>
                <a:cubicBezTo>
                  <a:pt x="5620" y="243"/>
                  <a:pt x="5261" y="1"/>
                  <a:pt x="490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79" name="Google Shape;108;p14"/>
          <p:cNvSpPr/>
          <p:nvPr/>
        </p:nvSpPr>
        <p:spPr>
          <a:xfrm>
            <a:off x="4232880" y="3146760"/>
            <a:ext cx="859680" cy="1112400"/>
          </a:xfrm>
          <a:custGeom>
            <a:avLst/>
            <a:gdLst>
              <a:gd name="textAreaLeft" fmla="*/ 0 w 859680"/>
              <a:gd name="textAreaRight" fmla="*/ 860040 w 859680"/>
              <a:gd name="textAreaTop" fmla="*/ 0 h 1112400"/>
              <a:gd name="textAreaBottom" fmla="*/ 1112760 h 1112400"/>
            </a:gdLst>
            <a:ahLst/>
            <a:cxnLst/>
            <a:rect l="textAreaLeft" t="textAreaTop" r="textAreaRight" b="textAreaBottom"/>
            <a:pathLst>
              <a:path w="28899" h="37399">
                <a:moveTo>
                  <a:pt x="14304" y="0"/>
                </a:moveTo>
                <a:cubicBezTo>
                  <a:pt x="6444" y="0"/>
                  <a:pt x="40" y="5896"/>
                  <a:pt x="1" y="13189"/>
                </a:cubicBezTo>
                <a:cubicBezTo>
                  <a:pt x="1" y="16231"/>
                  <a:pt x="1099" y="19189"/>
                  <a:pt x="3085" y="21470"/>
                </a:cubicBezTo>
                <a:cubicBezTo>
                  <a:pt x="4606" y="23202"/>
                  <a:pt x="5324" y="25484"/>
                  <a:pt x="5028" y="27765"/>
                </a:cubicBezTo>
                <a:cubicBezTo>
                  <a:pt x="4986" y="28187"/>
                  <a:pt x="4944" y="28610"/>
                  <a:pt x="4986" y="29032"/>
                </a:cubicBezTo>
                <a:cubicBezTo>
                  <a:pt x="5070" y="33670"/>
                  <a:pt x="9202" y="37399"/>
                  <a:pt x="14157" y="37399"/>
                </a:cubicBezTo>
                <a:cubicBezTo>
                  <a:pt x="14212" y="37399"/>
                  <a:pt x="14267" y="37398"/>
                  <a:pt x="14323" y="37398"/>
                </a:cubicBezTo>
                <a:cubicBezTo>
                  <a:pt x="19350" y="37313"/>
                  <a:pt x="23406" y="33553"/>
                  <a:pt x="23406" y="28863"/>
                </a:cubicBezTo>
                <a:lnTo>
                  <a:pt x="23406" y="28356"/>
                </a:lnTo>
                <a:cubicBezTo>
                  <a:pt x="23237" y="25779"/>
                  <a:pt x="24082" y="23202"/>
                  <a:pt x="25687" y="21217"/>
                </a:cubicBezTo>
                <a:cubicBezTo>
                  <a:pt x="27884" y="18555"/>
                  <a:pt x="28898" y="15133"/>
                  <a:pt x="28476" y="11711"/>
                </a:cubicBezTo>
                <a:cubicBezTo>
                  <a:pt x="27758" y="5627"/>
                  <a:pt x="22519" y="769"/>
                  <a:pt x="16013" y="93"/>
                </a:cubicBezTo>
                <a:cubicBezTo>
                  <a:pt x="15437" y="30"/>
                  <a:pt x="14867" y="0"/>
                  <a:pt x="1430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80" name="Google Shape;109;p14"/>
          <p:cNvSpPr/>
          <p:nvPr/>
        </p:nvSpPr>
        <p:spPr>
          <a:xfrm>
            <a:off x="4473360" y="3572280"/>
            <a:ext cx="352440" cy="1054080"/>
          </a:xfrm>
          <a:custGeom>
            <a:avLst/>
            <a:gdLst>
              <a:gd name="textAreaLeft" fmla="*/ 0 w 352440"/>
              <a:gd name="textAreaRight" fmla="*/ 352800 w 352440"/>
              <a:gd name="textAreaTop" fmla="*/ 0 h 1054080"/>
              <a:gd name="textAreaBottom" fmla="*/ 1054440 h 1054080"/>
            </a:gdLst>
            <a:ahLst/>
            <a:cxnLst/>
            <a:rect l="textAreaLeft" t="textAreaTop" r="textAreaRight" b="textAreaBottom"/>
            <a:pathLst>
              <a:path w="11854" h="35437">
                <a:moveTo>
                  <a:pt x="6251" y="1"/>
                </a:moveTo>
                <a:cubicBezTo>
                  <a:pt x="5844" y="1"/>
                  <a:pt x="5432" y="276"/>
                  <a:pt x="5474" y="825"/>
                </a:cubicBezTo>
                <a:lnTo>
                  <a:pt x="5432" y="13753"/>
                </a:lnTo>
                <a:lnTo>
                  <a:pt x="1714" y="9317"/>
                </a:lnTo>
                <a:cubicBezTo>
                  <a:pt x="1549" y="9096"/>
                  <a:pt x="1341" y="9005"/>
                  <a:pt x="1136" y="9005"/>
                </a:cubicBezTo>
                <a:cubicBezTo>
                  <a:pt x="555" y="9005"/>
                  <a:pt x="0" y="9737"/>
                  <a:pt x="531" y="10331"/>
                </a:cubicBezTo>
                <a:lnTo>
                  <a:pt x="5390" y="16119"/>
                </a:lnTo>
                <a:lnTo>
                  <a:pt x="5305" y="34581"/>
                </a:lnTo>
                <a:cubicBezTo>
                  <a:pt x="5263" y="35151"/>
                  <a:pt x="5664" y="35436"/>
                  <a:pt x="6066" y="35436"/>
                </a:cubicBezTo>
                <a:cubicBezTo>
                  <a:pt x="6467" y="35436"/>
                  <a:pt x="6868" y="35151"/>
                  <a:pt x="6826" y="34581"/>
                </a:cubicBezTo>
                <a:lnTo>
                  <a:pt x="6953" y="10246"/>
                </a:lnTo>
                <a:cubicBezTo>
                  <a:pt x="7037" y="10162"/>
                  <a:pt x="7164" y="10119"/>
                  <a:pt x="7206" y="9993"/>
                </a:cubicBezTo>
                <a:lnTo>
                  <a:pt x="11600" y="4036"/>
                </a:lnTo>
                <a:cubicBezTo>
                  <a:pt x="11854" y="3698"/>
                  <a:pt x="11811" y="3191"/>
                  <a:pt x="11473" y="2979"/>
                </a:cubicBezTo>
                <a:cubicBezTo>
                  <a:pt x="11336" y="2877"/>
                  <a:pt x="11178" y="2829"/>
                  <a:pt x="11022" y="2829"/>
                </a:cubicBezTo>
                <a:cubicBezTo>
                  <a:pt x="10793" y="2829"/>
                  <a:pt x="10568" y="2931"/>
                  <a:pt x="10417" y="3106"/>
                </a:cubicBezTo>
                <a:lnTo>
                  <a:pt x="6995" y="7796"/>
                </a:lnTo>
                <a:lnTo>
                  <a:pt x="6995" y="825"/>
                </a:lnTo>
                <a:cubicBezTo>
                  <a:pt x="7059" y="276"/>
                  <a:pt x="6657" y="1"/>
                  <a:pt x="625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81" name="Google Shape;110;p14"/>
          <p:cNvSpPr/>
          <p:nvPr/>
        </p:nvSpPr>
        <p:spPr>
          <a:xfrm>
            <a:off x="4838760" y="2563200"/>
            <a:ext cx="1038240" cy="1346760"/>
          </a:xfrm>
          <a:custGeom>
            <a:avLst/>
            <a:gdLst>
              <a:gd name="textAreaLeft" fmla="*/ 0 w 1038240"/>
              <a:gd name="textAreaRight" fmla="*/ 1038600 w 1038240"/>
              <a:gd name="textAreaTop" fmla="*/ 0 h 1346760"/>
              <a:gd name="textAreaBottom" fmla="*/ 1347120 h 1346760"/>
            </a:gdLst>
            <a:ahLst/>
            <a:cxnLst/>
            <a:rect l="textAreaLeft" t="textAreaTop" r="textAreaRight" b="textAreaBottom"/>
            <a:pathLst>
              <a:path w="34897" h="45264">
                <a:moveTo>
                  <a:pt x="17276" y="0"/>
                </a:moveTo>
                <a:cubicBezTo>
                  <a:pt x="7751" y="0"/>
                  <a:pt x="0" y="7161"/>
                  <a:pt x="0" y="16027"/>
                </a:cubicBezTo>
                <a:cubicBezTo>
                  <a:pt x="0" y="19703"/>
                  <a:pt x="1310" y="23294"/>
                  <a:pt x="3760" y="26082"/>
                </a:cubicBezTo>
                <a:cubicBezTo>
                  <a:pt x="5619" y="28152"/>
                  <a:pt x="6464" y="30898"/>
                  <a:pt x="6168" y="33687"/>
                </a:cubicBezTo>
                <a:cubicBezTo>
                  <a:pt x="6084" y="34194"/>
                  <a:pt x="6084" y="34701"/>
                  <a:pt x="6084" y="35208"/>
                </a:cubicBezTo>
                <a:cubicBezTo>
                  <a:pt x="6251" y="40775"/>
                  <a:pt x="11271" y="45264"/>
                  <a:pt x="17281" y="45264"/>
                </a:cubicBezTo>
                <a:cubicBezTo>
                  <a:pt x="17337" y="45264"/>
                  <a:pt x="17393" y="45263"/>
                  <a:pt x="17449" y="45263"/>
                </a:cubicBezTo>
                <a:cubicBezTo>
                  <a:pt x="23490" y="45136"/>
                  <a:pt x="28391" y="40573"/>
                  <a:pt x="28391" y="34912"/>
                </a:cubicBezTo>
                <a:lnTo>
                  <a:pt x="28391" y="34236"/>
                </a:lnTo>
                <a:cubicBezTo>
                  <a:pt x="28180" y="31109"/>
                  <a:pt x="29151" y="28025"/>
                  <a:pt x="31095" y="25617"/>
                </a:cubicBezTo>
                <a:cubicBezTo>
                  <a:pt x="33714" y="22364"/>
                  <a:pt x="34897" y="18224"/>
                  <a:pt x="34390" y="14084"/>
                </a:cubicBezTo>
                <a:cubicBezTo>
                  <a:pt x="33460" y="6775"/>
                  <a:pt x="27166" y="944"/>
                  <a:pt x="19223" y="99"/>
                </a:cubicBezTo>
                <a:cubicBezTo>
                  <a:pt x="18567" y="33"/>
                  <a:pt x="17917" y="0"/>
                  <a:pt x="17276"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82" name="Google Shape;111;p14"/>
          <p:cNvSpPr/>
          <p:nvPr/>
        </p:nvSpPr>
        <p:spPr>
          <a:xfrm>
            <a:off x="5148360" y="3079080"/>
            <a:ext cx="408960" cy="1545840"/>
          </a:xfrm>
          <a:custGeom>
            <a:avLst/>
            <a:gdLst>
              <a:gd name="textAreaLeft" fmla="*/ 0 w 408960"/>
              <a:gd name="textAreaRight" fmla="*/ 409320 w 408960"/>
              <a:gd name="textAreaTop" fmla="*/ 0 h 1545840"/>
              <a:gd name="textAreaBottom" fmla="*/ 1546200 h 1545840"/>
            </a:gdLst>
            <a:ahLst/>
            <a:cxnLst/>
            <a:rect l="textAreaLeft" t="textAreaTop" r="textAreaRight" b="textAreaBottom"/>
            <a:pathLst>
              <a:path w="13756" h="51966">
                <a:moveTo>
                  <a:pt x="6954" y="1"/>
                </a:moveTo>
                <a:cubicBezTo>
                  <a:pt x="6574" y="1"/>
                  <a:pt x="6320" y="296"/>
                  <a:pt x="6320" y="634"/>
                </a:cubicBezTo>
                <a:lnTo>
                  <a:pt x="6320" y="9887"/>
                </a:lnTo>
                <a:lnTo>
                  <a:pt x="1673" y="3549"/>
                </a:lnTo>
                <a:cubicBezTo>
                  <a:pt x="1543" y="3336"/>
                  <a:pt x="1360" y="3249"/>
                  <a:pt x="1176" y="3249"/>
                </a:cubicBezTo>
                <a:cubicBezTo>
                  <a:pt x="705" y="3249"/>
                  <a:pt x="233" y="3823"/>
                  <a:pt x="659" y="4310"/>
                </a:cubicBezTo>
                <a:lnTo>
                  <a:pt x="5940" y="11577"/>
                </a:lnTo>
                <a:cubicBezTo>
                  <a:pt x="6025" y="11703"/>
                  <a:pt x="6151" y="11788"/>
                  <a:pt x="6320" y="11830"/>
                </a:cubicBezTo>
                <a:lnTo>
                  <a:pt x="6320" y="17069"/>
                </a:lnTo>
                <a:lnTo>
                  <a:pt x="1293" y="11112"/>
                </a:lnTo>
                <a:cubicBezTo>
                  <a:pt x="1160" y="10979"/>
                  <a:pt x="1010" y="10923"/>
                  <a:pt x="865" y="10923"/>
                </a:cubicBezTo>
                <a:cubicBezTo>
                  <a:pt x="409" y="10923"/>
                  <a:pt x="1" y="11476"/>
                  <a:pt x="321" y="11957"/>
                </a:cubicBezTo>
                <a:lnTo>
                  <a:pt x="6320" y="19012"/>
                </a:lnTo>
                <a:lnTo>
                  <a:pt x="6320" y="51332"/>
                </a:lnTo>
                <a:cubicBezTo>
                  <a:pt x="6278" y="51670"/>
                  <a:pt x="6574" y="51966"/>
                  <a:pt x="6954" y="51966"/>
                </a:cubicBezTo>
                <a:cubicBezTo>
                  <a:pt x="7292" y="51966"/>
                  <a:pt x="7546" y="51670"/>
                  <a:pt x="7546" y="51332"/>
                </a:cubicBezTo>
                <a:lnTo>
                  <a:pt x="7546" y="19012"/>
                </a:lnTo>
                <a:lnTo>
                  <a:pt x="13545" y="11915"/>
                </a:lnTo>
                <a:cubicBezTo>
                  <a:pt x="13756" y="11661"/>
                  <a:pt x="13714" y="11281"/>
                  <a:pt x="13460" y="11027"/>
                </a:cubicBezTo>
                <a:cubicBezTo>
                  <a:pt x="13351" y="10936"/>
                  <a:pt x="13210" y="10892"/>
                  <a:pt x="13068" y="10892"/>
                </a:cubicBezTo>
                <a:cubicBezTo>
                  <a:pt x="12881" y="10892"/>
                  <a:pt x="12693" y="10968"/>
                  <a:pt x="12573" y="11112"/>
                </a:cubicBezTo>
                <a:lnTo>
                  <a:pt x="7588" y="17069"/>
                </a:lnTo>
                <a:lnTo>
                  <a:pt x="7588" y="11788"/>
                </a:lnTo>
                <a:cubicBezTo>
                  <a:pt x="7715" y="11788"/>
                  <a:pt x="7841" y="11703"/>
                  <a:pt x="7926" y="11577"/>
                </a:cubicBezTo>
                <a:lnTo>
                  <a:pt x="13207" y="4310"/>
                </a:lnTo>
                <a:cubicBezTo>
                  <a:pt x="13515" y="3816"/>
                  <a:pt x="13103" y="3323"/>
                  <a:pt x="12660" y="3323"/>
                </a:cubicBezTo>
                <a:cubicBezTo>
                  <a:pt x="12497" y="3323"/>
                  <a:pt x="12330" y="3390"/>
                  <a:pt x="12193" y="3549"/>
                </a:cubicBezTo>
                <a:lnTo>
                  <a:pt x="7588" y="9887"/>
                </a:lnTo>
                <a:lnTo>
                  <a:pt x="7588" y="634"/>
                </a:lnTo>
                <a:cubicBezTo>
                  <a:pt x="7588" y="296"/>
                  <a:pt x="7292" y="1"/>
                  <a:pt x="695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83" name="Google Shape;112;p14"/>
          <p:cNvSpPr/>
          <p:nvPr/>
        </p:nvSpPr>
        <p:spPr>
          <a:xfrm>
            <a:off x="5360400" y="2865240"/>
            <a:ext cx="1982160" cy="667080"/>
          </a:xfrm>
          <a:custGeom>
            <a:avLst/>
            <a:gdLst>
              <a:gd name="textAreaLeft" fmla="*/ 0 w 1982160"/>
              <a:gd name="textAreaRight" fmla="*/ 1982520 w 1982160"/>
              <a:gd name="textAreaTop" fmla="*/ 0 h 667080"/>
              <a:gd name="textAreaBottom" fmla="*/ 667440 h 667080"/>
            </a:gdLst>
            <a:ahLst/>
            <a:cxnLst/>
            <a:rect l="textAreaLeft" t="textAreaTop" r="textAreaRight" b="textAreaBottom"/>
            <a:pathLst>
              <a:path w="66625" h="22435">
                <a:moveTo>
                  <a:pt x="21462" y="0"/>
                </a:moveTo>
                <a:lnTo>
                  <a:pt x="0" y="22434"/>
                </a:lnTo>
                <a:lnTo>
                  <a:pt x="44825" y="22434"/>
                </a:lnTo>
                <a:lnTo>
                  <a:pt x="66625"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84" name="Google Shape;113;p14"/>
          <p:cNvSpPr/>
          <p:nvPr/>
        </p:nvSpPr>
        <p:spPr>
          <a:xfrm>
            <a:off x="6694200" y="2862720"/>
            <a:ext cx="1361160" cy="784080"/>
          </a:xfrm>
          <a:custGeom>
            <a:avLst/>
            <a:gdLst>
              <a:gd name="textAreaLeft" fmla="*/ 0 w 1361160"/>
              <a:gd name="textAreaRight" fmla="*/ 1361520 w 1361160"/>
              <a:gd name="textAreaTop" fmla="*/ 0 h 784080"/>
              <a:gd name="textAreaBottom" fmla="*/ 784440 h 784080"/>
            </a:gdLst>
            <a:ahLst/>
            <a:cxnLst/>
            <a:rect l="textAreaLeft" t="textAreaTop" r="textAreaRight" b="textAreaBottom"/>
            <a:pathLst>
              <a:path w="45755" h="26364">
                <a:moveTo>
                  <a:pt x="21927" y="1"/>
                </a:moveTo>
                <a:lnTo>
                  <a:pt x="21800" y="85"/>
                </a:lnTo>
                <a:lnTo>
                  <a:pt x="0" y="22519"/>
                </a:lnTo>
                <a:lnTo>
                  <a:pt x="3845" y="26364"/>
                </a:lnTo>
                <a:lnTo>
                  <a:pt x="23617" y="7437"/>
                </a:lnTo>
                <a:lnTo>
                  <a:pt x="42501" y="26364"/>
                </a:lnTo>
                <a:lnTo>
                  <a:pt x="45755" y="23111"/>
                </a:lnTo>
                <a:lnTo>
                  <a:pt x="21927"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85" name="Google Shape;114;p14"/>
          <p:cNvSpPr/>
          <p:nvPr/>
        </p:nvSpPr>
        <p:spPr>
          <a:xfrm>
            <a:off x="5345280" y="3532680"/>
            <a:ext cx="1463040" cy="114120"/>
          </a:xfrm>
          <a:custGeom>
            <a:avLst/>
            <a:gdLst>
              <a:gd name="textAreaLeft" fmla="*/ 0 w 1463040"/>
              <a:gd name="textAreaRight" fmla="*/ 1463400 w 1463040"/>
              <a:gd name="textAreaTop" fmla="*/ 0 h 114120"/>
              <a:gd name="textAreaBottom" fmla="*/ 114480 h 114120"/>
            </a:gdLst>
            <a:ahLst/>
            <a:cxnLst/>
            <a:rect l="textAreaLeft" t="textAreaTop" r="textAreaRight" b="textAreaBottom"/>
            <a:pathLst>
              <a:path w="49177" h="3845">
                <a:moveTo>
                  <a:pt x="0" y="0"/>
                </a:moveTo>
                <a:lnTo>
                  <a:pt x="3338" y="3845"/>
                </a:lnTo>
                <a:lnTo>
                  <a:pt x="49177" y="3845"/>
                </a:lnTo>
                <a:lnTo>
                  <a:pt x="45332"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57240" bIns="572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86" name="Google Shape;115;p14"/>
          <p:cNvSpPr/>
          <p:nvPr/>
        </p:nvSpPr>
        <p:spPr>
          <a:xfrm>
            <a:off x="6801120" y="3079080"/>
            <a:ext cx="1142280" cy="1469160"/>
          </a:xfrm>
          <a:custGeom>
            <a:avLst/>
            <a:gdLst>
              <a:gd name="textAreaLeft" fmla="*/ 0 w 1142280"/>
              <a:gd name="textAreaRight" fmla="*/ 1142640 w 1142280"/>
              <a:gd name="textAreaTop" fmla="*/ 0 h 1469160"/>
              <a:gd name="textAreaBottom" fmla="*/ 1469520 h 1469160"/>
            </a:gdLst>
            <a:ahLst/>
            <a:cxnLst/>
            <a:rect l="textAreaLeft" t="textAreaTop" r="textAreaRight" b="textAreaBottom"/>
            <a:pathLst>
              <a:path w="38404" h="49389">
                <a:moveTo>
                  <a:pt x="19857" y="1"/>
                </a:moveTo>
                <a:lnTo>
                  <a:pt x="254" y="18590"/>
                </a:lnTo>
                <a:lnTo>
                  <a:pt x="0" y="19054"/>
                </a:lnTo>
                <a:lnTo>
                  <a:pt x="0" y="49389"/>
                </a:lnTo>
                <a:lnTo>
                  <a:pt x="38403" y="49135"/>
                </a:lnTo>
                <a:lnTo>
                  <a:pt x="38403" y="18843"/>
                </a:lnTo>
                <a:lnTo>
                  <a:pt x="38403" y="18590"/>
                </a:lnTo>
                <a:lnTo>
                  <a:pt x="19857"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87" name="Google Shape;116;p14"/>
          <p:cNvSpPr/>
          <p:nvPr/>
        </p:nvSpPr>
        <p:spPr>
          <a:xfrm>
            <a:off x="7145640" y="3824280"/>
            <a:ext cx="261000" cy="163080"/>
          </a:xfrm>
          <a:custGeom>
            <a:avLst/>
            <a:gdLst>
              <a:gd name="textAreaLeft" fmla="*/ 0 w 261000"/>
              <a:gd name="textAreaRight" fmla="*/ 261360 w 261000"/>
              <a:gd name="textAreaTop" fmla="*/ 0 h 163080"/>
              <a:gd name="textAreaBottom" fmla="*/ 163440 h 163080"/>
            </a:gdLst>
            <a:ahLst/>
            <a:cxnLst/>
            <a:rect l="textAreaLeft" t="textAreaTop" r="textAreaRight" b="textAreaBottom"/>
            <a:pathLst>
              <a:path w="8788" h="5493">
                <a:moveTo>
                  <a:pt x="803" y="1"/>
                </a:moveTo>
                <a:cubicBezTo>
                  <a:pt x="338" y="1"/>
                  <a:pt x="0" y="339"/>
                  <a:pt x="0" y="803"/>
                </a:cubicBezTo>
                <a:lnTo>
                  <a:pt x="0" y="5493"/>
                </a:lnTo>
                <a:lnTo>
                  <a:pt x="8788" y="5493"/>
                </a:lnTo>
                <a:lnTo>
                  <a:pt x="8788" y="1"/>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81720" bIns="8172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88" name="Google Shape;117;p14"/>
          <p:cNvSpPr/>
          <p:nvPr/>
        </p:nvSpPr>
        <p:spPr>
          <a:xfrm>
            <a:off x="7145640" y="4053240"/>
            <a:ext cx="261000" cy="174600"/>
          </a:xfrm>
          <a:custGeom>
            <a:avLst/>
            <a:gdLst>
              <a:gd name="textAreaLeft" fmla="*/ 0 w 261000"/>
              <a:gd name="textAreaRight" fmla="*/ 261360 w 261000"/>
              <a:gd name="textAreaTop" fmla="*/ 0 h 174600"/>
              <a:gd name="textAreaBottom" fmla="*/ 174960 h 174600"/>
            </a:gdLst>
            <a:ahLst/>
            <a:cxnLst/>
            <a:rect l="textAreaLeft" t="textAreaTop" r="textAreaRight" b="textAreaBottom"/>
            <a:pathLst>
              <a:path w="8788" h="5874">
                <a:moveTo>
                  <a:pt x="0" y="1"/>
                </a:moveTo>
                <a:lnTo>
                  <a:pt x="0" y="5028"/>
                </a:lnTo>
                <a:cubicBezTo>
                  <a:pt x="0" y="5493"/>
                  <a:pt x="338" y="5831"/>
                  <a:pt x="803" y="5873"/>
                </a:cubicBezTo>
                <a:lnTo>
                  <a:pt x="8788" y="5873"/>
                </a:lnTo>
                <a:lnTo>
                  <a:pt x="8788" y="1"/>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89" name="Google Shape;118;p14"/>
          <p:cNvSpPr/>
          <p:nvPr/>
        </p:nvSpPr>
        <p:spPr>
          <a:xfrm>
            <a:off x="7472520" y="3824280"/>
            <a:ext cx="241200" cy="163080"/>
          </a:xfrm>
          <a:custGeom>
            <a:avLst/>
            <a:gdLst>
              <a:gd name="textAreaLeft" fmla="*/ 0 w 241200"/>
              <a:gd name="textAreaRight" fmla="*/ 241560 w 241200"/>
              <a:gd name="textAreaTop" fmla="*/ 0 h 163080"/>
              <a:gd name="textAreaBottom" fmla="*/ 163440 h 163080"/>
            </a:gdLst>
            <a:ahLst/>
            <a:cxnLst/>
            <a:rect l="textAreaLeft" t="textAreaTop" r="textAreaRight" b="textAreaBottom"/>
            <a:pathLst>
              <a:path w="8113" h="5493">
                <a:moveTo>
                  <a:pt x="0" y="1"/>
                </a:moveTo>
                <a:lnTo>
                  <a:pt x="0" y="5493"/>
                </a:lnTo>
                <a:lnTo>
                  <a:pt x="8112" y="5493"/>
                </a:lnTo>
                <a:lnTo>
                  <a:pt x="8112" y="803"/>
                </a:lnTo>
                <a:cubicBezTo>
                  <a:pt x="8112" y="339"/>
                  <a:pt x="7732" y="1"/>
                  <a:pt x="7267"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81720" bIns="8172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90" name="Google Shape;119;p14"/>
          <p:cNvSpPr/>
          <p:nvPr/>
        </p:nvSpPr>
        <p:spPr>
          <a:xfrm>
            <a:off x="7472520" y="4053240"/>
            <a:ext cx="241200" cy="173160"/>
          </a:xfrm>
          <a:custGeom>
            <a:avLst/>
            <a:gdLst>
              <a:gd name="textAreaLeft" fmla="*/ 0 w 241200"/>
              <a:gd name="textAreaRight" fmla="*/ 241560 w 241200"/>
              <a:gd name="textAreaTop" fmla="*/ 0 h 173160"/>
              <a:gd name="textAreaBottom" fmla="*/ 173520 h 173160"/>
            </a:gdLst>
            <a:ahLst/>
            <a:cxnLst/>
            <a:rect l="textAreaLeft" t="textAreaTop" r="textAreaRight" b="textAreaBottom"/>
            <a:pathLst>
              <a:path w="8113" h="5832">
                <a:moveTo>
                  <a:pt x="0" y="1"/>
                </a:moveTo>
                <a:lnTo>
                  <a:pt x="0" y="5831"/>
                </a:lnTo>
                <a:lnTo>
                  <a:pt x="7267" y="5831"/>
                </a:lnTo>
                <a:cubicBezTo>
                  <a:pt x="7732" y="5831"/>
                  <a:pt x="8112" y="5493"/>
                  <a:pt x="8112" y="5028"/>
                </a:cubicBezTo>
                <a:lnTo>
                  <a:pt x="8112" y="1"/>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86760" bIns="867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91" name="Google Shape;120;p14"/>
          <p:cNvSpPr/>
          <p:nvPr/>
        </p:nvSpPr>
        <p:spPr>
          <a:xfrm>
            <a:off x="5452200" y="3639600"/>
            <a:ext cx="1348560" cy="908640"/>
          </a:xfrm>
          <a:custGeom>
            <a:avLst/>
            <a:gdLst>
              <a:gd name="textAreaLeft" fmla="*/ 0 w 1348560"/>
              <a:gd name="textAreaRight" fmla="*/ 1348920 w 1348560"/>
              <a:gd name="textAreaTop" fmla="*/ 0 h 908640"/>
              <a:gd name="textAreaBottom" fmla="*/ 909000 h 908640"/>
            </a:gdLst>
            <a:ahLst/>
            <a:cxnLst/>
            <a:rect l="textAreaLeft" t="textAreaTop" r="textAreaRight" b="textAreaBottom"/>
            <a:pathLst>
              <a:path w="45333" h="30546">
                <a:moveTo>
                  <a:pt x="0" y="0"/>
                </a:moveTo>
                <a:lnTo>
                  <a:pt x="0" y="30546"/>
                </a:lnTo>
                <a:lnTo>
                  <a:pt x="45332" y="30546"/>
                </a:lnTo>
                <a:lnTo>
                  <a:pt x="45332"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92" name="Google Shape;121;p14"/>
          <p:cNvSpPr/>
          <p:nvPr/>
        </p:nvSpPr>
        <p:spPr>
          <a:xfrm>
            <a:off x="5978880" y="3972600"/>
            <a:ext cx="270000" cy="568080"/>
          </a:xfrm>
          <a:custGeom>
            <a:avLst/>
            <a:gdLst>
              <a:gd name="textAreaLeft" fmla="*/ 0 w 270000"/>
              <a:gd name="textAreaRight" fmla="*/ 270360 w 270000"/>
              <a:gd name="textAreaTop" fmla="*/ 0 h 568080"/>
              <a:gd name="textAreaBottom" fmla="*/ 568440 h 568080"/>
            </a:gdLst>
            <a:ahLst/>
            <a:cxnLst/>
            <a:rect l="textAreaLeft" t="textAreaTop" r="textAreaRight" b="textAreaBottom"/>
            <a:pathLst>
              <a:path w="9085" h="19098">
                <a:moveTo>
                  <a:pt x="1015" y="1"/>
                </a:moveTo>
                <a:cubicBezTo>
                  <a:pt x="466" y="1"/>
                  <a:pt x="1" y="466"/>
                  <a:pt x="1" y="1015"/>
                </a:cubicBezTo>
                <a:lnTo>
                  <a:pt x="1" y="19097"/>
                </a:lnTo>
                <a:lnTo>
                  <a:pt x="9084" y="19097"/>
                </a:lnTo>
                <a:lnTo>
                  <a:pt x="9084" y="1015"/>
                </a:lnTo>
                <a:cubicBezTo>
                  <a:pt x="9084" y="466"/>
                  <a:pt x="8620" y="1"/>
                  <a:pt x="8070"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93" name="Google Shape;122;p14"/>
          <p:cNvSpPr/>
          <p:nvPr/>
        </p:nvSpPr>
        <p:spPr>
          <a:xfrm>
            <a:off x="6519600" y="3976560"/>
            <a:ext cx="114120" cy="93960"/>
          </a:xfrm>
          <a:custGeom>
            <a:avLst/>
            <a:gdLst>
              <a:gd name="textAreaLeft" fmla="*/ 0 w 114120"/>
              <a:gd name="textAreaRight" fmla="*/ 114480 w 114120"/>
              <a:gd name="textAreaTop" fmla="*/ 0 h 93960"/>
              <a:gd name="textAreaBottom" fmla="*/ 94320 h 93960"/>
            </a:gdLst>
            <a:ahLst/>
            <a:cxnLst/>
            <a:rect l="textAreaLeft" t="textAreaTop" r="textAreaRight" b="textAreaBottom"/>
            <a:pathLst>
              <a:path w="3846" h="3170">
                <a:moveTo>
                  <a:pt x="1" y="1"/>
                </a:moveTo>
                <a:lnTo>
                  <a:pt x="1" y="3169"/>
                </a:lnTo>
                <a:lnTo>
                  <a:pt x="3845" y="3127"/>
                </a:lnTo>
                <a:lnTo>
                  <a:pt x="3845" y="381"/>
                </a:lnTo>
                <a:cubicBezTo>
                  <a:pt x="3845" y="170"/>
                  <a:pt x="3718" y="1"/>
                  <a:pt x="3507"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94" name="Google Shape;123;p14"/>
          <p:cNvSpPr/>
          <p:nvPr/>
        </p:nvSpPr>
        <p:spPr>
          <a:xfrm>
            <a:off x="6378840" y="3976560"/>
            <a:ext cx="115200" cy="92880"/>
          </a:xfrm>
          <a:custGeom>
            <a:avLst/>
            <a:gdLst>
              <a:gd name="textAreaLeft" fmla="*/ 0 w 115200"/>
              <a:gd name="textAreaRight" fmla="*/ 115560 w 115200"/>
              <a:gd name="textAreaTop" fmla="*/ 0 h 92880"/>
              <a:gd name="textAreaBottom" fmla="*/ 93240 h 92880"/>
            </a:gdLst>
            <a:ahLst/>
            <a:cxnLst/>
            <a:rect l="textAreaLeft" t="textAreaTop" r="textAreaRight" b="textAreaBottom"/>
            <a:pathLst>
              <a:path w="3888" h="3128">
                <a:moveTo>
                  <a:pt x="381" y="1"/>
                </a:moveTo>
                <a:cubicBezTo>
                  <a:pt x="170" y="1"/>
                  <a:pt x="1" y="170"/>
                  <a:pt x="1" y="339"/>
                </a:cubicBezTo>
                <a:lnTo>
                  <a:pt x="1" y="3127"/>
                </a:lnTo>
                <a:lnTo>
                  <a:pt x="3888" y="3127"/>
                </a:lnTo>
                <a:lnTo>
                  <a:pt x="3888" y="1"/>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6440" bIns="46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95" name="Google Shape;124;p14"/>
          <p:cNvSpPr/>
          <p:nvPr/>
        </p:nvSpPr>
        <p:spPr>
          <a:xfrm>
            <a:off x="6378840" y="4094640"/>
            <a:ext cx="115200" cy="93960"/>
          </a:xfrm>
          <a:custGeom>
            <a:avLst/>
            <a:gdLst>
              <a:gd name="textAreaLeft" fmla="*/ 0 w 115200"/>
              <a:gd name="textAreaRight" fmla="*/ 115560 w 115200"/>
              <a:gd name="textAreaTop" fmla="*/ 0 h 93960"/>
              <a:gd name="textAreaBottom" fmla="*/ 94320 h 93960"/>
            </a:gdLst>
            <a:ahLst/>
            <a:cxnLst/>
            <a:rect l="textAreaLeft" t="textAreaTop" r="textAreaRight" b="textAreaBottom"/>
            <a:pathLst>
              <a:path w="3888" h="3169">
                <a:moveTo>
                  <a:pt x="3888" y="0"/>
                </a:moveTo>
                <a:lnTo>
                  <a:pt x="1" y="42"/>
                </a:lnTo>
                <a:lnTo>
                  <a:pt x="1" y="2831"/>
                </a:lnTo>
                <a:cubicBezTo>
                  <a:pt x="1" y="3000"/>
                  <a:pt x="170" y="3169"/>
                  <a:pt x="381" y="3169"/>
                </a:cubicBezTo>
                <a:lnTo>
                  <a:pt x="3888" y="3169"/>
                </a:lnTo>
                <a:lnTo>
                  <a:pt x="3888" y="0"/>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96" name="Google Shape;125;p14"/>
          <p:cNvSpPr/>
          <p:nvPr/>
        </p:nvSpPr>
        <p:spPr>
          <a:xfrm>
            <a:off x="6519600" y="4096080"/>
            <a:ext cx="114120" cy="92520"/>
          </a:xfrm>
          <a:custGeom>
            <a:avLst/>
            <a:gdLst>
              <a:gd name="textAreaLeft" fmla="*/ 0 w 114120"/>
              <a:gd name="textAreaRight" fmla="*/ 114480 w 114120"/>
              <a:gd name="textAreaTop" fmla="*/ 0 h 92520"/>
              <a:gd name="textAreaBottom" fmla="*/ 92880 h 92520"/>
            </a:gdLst>
            <a:ahLst/>
            <a:cxnLst/>
            <a:rect l="textAreaLeft" t="textAreaTop" r="textAreaRight" b="textAreaBottom"/>
            <a:pathLst>
              <a:path w="3846" h="3127">
                <a:moveTo>
                  <a:pt x="1" y="0"/>
                </a:moveTo>
                <a:lnTo>
                  <a:pt x="1" y="3127"/>
                </a:lnTo>
                <a:lnTo>
                  <a:pt x="3507" y="3127"/>
                </a:lnTo>
                <a:cubicBezTo>
                  <a:pt x="3718" y="3127"/>
                  <a:pt x="3845" y="2958"/>
                  <a:pt x="3845" y="2789"/>
                </a:cubicBezTo>
                <a:lnTo>
                  <a:pt x="3845" y="0"/>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6440" bIns="46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97" name="Google Shape;126;p14"/>
          <p:cNvSpPr/>
          <p:nvPr/>
        </p:nvSpPr>
        <p:spPr>
          <a:xfrm>
            <a:off x="5732640" y="3976560"/>
            <a:ext cx="115200" cy="93960"/>
          </a:xfrm>
          <a:custGeom>
            <a:avLst/>
            <a:gdLst>
              <a:gd name="textAreaLeft" fmla="*/ 0 w 115200"/>
              <a:gd name="textAreaRight" fmla="*/ 115560 w 115200"/>
              <a:gd name="textAreaTop" fmla="*/ 0 h 93960"/>
              <a:gd name="textAreaBottom" fmla="*/ 94320 h 93960"/>
            </a:gdLst>
            <a:ahLst/>
            <a:cxnLst/>
            <a:rect l="textAreaLeft" t="textAreaTop" r="textAreaRight" b="textAreaBottom"/>
            <a:pathLst>
              <a:path w="3888" h="3170">
                <a:moveTo>
                  <a:pt x="0" y="1"/>
                </a:moveTo>
                <a:lnTo>
                  <a:pt x="0" y="3169"/>
                </a:lnTo>
                <a:lnTo>
                  <a:pt x="3887" y="3127"/>
                </a:lnTo>
                <a:lnTo>
                  <a:pt x="3887" y="381"/>
                </a:lnTo>
                <a:cubicBezTo>
                  <a:pt x="3845" y="170"/>
                  <a:pt x="3718" y="1"/>
                  <a:pt x="3507"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98" name="Google Shape;127;p14"/>
          <p:cNvSpPr/>
          <p:nvPr/>
        </p:nvSpPr>
        <p:spPr>
          <a:xfrm>
            <a:off x="5732640" y="4096080"/>
            <a:ext cx="114120" cy="92520"/>
          </a:xfrm>
          <a:custGeom>
            <a:avLst/>
            <a:gdLst>
              <a:gd name="textAreaLeft" fmla="*/ 0 w 114120"/>
              <a:gd name="textAreaRight" fmla="*/ 114480 w 114120"/>
              <a:gd name="textAreaTop" fmla="*/ 0 h 92520"/>
              <a:gd name="textAreaBottom" fmla="*/ 92880 h 92520"/>
            </a:gdLst>
            <a:ahLst/>
            <a:cxnLst/>
            <a:rect l="textAreaLeft" t="textAreaTop" r="textAreaRight" b="textAreaBottom"/>
            <a:pathLst>
              <a:path w="3845" h="3127">
                <a:moveTo>
                  <a:pt x="0" y="0"/>
                </a:moveTo>
                <a:lnTo>
                  <a:pt x="0" y="3127"/>
                </a:lnTo>
                <a:lnTo>
                  <a:pt x="3507" y="3127"/>
                </a:lnTo>
                <a:cubicBezTo>
                  <a:pt x="3676" y="3127"/>
                  <a:pt x="3845" y="2958"/>
                  <a:pt x="3845" y="2789"/>
                </a:cubicBezTo>
                <a:lnTo>
                  <a:pt x="3845" y="0"/>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6440" bIns="46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99" name="Google Shape;128;p14"/>
          <p:cNvSpPr/>
          <p:nvPr/>
        </p:nvSpPr>
        <p:spPr>
          <a:xfrm>
            <a:off x="5591880" y="3976560"/>
            <a:ext cx="114120" cy="92880"/>
          </a:xfrm>
          <a:custGeom>
            <a:avLst/>
            <a:gdLst>
              <a:gd name="textAreaLeft" fmla="*/ 0 w 114120"/>
              <a:gd name="textAreaRight" fmla="*/ 114480 w 114120"/>
              <a:gd name="textAreaTop" fmla="*/ 0 h 92880"/>
              <a:gd name="textAreaBottom" fmla="*/ 93240 h 92880"/>
            </a:gdLst>
            <a:ahLst/>
            <a:cxnLst/>
            <a:rect l="textAreaLeft" t="textAreaTop" r="textAreaRight" b="textAreaBottom"/>
            <a:pathLst>
              <a:path w="3846" h="3128">
                <a:moveTo>
                  <a:pt x="381" y="1"/>
                </a:moveTo>
                <a:cubicBezTo>
                  <a:pt x="170" y="1"/>
                  <a:pt x="1" y="170"/>
                  <a:pt x="1" y="339"/>
                </a:cubicBezTo>
                <a:lnTo>
                  <a:pt x="1" y="3127"/>
                </a:lnTo>
                <a:lnTo>
                  <a:pt x="3845" y="3127"/>
                </a:lnTo>
                <a:lnTo>
                  <a:pt x="3845" y="1"/>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6440" bIns="46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00" name="Google Shape;129;p14"/>
          <p:cNvSpPr/>
          <p:nvPr/>
        </p:nvSpPr>
        <p:spPr>
          <a:xfrm>
            <a:off x="5591880" y="4094640"/>
            <a:ext cx="114120" cy="93960"/>
          </a:xfrm>
          <a:custGeom>
            <a:avLst/>
            <a:gdLst>
              <a:gd name="textAreaLeft" fmla="*/ 0 w 114120"/>
              <a:gd name="textAreaRight" fmla="*/ 114480 w 114120"/>
              <a:gd name="textAreaTop" fmla="*/ 0 h 93960"/>
              <a:gd name="textAreaBottom" fmla="*/ 94320 h 93960"/>
            </a:gdLst>
            <a:ahLst/>
            <a:cxnLst/>
            <a:rect l="textAreaLeft" t="textAreaTop" r="textAreaRight" b="textAreaBottom"/>
            <a:pathLst>
              <a:path w="3846" h="3169">
                <a:moveTo>
                  <a:pt x="3845" y="0"/>
                </a:moveTo>
                <a:lnTo>
                  <a:pt x="1" y="42"/>
                </a:lnTo>
                <a:lnTo>
                  <a:pt x="1" y="2831"/>
                </a:lnTo>
                <a:cubicBezTo>
                  <a:pt x="1" y="3000"/>
                  <a:pt x="170" y="3169"/>
                  <a:pt x="381" y="3169"/>
                </a:cubicBezTo>
                <a:lnTo>
                  <a:pt x="3845" y="3169"/>
                </a:lnTo>
                <a:lnTo>
                  <a:pt x="3845" y="0"/>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01" name="Google Shape;130;p14"/>
          <p:cNvSpPr/>
          <p:nvPr/>
        </p:nvSpPr>
        <p:spPr>
          <a:xfrm>
            <a:off x="4281840" y="4546080"/>
            <a:ext cx="4971960" cy="667080"/>
          </a:xfrm>
          <a:custGeom>
            <a:avLst/>
            <a:gdLst>
              <a:gd name="textAreaLeft" fmla="*/ 0 w 4971960"/>
              <a:gd name="textAreaRight" fmla="*/ 4972320 w 4971960"/>
              <a:gd name="textAreaTop" fmla="*/ 0 h 667080"/>
              <a:gd name="textAreaBottom" fmla="*/ 667440 h 667080"/>
            </a:gdLst>
            <a:ahLst/>
            <a:cxnLst/>
            <a:rect l="textAreaLeft" t="textAreaTop" r="textAreaRight" b="textAreaBottom"/>
            <a:pathLst>
              <a:path w="167091" h="20111">
                <a:moveTo>
                  <a:pt x="18547" y="0"/>
                </a:moveTo>
                <a:cubicBezTo>
                  <a:pt x="8323" y="0"/>
                  <a:pt x="0" y="8323"/>
                  <a:pt x="0" y="18589"/>
                </a:cubicBezTo>
                <a:lnTo>
                  <a:pt x="0" y="20110"/>
                </a:lnTo>
                <a:lnTo>
                  <a:pt x="167091" y="20110"/>
                </a:lnTo>
                <a:lnTo>
                  <a:pt x="167091" y="18589"/>
                </a:lnTo>
                <a:cubicBezTo>
                  <a:pt x="167091" y="8323"/>
                  <a:pt x="158768" y="0"/>
                  <a:pt x="148502"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02" name="Google Shape;131;p14"/>
          <p:cNvSpPr/>
          <p:nvPr/>
        </p:nvSpPr>
        <p:spPr>
          <a:xfrm>
            <a:off x="4945680" y="4939560"/>
            <a:ext cx="3542400" cy="425880"/>
          </a:xfrm>
          <a:custGeom>
            <a:avLst/>
            <a:gdLst>
              <a:gd name="textAreaLeft" fmla="*/ 0 w 3542400"/>
              <a:gd name="textAreaRight" fmla="*/ 3542760 w 3542400"/>
              <a:gd name="textAreaTop" fmla="*/ 0 h 425880"/>
              <a:gd name="textAreaBottom" fmla="*/ 426240 h 425880"/>
            </a:gdLst>
            <a:ahLst/>
            <a:cxnLst/>
            <a:rect l="textAreaLeft" t="textAreaTop" r="textAreaRight" b="textAreaBottom"/>
            <a:pathLst>
              <a:path w="119055" h="14323">
                <a:moveTo>
                  <a:pt x="13224" y="1"/>
                </a:moveTo>
                <a:cubicBezTo>
                  <a:pt x="5915" y="1"/>
                  <a:pt x="0" y="5915"/>
                  <a:pt x="0" y="13224"/>
                </a:cubicBezTo>
                <a:lnTo>
                  <a:pt x="0" y="14323"/>
                </a:lnTo>
                <a:lnTo>
                  <a:pt x="119055" y="14323"/>
                </a:lnTo>
                <a:lnTo>
                  <a:pt x="119055" y="13224"/>
                </a:lnTo>
                <a:cubicBezTo>
                  <a:pt x="119055" y="5915"/>
                  <a:pt x="113098" y="1"/>
                  <a:pt x="105789"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03" name="Google Shape;132;p14"/>
          <p:cNvSpPr/>
          <p:nvPr/>
        </p:nvSpPr>
        <p:spPr>
          <a:xfrm>
            <a:off x="7706520" y="4205520"/>
            <a:ext cx="668520" cy="866880"/>
          </a:xfrm>
          <a:custGeom>
            <a:avLst/>
            <a:gdLst>
              <a:gd name="textAreaLeft" fmla="*/ 0 w 668520"/>
              <a:gd name="textAreaRight" fmla="*/ 668880 w 668520"/>
              <a:gd name="textAreaTop" fmla="*/ 0 h 866880"/>
              <a:gd name="textAreaBottom" fmla="*/ 867240 h 866880"/>
            </a:gdLst>
            <a:ahLst/>
            <a:cxnLst/>
            <a:rect l="textAreaLeft" t="textAreaTop" r="textAreaRight" b="textAreaBottom"/>
            <a:pathLst>
              <a:path w="22477" h="29147">
                <a:moveTo>
                  <a:pt x="11078" y="1"/>
                </a:moveTo>
                <a:cubicBezTo>
                  <a:pt x="4980" y="1"/>
                  <a:pt x="40" y="4601"/>
                  <a:pt x="1" y="10261"/>
                </a:cubicBezTo>
                <a:cubicBezTo>
                  <a:pt x="1" y="12627"/>
                  <a:pt x="846" y="14908"/>
                  <a:pt x="2409" y="16725"/>
                </a:cubicBezTo>
                <a:cubicBezTo>
                  <a:pt x="3592" y="18077"/>
                  <a:pt x="4141" y="19851"/>
                  <a:pt x="3930" y="21626"/>
                </a:cubicBezTo>
                <a:cubicBezTo>
                  <a:pt x="3887" y="21964"/>
                  <a:pt x="3845" y="22302"/>
                  <a:pt x="3887" y="22640"/>
                </a:cubicBezTo>
                <a:cubicBezTo>
                  <a:pt x="3971" y="26247"/>
                  <a:pt x="7179" y="29146"/>
                  <a:pt x="11070" y="29146"/>
                </a:cubicBezTo>
                <a:cubicBezTo>
                  <a:pt x="11098" y="29146"/>
                  <a:pt x="11126" y="29146"/>
                  <a:pt x="11154" y="29146"/>
                </a:cubicBezTo>
                <a:cubicBezTo>
                  <a:pt x="15041" y="29104"/>
                  <a:pt x="18209" y="26146"/>
                  <a:pt x="18252" y="22513"/>
                </a:cubicBezTo>
                <a:lnTo>
                  <a:pt x="18252" y="22048"/>
                </a:lnTo>
                <a:cubicBezTo>
                  <a:pt x="18125" y="20063"/>
                  <a:pt x="18759" y="18077"/>
                  <a:pt x="20026" y="16514"/>
                </a:cubicBezTo>
                <a:cubicBezTo>
                  <a:pt x="21716" y="14444"/>
                  <a:pt x="22476" y="11782"/>
                  <a:pt x="22181" y="9120"/>
                </a:cubicBezTo>
                <a:cubicBezTo>
                  <a:pt x="21589" y="4346"/>
                  <a:pt x="17533" y="629"/>
                  <a:pt x="12464" y="79"/>
                </a:cubicBezTo>
                <a:cubicBezTo>
                  <a:pt x="11996" y="26"/>
                  <a:pt x="11534" y="1"/>
                  <a:pt x="1107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04" name="Google Shape;133;p14"/>
          <p:cNvSpPr/>
          <p:nvPr/>
        </p:nvSpPr>
        <p:spPr>
          <a:xfrm>
            <a:off x="7896240" y="4537440"/>
            <a:ext cx="272520" cy="819720"/>
          </a:xfrm>
          <a:custGeom>
            <a:avLst/>
            <a:gdLst>
              <a:gd name="textAreaLeft" fmla="*/ 0 w 272520"/>
              <a:gd name="textAreaRight" fmla="*/ 272880 w 272520"/>
              <a:gd name="textAreaTop" fmla="*/ 0 h 819720"/>
              <a:gd name="textAreaBottom" fmla="*/ 820080 h 819720"/>
            </a:gdLst>
            <a:ahLst/>
            <a:cxnLst/>
            <a:rect l="textAreaLeft" t="textAreaTop" r="textAreaRight" b="textAreaBottom"/>
            <a:pathLst>
              <a:path w="9173" h="27557">
                <a:moveTo>
                  <a:pt x="4779" y="0"/>
                </a:moveTo>
                <a:cubicBezTo>
                  <a:pt x="4462" y="0"/>
                  <a:pt x="4145" y="212"/>
                  <a:pt x="4188" y="634"/>
                </a:cubicBezTo>
                <a:lnTo>
                  <a:pt x="4145" y="10731"/>
                </a:lnTo>
                <a:lnTo>
                  <a:pt x="1272" y="7267"/>
                </a:lnTo>
                <a:cubicBezTo>
                  <a:pt x="1139" y="7112"/>
                  <a:pt x="980" y="7047"/>
                  <a:pt x="826" y="7047"/>
                </a:cubicBezTo>
                <a:cubicBezTo>
                  <a:pt x="393" y="7047"/>
                  <a:pt x="0" y="7560"/>
                  <a:pt x="343" y="8027"/>
                </a:cubicBezTo>
                <a:lnTo>
                  <a:pt x="4145" y="12548"/>
                </a:lnTo>
                <a:lnTo>
                  <a:pt x="4061" y="26955"/>
                </a:lnTo>
                <a:cubicBezTo>
                  <a:pt x="4040" y="27356"/>
                  <a:pt x="4335" y="27557"/>
                  <a:pt x="4636" y="27557"/>
                </a:cubicBezTo>
                <a:cubicBezTo>
                  <a:pt x="4937" y="27557"/>
                  <a:pt x="5244" y="27356"/>
                  <a:pt x="5244" y="26955"/>
                </a:cubicBezTo>
                <a:lnTo>
                  <a:pt x="5328" y="7985"/>
                </a:lnTo>
                <a:cubicBezTo>
                  <a:pt x="5413" y="7943"/>
                  <a:pt x="5455" y="7858"/>
                  <a:pt x="5539" y="7816"/>
                </a:cubicBezTo>
                <a:lnTo>
                  <a:pt x="8962" y="3127"/>
                </a:lnTo>
                <a:cubicBezTo>
                  <a:pt x="9173" y="2873"/>
                  <a:pt x="9088" y="2493"/>
                  <a:pt x="8835" y="2324"/>
                </a:cubicBezTo>
                <a:cubicBezTo>
                  <a:pt x="8729" y="2236"/>
                  <a:pt x="8602" y="2192"/>
                  <a:pt x="8476" y="2192"/>
                </a:cubicBezTo>
                <a:cubicBezTo>
                  <a:pt x="8301" y="2192"/>
                  <a:pt x="8131" y="2278"/>
                  <a:pt x="8032" y="2451"/>
                </a:cubicBezTo>
                <a:lnTo>
                  <a:pt x="5371" y="6042"/>
                </a:lnTo>
                <a:lnTo>
                  <a:pt x="5371" y="634"/>
                </a:lnTo>
                <a:cubicBezTo>
                  <a:pt x="5413" y="212"/>
                  <a:pt x="5096" y="0"/>
                  <a:pt x="4779"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05" name="Google Shape;134;p14"/>
          <p:cNvSpPr/>
          <p:nvPr/>
        </p:nvSpPr>
        <p:spPr>
          <a:xfrm>
            <a:off x="7290360" y="4556880"/>
            <a:ext cx="464760" cy="602280"/>
          </a:xfrm>
          <a:custGeom>
            <a:avLst/>
            <a:gdLst>
              <a:gd name="textAreaLeft" fmla="*/ 0 w 464760"/>
              <a:gd name="textAreaRight" fmla="*/ 465120 w 464760"/>
              <a:gd name="textAreaTop" fmla="*/ 0 h 602280"/>
              <a:gd name="textAreaBottom" fmla="*/ 602640 h 602280"/>
            </a:gdLst>
            <a:ahLst/>
            <a:cxnLst/>
            <a:rect l="textAreaLeft" t="textAreaTop" r="textAreaRight" b="textAreaBottom"/>
            <a:pathLst>
              <a:path w="15633" h="20255">
                <a:moveTo>
                  <a:pt x="7962" y="1"/>
                </a:moveTo>
                <a:cubicBezTo>
                  <a:pt x="7636" y="1"/>
                  <a:pt x="7306" y="20"/>
                  <a:pt x="6971" y="60"/>
                </a:cubicBezTo>
                <a:cubicBezTo>
                  <a:pt x="3423" y="440"/>
                  <a:pt x="592" y="3059"/>
                  <a:pt x="212" y="6354"/>
                </a:cubicBezTo>
                <a:cubicBezTo>
                  <a:pt x="1" y="8171"/>
                  <a:pt x="550" y="10030"/>
                  <a:pt x="1690" y="11466"/>
                </a:cubicBezTo>
                <a:cubicBezTo>
                  <a:pt x="2578" y="12565"/>
                  <a:pt x="3042" y="13959"/>
                  <a:pt x="2958" y="15353"/>
                </a:cubicBezTo>
                <a:lnTo>
                  <a:pt x="2958" y="15649"/>
                </a:lnTo>
                <a:cubicBezTo>
                  <a:pt x="2958" y="18184"/>
                  <a:pt x="5155" y="20212"/>
                  <a:pt x="7859" y="20254"/>
                </a:cubicBezTo>
                <a:cubicBezTo>
                  <a:pt x="7887" y="20255"/>
                  <a:pt x="7915" y="20255"/>
                  <a:pt x="7943" y="20255"/>
                </a:cubicBezTo>
                <a:cubicBezTo>
                  <a:pt x="10650" y="20255"/>
                  <a:pt x="12845" y="18242"/>
                  <a:pt x="12928" y="15734"/>
                </a:cubicBezTo>
                <a:cubicBezTo>
                  <a:pt x="12928" y="15480"/>
                  <a:pt x="12928" y="15269"/>
                  <a:pt x="12886" y="15058"/>
                </a:cubicBezTo>
                <a:cubicBezTo>
                  <a:pt x="12717" y="13790"/>
                  <a:pt x="13140" y="12565"/>
                  <a:pt x="13942" y="11635"/>
                </a:cubicBezTo>
                <a:cubicBezTo>
                  <a:pt x="15041" y="10368"/>
                  <a:pt x="15632" y="8763"/>
                  <a:pt x="15590" y="7115"/>
                </a:cubicBezTo>
                <a:cubicBezTo>
                  <a:pt x="15590" y="3194"/>
                  <a:pt x="12169" y="1"/>
                  <a:pt x="7962"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06" name="Google Shape;135;p14"/>
          <p:cNvSpPr/>
          <p:nvPr/>
        </p:nvSpPr>
        <p:spPr>
          <a:xfrm>
            <a:off x="7433640" y="4788720"/>
            <a:ext cx="190440" cy="569160"/>
          </a:xfrm>
          <a:custGeom>
            <a:avLst/>
            <a:gdLst>
              <a:gd name="textAreaLeft" fmla="*/ 0 w 190440"/>
              <a:gd name="textAreaRight" fmla="*/ 190800 w 190440"/>
              <a:gd name="textAreaTop" fmla="*/ 0 h 569160"/>
              <a:gd name="textAreaBottom" fmla="*/ 569520 h 569160"/>
            </a:gdLst>
            <a:ahLst/>
            <a:cxnLst/>
            <a:rect l="textAreaLeft" t="textAreaTop" r="textAreaRight" b="textAreaBottom"/>
            <a:pathLst>
              <a:path w="6406" h="19140">
                <a:moveTo>
                  <a:pt x="3085" y="1"/>
                </a:moveTo>
                <a:cubicBezTo>
                  <a:pt x="2831" y="1"/>
                  <a:pt x="2662" y="170"/>
                  <a:pt x="2662" y="423"/>
                </a:cubicBezTo>
                <a:lnTo>
                  <a:pt x="2662" y="4183"/>
                </a:lnTo>
                <a:lnTo>
                  <a:pt x="804" y="1649"/>
                </a:lnTo>
                <a:cubicBezTo>
                  <a:pt x="727" y="1546"/>
                  <a:pt x="604" y="1490"/>
                  <a:pt x="471" y="1490"/>
                </a:cubicBezTo>
                <a:cubicBezTo>
                  <a:pt x="385" y="1490"/>
                  <a:pt x="295" y="1514"/>
                  <a:pt x="212" y="1564"/>
                </a:cubicBezTo>
                <a:cubicBezTo>
                  <a:pt x="43" y="1691"/>
                  <a:pt x="1" y="1987"/>
                  <a:pt x="128" y="2156"/>
                </a:cubicBezTo>
                <a:lnTo>
                  <a:pt x="2536" y="5409"/>
                </a:lnTo>
                <a:cubicBezTo>
                  <a:pt x="2578" y="5451"/>
                  <a:pt x="2620" y="5493"/>
                  <a:pt x="2662" y="5493"/>
                </a:cubicBezTo>
                <a:lnTo>
                  <a:pt x="2747" y="18717"/>
                </a:lnTo>
                <a:cubicBezTo>
                  <a:pt x="2747" y="18928"/>
                  <a:pt x="2916" y="19139"/>
                  <a:pt x="3127" y="19139"/>
                </a:cubicBezTo>
                <a:cubicBezTo>
                  <a:pt x="3381" y="19139"/>
                  <a:pt x="3550" y="18928"/>
                  <a:pt x="3550" y="18717"/>
                </a:cubicBezTo>
                <a:lnTo>
                  <a:pt x="3507" y="8704"/>
                </a:lnTo>
                <a:lnTo>
                  <a:pt x="6127" y="5535"/>
                </a:lnTo>
                <a:cubicBezTo>
                  <a:pt x="6406" y="5225"/>
                  <a:pt x="6139" y="4869"/>
                  <a:pt x="5843" y="4869"/>
                </a:cubicBezTo>
                <a:cubicBezTo>
                  <a:pt x="5736" y="4869"/>
                  <a:pt x="5625" y="4916"/>
                  <a:pt x="5535" y="5028"/>
                </a:cubicBezTo>
                <a:lnTo>
                  <a:pt x="3507" y="7394"/>
                </a:lnTo>
                <a:lnTo>
                  <a:pt x="3507" y="423"/>
                </a:lnTo>
                <a:cubicBezTo>
                  <a:pt x="3507" y="170"/>
                  <a:pt x="3296" y="1"/>
                  <a:pt x="308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790920" y="720000"/>
            <a:ext cx="5011920" cy="313920"/>
          </a:xfrm>
          <a:prstGeom prst="rect">
            <a:avLst/>
          </a:prstGeom>
          <a:noFill/>
          <a:ln w="0">
            <a:noFill/>
          </a:ln>
        </p:spPr>
        <p:txBody>
          <a:bodyPr lIns="91440" tIns="91440" rIns="91440" bIns="91440" anchor="b">
            <a:noAutofit/>
          </a:bodyPr>
          <a:lstStyle/>
          <a:p>
            <a:pPr indent="0">
              <a:lnSpc>
                <a:spcPct val="100000"/>
              </a:lnSpc>
              <a:buNone/>
              <a:tabLst>
                <a:tab pos="0" algn="l"/>
              </a:tabLst>
            </a:pPr>
            <a:r>
              <a:rPr lang="en" sz="1200" b="0" u="none" strike="noStrike">
                <a:solidFill>
                  <a:srgbClr val="FFFFFF"/>
                </a:solidFill>
                <a:effectLst/>
                <a:uFillTx/>
                <a:latin typeface="Montserrat ExtraBold"/>
                <a:ea typeface="Montserrat ExtraBold"/>
              </a:rPr>
              <a:t>The underlying task at hand</a:t>
            </a:r>
            <a:endParaRPr lang="en-US" sz="1200" b="0" u="none" strike="noStrike">
              <a:solidFill>
                <a:srgbClr val="000000"/>
              </a:solidFill>
              <a:effectLst/>
              <a:uFillTx/>
              <a:latin typeface="Arial"/>
            </a:endParaRPr>
          </a:p>
        </p:txBody>
      </p:sp>
      <p:sp>
        <p:nvSpPr>
          <p:cNvPr id="108" name="Google Shape;141;p15"/>
          <p:cNvSpPr/>
          <p:nvPr/>
        </p:nvSpPr>
        <p:spPr>
          <a:xfrm flipH="1">
            <a:off x="1660320" y="1329480"/>
            <a:ext cx="5823360" cy="31060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15000"/>
              </a:lnSpc>
              <a:tabLst>
                <a:tab pos="0" algn="l"/>
              </a:tabLst>
            </a:pPr>
            <a:r>
              <a:rPr lang="en" sz="1500" b="0" u="none" strike="noStrike">
                <a:solidFill>
                  <a:srgbClr val="434343"/>
                </a:solidFill>
                <a:effectLst/>
                <a:uFillTx/>
                <a:latin typeface="Montserrat ExtraBold"/>
                <a:ea typeface="Montserrat ExtraBold"/>
              </a:rPr>
              <a:t>What was the requirment for the homework/research at hand? </a:t>
            </a:r>
            <a:endParaRPr lang="en-US" sz="1500" b="0" u="none" strike="noStrike">
              <a:solidFill>
                <a:srgbClr val="000000"/>
              </a:solidFill>
              <a:effectLst/>
              <a:uFillTx/>
              <a:latin typeface="Arial"/>
            </a:endParaRPr>
          </a:p>
          <a:p>
            <a:pPr>
              <a:lnSpc>
                <a:spcPct val="115000"/>
              </a:lnSpc>
              <a:tabLst>
                <a:tab pos="0" algn="l"/>
              </a:tabLst>
            </a:pPr>
            <a:endParaRPr lang="en-US" sz="1100" b="0" u="none" strike="noStrike">
              <a:solidFill>
                <a:srgbClr val="000000"/>
              </a:solidFill>
              <a:effectLst/>
              <a:uFillTx/>
              <a:latin typeface="Arial"/>
            </a:endParaRPr>
          </a:p>
          <a:p>
            <a:pPr>
              <a:lnSpc>
                <a:spcPct val="115000"/>
              </a:lnSpc>
              <a:tabLst>
                <a:tab pos="0" algn="l"/>
              </a:tabLst>
            </a:pPr>
            <a:r>
              <a:rPr lang="en" sz="1100" b="0" u="none" strike="noStrike">
                <a:solidFill>
                  <a:srgbClr val="434343"/>
                </a:solidFill>
                <a:effectLst/>
                <a:uFillTx/>
                <a:latin typeface="Montserrat ExtraBold"/>
                <a:ea typeface="EB Garamond"/>
              </a:rPr>
              <a:t>    </a:t>
            </a:r>
            <a:r>
              <a:rPr lang="en" sz="1200" b="0" u="none" strike="noStrike">
                <a:solidFill>
                  <a:srgbClr val="434343"/>
                </a:solidFill>
                <a:effectLst/>
                <a:uFillTx/>
                <a:latin typeface="Montserrat ExtraBold"/>
                <a:ea typeface="EB Garamond"/>
              </a:rPr>
              <a:t> - Real data challenge: specify and estimate a model for price prediction of apartments in Sofia</a:t>
            </a:r>
            <a:endParaRPr lang="en-US" sz="1200" b="0" u="none" strike="noStrike">
              <a:solidFill>
                <a:srgbClr val="000000"/>
              </a:solidFill>
              <a:effectLst/>
              <a:uFillTx/>
              <a:latin typeface="Arial"/>
            </a:endParaRPr>
          </a:p>
          <a:p>
            <a:pPr>
              <a:lnSpc>
                <a:spcPct val="115000"/>
              </a:lnSpc>
              <a:tabLst>
                <a:tab pos="0" algn="l"/>
              </a:tabLst>
            </a:pPr>
            <a:endParaRPr lang="en-US" sz="1100" b="0" u="none" strike="noStrike">
              <a:solidFill>
                <a:srgbClr val="000000"/>
              </a:solidFill>
              <a:effectLst/>
              <a:uFillTx/>
              <a:latin typeface="Arial"/>
            </a:endParaRPr>
          </a:p>
          <a:p>
            <a:pPr>
              <a:lnSpc>
                <a:spcPct val="115000"/>
              </a:lnSpc>
              <a:tabLst>
                <a:tab pos="0" algn="l"/>
              </a:tabLst>
            </a:pPr>
            <a:r>
              <a:rPr lang="en" sz="1200" b="0" u="none" strike="noStrike">
                <a:solidFill>
                  <a:srgbClr val="434343"/>
                </a:solidFill>
                <a:effectLst/>
                <a:uFillTx/>
                <a:latin typeface="Montserrat ExtraBold"/>
                <a:ea typeface="EB Garamond"/>
              </a:rPr>
              <a:t>     - Assignment output: a brief research report (ppt presentation) with your major findings.</a:t>
            </a:r>
            <a:endParaRPr lang="en-US" sz="1200" b="0" u="none" strike="noStrike">
              <a:solidFill>
                <a:srgbClr val="000000"/>
              </a:solidFill>
              <a:effectLst/>
              <a:uFillTx/>
              <a:latin typeface="Arial"/>
            </a:endParaRPr>
          </a:p>
        </p:txBody>
      </p:sp>
      <p:grpSp>
        <p:nvGrpSpPr>
          <p:cNvPr id="109" name="Google Shape;2434;p 1"/>
          <p:cNvGrpSpPr/>
          <p:nvPr/>
        </p:nvGrpSpPr>
        <p:grpSpPr>
          <a:xfrm>
            <a:off x="596160" y="3429000"/>
            <a:ext cx="1124640" cy="1698840"/>
            <a:chOff x="596160" y="3429000"/>
            <a:chExt cx="1124640" cy="1698840"/>
          </a:xfrm>
        </p:grpSpPr>
        <p:sp>
          <p:nvSpPr>
            <p:cNvPr id="110" name="Google Shape;2435;p 1"/>
            <p:cNvSpPr/>
            <p:nvPr/>
          </p:nvSpPr>
          <p:spPr>
            <a:xfrm>
              <a:off x="596160" y="3967560"/>
              <a:ext cx="1060200" cy="1159560"/>
            </a:xfrm>
            <a:custGeom>
              <a:avLst/>
              <a:gdLst>
                <a:gd name="textAreaLeft" fmla="*/ 0 w 1060200"/>
                <a:gd name="textAreaRight" fmla="*/ 1060560 w 1060200"/>
                <a:gd name="textAreaTop" fmla="*/ 0 h 1159560"/>
                <a:gd name="textAreaBottom" fmla="*/ 1159920 h 1159560"/>
              </a:gdLst>
              <a:ahLst/>
              <a:cxnLst/>
              <a:rect l="textAreaLeft" t="textAreaTop" r="textAreaRight" b="textAreaBottom"/>
              <a:pathLst>
                <a:path w="53085" h="62378">
                  <a:moveTo>
                    <a:pt x="1" y="0"/>
                  </a:moveTo>
                  <a:lnTo>
                    <a:pt x="1" y="62378"/>
                  </a:lnTo>
                  <a:lnTo>
                    <a:pt x="53085" y="62378"/>
                  </a:lnTo>
                  <a:lnTo>
                    <a:pt x="53085"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1" name="Google Shape;2436;p 1"/>
            <p:cNvSpPr/>
            <p:nvPr/>
          </p:nvSpPr>
          <p:spPr>
            <a:xfrm>
              <a:off x="1346400" y="3501000"/>
              <a:ext cx="160920" cy="156600"/>
            </a:xfrm>
            <a:custGeom>
              <a:avLst/>
              <a:gdLst>
                <a:gd name="textAreaLeft" fmla="*/ 0 w 160920"/>
                <a:gd name="textAreaRight" fmla="*/ 161280 w 160920"/>
                <a:gd name="textAreaTop" fmla="*/ 0 h 156600"/>
                <a:gd name="textAreaBottom" fmla="*/ 156960 h 156600"/>
              </a:gdLst>
              <a:ahLst/>
              <a:cxnLst/>
              <a:rect l="textAreaLeft" t="textAreaTop" r="textAreaRight" b="textAreaBottom"/>
              <a:pathLst>
                <a:path w="8097" h="8449">
                  <a:moveTo>
                    <a:pt x="1" y="0"/>
                  </a:moveTo>
                  <a:lnTo>
                    <a:pt x="1" y="8449"/>
                  </a:lnTo>
                  <a:lnTo>
                    <a:pt x="8096" y="8449"/>
                  </a:lnTo>
                  <a:lnTo>
                    <a:pt x="8096"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51120" bIns="51120" anchor="ctr">
              <a:noAutofit/>
            </a:bodyPr>
            <a:lstStyle/>
            <a:p>
              <a:endParaRPr lang="en-US" sz="1400" b="0" u="none" strike="noStrike">
                <a:solidFill>
                  <a:srgbClr val="000000"/>
                </a:solidFill>
                <a:effectLst/>
                <a:uFillTx/>
                <a:latin typeface="Arial"/>
              </a:endParaRPr>
            </a:p>
          </p:txBody>
        </p:sp>
        <p:sp>
          <p:nvSpPr>
            <p:cNvPr id="112" name="Google Shape;2437;p 1"/>
            <p:cNvSpPr/>
            <p:nvPr/>
          </p:nvSpPr>
          <p:spPr>
            <a:xfrm>
              <a:off x="1325520" y="3429000"/>
              <a:ext cx="203760" cy="88200"/>
            </a:xfrm>
            <a:custGeom>
              <a:avLst/>
              <a:gdLst>
                <a:gd name="textAreaLeft" fmla="*/ 0 w 203760"/>
                <a:gd name="textAreaRight" fmla="*/ 204120 w 203760"/>
                <a:gd name="textAreaTop" fmla="*/ 0 h 88200"/>
                <a:gd name="textAreaBottom" fmla="*/ 88560 h 88200"/>
              </a:gdLst>
              <a:ahLst/>
              <a:cxnLst/>
              <a:rect l="textAreaLeft" t="textAreaTop" r="textAreaRight" b="textAreaBottom"/>
              <a:pathLst>
                <a:path w="10218" h="4785">
                  <a:moveTo>
                    <a:pt x="401" y="0"/>
                  </a:moveTo>
                  <a:cubicBezTo>
                    <a:pt x="178" y="0"/>
                    <a:pt x="0" y="178"/>
                    <a:pt x="0" y="400"/>
                  </a:cubicBezTo>
                  <a:lnTo>
                    <a:pt x="0" y="4382"/>
                  </a:lnTo>
                  <a:cubicBezTo>
                    <a:pt x="0" y="4605"/>
                    <a:pt x="178" y="4784"/>
                    <a:pt x="401" y="4784"/>
                  </a:cubicBezTo>
                  <a:lnTo>
                    <a:pt x="9816" y="4784"/>
                  </a:lnTo>
                  <a:cubicBezTo>
                    <a:pt x="10039" y="4784"/>
                    <a:pt x="10218" y="4605"/>
                    <a:pt x="10218" y="4382"/>
                  </a:cubicBezTo>
                  <a:lnTo>
                    <a:pt x="10218" y="400"/>
                  </a:lnTo>
                  <a:cubicBezTo>
                    <a:pt x="10218" y="178"/>
                    <a:pt x="10039" y="0"/>
                    <a:pt x="981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8800" bIns="28800" anchor="ctr">
              <a:noAutofit/>
            </a:bodyPr>
            <a:lstStyle/>
            <a:p>
              <a:endParaRPr lang="en-US" sz="1400" b="0" u="none" strike="noStrike">
                <a:solidFill>
                  <a:srgbClr val="000000"/>
                </a:solidFill>
                <a:effectLst/>
                <a:uFillTx/>
                <a:latin typeface="Arial"/>
              </a:endParaRPr>
            </a:p>
          </p:txBody>
        </p:sp>
        <p:sp>
          <p:nvSpPr>
            <p:cNvPr id="113" name="Google Shape;2438;p 1"/>
            <p:cNvSpPr/>
            <p:nvPr/>
          </p:nvSpPr>
          <p:spPr>
            <a:xfrm>
              <a:off x="596160" y="3624120"/>
              <a:ext cx="1060200" cy="350640"/>
            </a:xfrm>
            <a:custGeom>
              <a:avLst/>
              <a:gdLst>
                <a:gd name="textAreaLeft" fmla="*/ 0 w 1060200"/>
                <a:gd name="textAreaRight" fmla="*/ 1060560 w 1060200"/>
                <a:gd name="textAreaTop" fmla="*/ 0 h 350640"/>
                <a:gd name="textAreaBottom" fmla="*/ 351000 h 350640"/>
              </a:gdLst>
              <a:ahLst/>
              <a:cxnLst/>
              <a:rect l="textAreaLeft" t="textAreaTop" r="textAreaRight" b="textAreaBottom"/>
              <a:pathLst>
                <a:path w="53083" h="18876">
                  <a:moveTo>
                    <a:pt x="51729" y="1"/>
                  </a:moveTo>
                  <a:cubicBezTo>
                    <a:pt x="51728" y="1"/>
                    <a:pt x="51727" y="1"/>
                    <a:pt x="51726" y="1"/>
                  </a:cubicBezTo>
                  <a:lnTo>
                    <a:pt x="1357" y="1"/>
                  </a:lnTo>
                  <a:cubicBezTo>
                    <a:pt x="607" y="1"/>
                    <a:pt x="0" y="607"/>
                    <a:pt x="0" y="1357"/>
                  </a:cubicBezTo>
                  <a:lnTo>
                    <a:pt x="0" y="18876"/>
                  </a:lnTo>
                  <a:lnTo>
                    <a:pt x="53083" y="18876"/>
                  </a:lnTo>
                  <a:lnTo>
                    <a:pt x="53083" y="1357"/>
                  </a:lnTo>
                  <a:cubicBezTo>
                    <a:pt x="53083" y="608"/>
                    <a:pt x="52476" y="1"/>
                    <a:pt x="51729"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4" name="Google Shape;2439;p 1"/>
            <p:cNvSpPr/>
            <p:nvPr/>
          </p:nvSpPr>
          <p:spPr>
            <a:xfrm>
              <a:off x="1177560" y="3796920"/>
              <a:ext cx="479520" cy="1330200"/>
            </a:xfrm>
            <a:custGeom>
              <a:avLst/>
              <a:gdLst>
                <a:gd name="textAreaLeft" fmla="*/ 0 w 479520"/>
                <a:gd name="textAreaRight" fmla="*/ 479880 w 479520"/>
                <a:gd name="textAreaTop" fmla="*/ 0 h 1330200"/>
                <a:gd name="textAreaBottom" fmla="*/ 1330560 h 1330200"/>
              </a:gdLst>
              <a:ahLst/>
              <a:cxnLst/>
              <a:rect l="textAreaLeft" t="textAreaTop" r="textAreaRight" b="textAreaBottom"/>
              <a:pathLst>
                <a:path w="24002" h="71576">
                  <a:moveTo>
                    <a:pt x="12002" y="1"/>
                  </a:moveTo>
                  <a:lnTo>
                    <a:pt x="0" y="9576"/>
                  </a:lnTo>
                  <a:lnTo>
                    <a:pt x="0" y="71576"/>
                  </a:lnTo>
                  <a:lnTo>
                    <a:pt x="24002" y="71576"/>
                  </a:lnTo>
                  <a:lnTo>
                    <a:pt x="24002" y="9576"/>
                  </a:lnTo>
                  <a:lnTo>
                    <a:pt x="1200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5" name="Google Shape;2440;p 1"/>
            <p:cNvSpPr/>
            <p:nvPr/>
          </p:nvSpPr>
          <p:spPr>
            <a:xfrm>
              <a:off x="1325520" y="3914640"/>
              <a:ext cx="184320" cy="173520"/>
            </a:xfrm>
            <a:custGeom>
              <a:avLst/>
              <a:gdLst>
                <a:gd name="textAreaLeft" fmla="*/ 0 w 184320"/>
                <a:gd name="textAreaRight" fmla="*/ 184680 w 184320"/>
                <a:gd name="textAreaTop" fmla="*/ 0 h 173520"/>
                <a:gd name="textAreaBottom" fmla="*/ 173880 h 173520"/>
              </a:gdLst>
              <a:ahLst/>
              <a:cxnLst/>
              <a:rect l="textAreaLeft" t="textAreaTop" r="textAreaRight" b="textAreaBottom"/>
              <a:pathLst>
                <a:path w="9238" h="9373">
                  <a:moveTo>
                    <a:pt x="4618" y="0"/>
                  </a:moveTo>
                  <a:cubicBezTo>
                    <a:pt x="2068" y="0"/>
                    <a:pt x="0" y="2099"/>
                    <a:pt x="0" y="4687"/>
                  </a:cubicBezTo>
                  <a:cubicBezTo>
                    <a:pt x="0" y="7274"/>
                    <a:pt x="2068" y="9373"/>
                    <a:pt x="4618" y="9373"/>
                  </a:cubicBezTo>
                  <a:cubicBezTo>
                    <a:pt x="7171" y="9373"/>
                    <a:pt x="9238" y="7274"/>
                    <a:pt x="9238" y="4687"/>
                  </a:cubicBezTo>
                  <a:cubicBezTo>
                    <a:pt x="9238" y="2099"/>
                    <a:pt x="7171" y="0"/>
                    <a:pt x="4618" y="0"/>
                  </a:cubicBezTo>
                  <a:close/>
                </a:path>
              </a:pathLst>
            </a:custGeom>
            <a:solidFill>
              <a:srgbClr val="2A2639"/>
            </a:solidFill>
            <a:ln w="0">
              <a:noFill/>
            </a:ln>
          </p:spPr>
          <p:style>
            <a:lnRef idx="0">
              <a:scrgbClr r="0" g="0" b="0"/>
            </a:lnRef>
            <a:fillRef idx="0">
              <a:scrgbClr r="0" g="0" b="0"/>
            </a:fillRef>
            <a:effectRef idx="0">
              <a:scrgbClr r="0" g="0" b="0"/>
            </a:effectRef>
            <a:fontRef idx="minor"/>
          </p:style>
          <p:txBody>
            <a:bodyPr tIns="56520" bIns="56520" anchor="ctr">
              <a:noAutofit/>
            </a:bodyPr>
            <a:lstStyle/>
            <a:p>
              <a:endParaRPr lang="en-US" sz="1400" b="0" u="none" strike="noStrike">
                <a:solidFill>
                  <a:srgbClr val="FFFFFF"/>
                </a:solidFill>
                <a:effectLst/>
                <a:uFillTx/>
                <a:latin typeface="Arial"/>
              </a:endParaRPr>
            </a:p>
          </p:txBody>
        </p:sp>
        <p:sp>
          <p:nvSpPr>
            <p:cNvPr id="116" name="Google Shape;2441;p 1"/>
            <p:cNvSpPr/>
            <p:nvPr/>
          </p:nvSpPr>
          <p:spPr>
            <a:xfrm>
              <a:off x="1112040" y="3770640"/>
              <a:ext cx="608760" cy="255240"/>
            </a:xfrm>
            <a:custGeom>
              <a:avLst/>
              <a:gdLst>
                <a:gd name="textAreaLeft" fmla="*/ 0 w 608760"/>
                <a:gd name="textAreaRight" fmla="*/ 609120 w 608760"/>
                <a:gd name="textAreaTop" fmla="*/ 0 h 255240"/>
                <a:gd name="textAreaBottom" fmla="*/ 255600 h 255240"/>
              </a:gdLst>
              <a:ahLst/>
              <a:cxnLst/>
              <a:rect l="textAreaLeft" t="textAreaTop" r="textAreaRight" b="textAreaBottom"/>
              <a:pathLst>
                <a:path w="30502" h="13744">
                  <a:moveTo>
                    <a:pt x="15280" y="0"/>
                  </a:moveTo>
                  <a:cubicBezTo>
                    <a:pt x="14969" y="0"/>
                    <a:pt x="14659" y="103"/>
                    <a:pt x="14401" y="307"/>
                  </a:cubicBezTo>
                  <a:lnTo>
                    <a:pt x="705" y="11234"/>
                  </a:lnTo>
                  <a:cubicBezTo>
                    <a:pt x="100" y="11719"/>
                    <a:pt x="0" y="12604"/>
                    <a:pt x="485" y="13211"/>
                  </a:cubicBezTo>
                  <a:cubicBezTo>
                    <a:pt x="763" y="13560"/>
                    <a:pt x="1172" y="13741"/>
                    <a:pt x="1586" y="13741"/>
                  </a:cubicBezTo>
                  <a:cubicBezTo>
                    <a:pt x="1893" y="13741"/>
                    <a:pt x="2203" y="13641"/>
                    <a:pt x="2462" y="13436"/>
                  </a:cubicBezTo>
                  <a:lnTo>
                    <a:pt x="15279" y="3210"/>
                  </a:lnTo>
                  <a:lnTo>
                    <a:pt x="28097" y="13436"/>
                  </a:lnTo>
                  <a:cubicBezTo>
                    <a:pt x="28346" y="13635"/>
                    <a:pt x="28656" y="13743"/>
                    <a:pt x="28974" y="13743"/>
                  </a:cubicBezTo>
                  <a:cubicBezTo>
                    <a:pt x="29574" y="13743"/>
                    <a:pt x="30106" y="13365"/>
                    <a:pt x="30305" y="12800"/>
                  </a:cubicBezTo>
                  <a:cubicBezTo>
                    <a:pt x="30502" y="12235"/>
                    <a:pt x="30322" y="11608"/>
                    <a:pt x="29854" y="11234"/>
                  </a:cubicBezTo>
                  <a:lnTo>
                    <a:pt x="16159" y="307"/>
                  </a:lnTo>
                  <a:cubicBezTo>
                    <a:pt x="15901" y="103"/>
                    <a:pt x="15591" y="0"/>
                    <a:pt x="1528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3160" bIns="83160" anchor="ctr">
              <a:noAutofit/>
            </a:bodyPr>
            <a:lstStyle/>
            <a:p>
              <a:endParaRPr lang="en-US" sz="1400" b="0" u="none" strike="noStrike">
                <a:solidFill>
                  <a:srgbClr val="000000"/>
                </a:solidFill>
                <a:effectLst/>
                <a:uFillTx/>
                <a:latin typeface="Arial"/>
              </a:endParaRPr>
            </a:p>
          </p:txBody>
        </p:sp>
        <p:sp>
          <p:nvSpPr>
            <p:cNvPr id="117" name="Google Shape;2442;p 1"/>
            <p:cNvSpPr/>
            <p:nvPr/>
          </p:nvSpPr>
          <p:spPr>
            <a:xfrm>
              <a:off x="1329480" y="4832280"/>
              <a:ext cx="194400" cy="295560"/>
            </a:xfrm>
            <a:custGeom>
              <a:avLst/>
              <a:gdLst>
                <a:gd name="textAreaLeft" fmla="*/ 0 w 194400"/>
                <a:gd name="textAreaRight" fmla="*/ 194760 w 194400"/>
                <a:gd name="textAreaTop" fmla="*/ 0 h 295560"/>
                <a:gd name="textAreaBottom" fmla="*/ 295920 h 295560"/>
              </a:gdLst>
              <a:ahLst/>
              <a:cxnLst/>
              <a:rect l="textAreaLeft" t="textAreaTop" r="textAreaRight" b="textAreaBottom"/>
              <a:pathLst>
                <a:path w="9753" h="15920">
                  <a:moveTo>
                    <a:pt x="4876" y="0"/>
                  </a:moveTo>
                  <a:cubicBezTo>
                    <a:pt x="2188" y="0"/>
                    <a:pt x="0" y="2210"/>
                    <a:pt x="0" y="4925"/>
                  </a:cubicBezTo>
                  <a:lnTo>
                    <a:pt x="0" y="15752"/>
                  </a:lnTo>
                  <a:cubicBezTo>
                    <a:pt x="2" y="15809"/>
                    <a:pt x="6" y="15864"/>
                    <a:pt x="15" y="15920"/>
                  </a:cubicBezTo>
                  <a:lnTo>
                    <a:pt x="9727" y="15920"/>
                  </a:lnTo>
                  <a:lnTo>
                    <a:pt x="9752" y="4925"/>
                  </a:lnTo>
                  <a:cubicBezTo>
                    <a:pt x="9752" y="2210"/>
                    <a:pt x="7565" y="0"/>
                    <a:pt x="4876" y="0"/>
                  </a:cubicBezTo>
                  <a:close/>
                </a:path>
              </a:pathLst>
            </a:custGeom>
            <a:solidFill>
              <a:srgbClr val="2A263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18" name="Google Shape;2443;p 1"/>
            <p:cNvSpPr/>
            <p:nvPr/>
          </p:nvSpPr>
          <p:spPr>
            <a:xfrm>
              <a:off x="657720" y="4025880"/>
              <a:ext cx="439200" cy="217440"/>
            </a:xfrm>
            <a:custGeom>
              <a:avLst/>
              <a:gdLst>
                <a:gd name="textAreaLeft" fmla="*/ 0 w 439200"/>
                <a:gd name="textAreaRight" fmla="*/ 439560 w 439200"/>
                <a:gd name="textAreaTop" fmla="*/ 0 h 217440"/>
                <a:gd name="textAreaBottom" fmla="*/ 217800 h 217440"/>
              </a:gdLst>
              <a:ahLst/>
              <a:cxnLst/>
              <a:rect l="textAreaLeft" t="textAreaTop" r="textAreaRight" b="textAreaBottom"/>
              <a:pathLst>
                <a:path w="22013" h="11733">
                  <a:moveTo>
                    <a:pt x="811" y="1"/>
                  </a:moveTo>
                  <a:cubicBezTo>
                    <a:pt x="363" y="1"/>
                    <a:pt x="1" y="363"/>
                    <a:pt x="1" y="812"/>
                  </a:cubicBezTo>
                  <a:lnTo>
                    <a:pt x="1" y="10923"/>
                  </a:lnTo>
                  <a:cubicBezTo>
                    <a:pt x="1" y="11372"/>
                    <a:pt x="363" y="11733"/>
                    <a:pt x="811" y="11733"/>
                  </a:cubicBezTo>
                  <a:lnTo>
                    <a:pt x="21203" y="11733"/>
                  </a:lnTo>
                  <a:cubicBezTo>
                    <a:pt x="21652" y="11733"/>
                    <a:pt x="22012" y="11372"/>
                    <a:pt x="22012" y="10923"/>
                  </a:cubicBezTo>
                  <a:lnTo>
                    <a:pt x="22012" y="812"/>
                  </a:lnTo>
                  <a:cubicBezTo>
                    <a:pt x="22012" y="363"/>
                    <a:pt x="21652" y="1"/>
                    <a:pt x="2120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0920" bIns="70920" anchor="ctr">
              <a:noAutofit/>
            </a:bodyPr>
            <a:lstStyle/>
            <a:p>
              <a:endParaRPr lang="en-US" sz="1400" b="0" u="none" strike="noStrike">
                <a:solidFill>
                  <a:srgbClr val="000000"/>
                </a:solidFill>
                <a:effectLst/>
                <a:uFillTx/>
                <a:latin typeface="Arial"/>
              </a:endParaRPr>
            </a:p>
          </p:txBody>
        </p:sp>
        <p:sp>
          <p:nvSpPr>
            <p:cNvPr id="119" name="Google Shape;2444;p 1"/>
            <p:cNvSpPr/>
            <p:nvPr/>
          </p:nvSpPr>
          <p:spPr>
            <a:xfrm>
              <a:off x="657720" y="4294080"/>
              <a:ext cx="439200" cy="217440"/>
            </a:xfrm>
            <a:custGeom>
              <a:avLst/>
              <a:gdLst>
                <a:gd name="textAreaLeft" fmla="*/ 0 w 439200"/>
                <a:gd name="textAreaRight" fmla="*/ 439560 w 439200"/>
                <a:gd name="textAreaTop" fmla="*/ 0 h 217440"/>
                <a:gd name="textAreaBottom" fmla="*/ 217800 h 217440"/>
              </a:gdLst>
              <a:ahLst/>
              <a:cxnLst/>
              <a:rect l="textAreaLeft" t="textAreaTop" r="textAreaRight" b="textAreaBottom"/>
              <a:pathLst>
                <a:path w="22013" h="11733">
                  <a:moveTo>
                    <a:pt x="811" y="1"/>
                  </a:moveTo>
                  <a:cubicBezTo>
                    <a:pt x="363" y="1"/>
                    <a:pt x="1" y="363"/>
                    <a:pt x="1" y="812"/>
                  </a:cubicBezTo>
                  <a:lnTo>
                    <a:pt x="1" y="10923"/>
                  </a:lnTo>
                  <a:cubicBezTo>
                    <a:pt x="1" y="11371"/>
                    <a:pt x="363" y="11733"/>
                    <a:pt x="811" y="11733"/>
                  </a:cubicBezTo>
                  <a:lnTo>
                    <a:pt x="21203" y="11733"/>
                  </a:lnTo>
                  <a:cubicBezTo>
                    <a:pt x="21652" y="11733"/>
                    <a:pt x="22012" y="11371"/>
                    <a:pt x="22012" y="10923"/>
                  </a:cubicBezTo>
                  <a:lnTo>
                    <a:pt x="22012" y="812"/>
                  </a:lnTo>
                  <a:cubicBezTo>
                    <a:pt x="22012" y="363"/>
                    <a:pt x="21652" y="1"/>
                    <a:pt x="2120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0920" bIns="70920" anchor="ctr">
              <a:noAutofit/>
            </a:bodyPr>
            <a:lstStyle/>
            <a:p>
              <a:endParaRPr lang="en-US" sz="1400" b="0" u="none" strike="noStrike">
                <a:solidFill>
                  <a:srgbClr val="000000"/>
                </a:solidFill>
                <a:effectLst/>
                <a:uFillTx/>
                <a:latin typeface="Arial"/>
              </a:endParaRPr>
            </a:p>
          </p:txBody>
        </p:sp>
        <p:sp>
          <p:nvSpPr>
            <p:cNvPr id="120" name="Google Shape;2445;p 1"/>
            <p:cNvSpPr/>
            <p:nvPr/>
          </p:nvSpPr>
          <p:spPr>
            <a:xfrm>
              <a:off x="661680" y="4553640"/>
              <a:ext cx="439560" cy="217440"/>
            </a:xfrm>
            <a:custGeom>
              <a:avLst/>
              <a:gdLst>
                <a:gd name="textAreaLeft" fmla="*/ 0 w 439560"/>
                <a:gd name="textAreaRight" fmla="*/ 439920 w 439560"/>
                <a:gd name="textAreaTop" fmla="*/ 0 h 217440"/>
                <a:gd name="textAreaBottom" fmla="*/ 217800 h 217440"/>
              </a:gdLst>
              <a:ahLst/>
              <a:cxnLst/>
              <a:rect l="textAreaLeft" t="textAreaTop" r="textAreaRight" b="textAreaBottom"/>
              <a:pathLst>
                <a:path w="22014" h="11733">
                  <a:moveTo>
                    <a:pt x="811" y="1"/>
                  </a:moveTo>
                  <a:cubicBezTo>
                    <a:pt x="362" y="1"/>
                    <a:pt x="0" y="363"/>
                    <a:pt x="0" y="811"/>
                  </a:cubicBezTo>
                  <a:lnTo>
                    <a:pt x="0" y="10921"/>
                  </a:lnTo>
                  <a:cubicBezTo>
                    <a:pt x="0" y="11371"/>
                    <a:pt x="362" y="11733"/>
                    <a:pt x="811" y="11733"/>
                  </a:cubicBezTo>
                  <a:lnTo>
                    <a:pt x="21202" y="11733"/>
                  </a:lnTo>
                  <a:cubicBezTo>
                    <a:pt x="21651" y="11733"/>
                    <a:pt x="22013" y="11371"/>
                    <a:pt x="22013" y="10921"/>
                  </a:cubicBezTo>
                  <a:lnTo>
                    <a:pt x="22013" y="811"/>
                  </a:lnTo>
                  <a:cubicBezTo>
                    <a:pt x="22013" y="363"/>
                    <a:pt x="21651" y="1"/>
                    <a:pt x="2120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0920" bIns="70920" anchor="ctr">
              <a:noAutofit/>
            </a:bodyPr>
            <a:lstStyle/>
            <a:p>
              <a:endParaRPr lang="en-US" sz="1400" b="0" u="none" strike="noStrike">
                <a:solidFill>
                  <a:srgbClr val="000000"/>
                </a:solidFill>
                <a:effectLst/>
                <a:uFillTx/>
                <a:latin typeface="Arial"/>
              </a:endParaRPr>
            </a:p>
          </p:txBody>
        </p:sp>
        <p:sp>
          <p:nvSpPr>
            <p:cNvPr id="121" name="Google Shape;2446;p 1"/>
            <p:cNvSpPr/>
            <p:nvPr/>
          </p:nvSpPr>
          <p:spPr>
            <a:xfrm>
              <a:off x="661680" y="4812120"/>
              <a:ext cx="439560" cy="217440"/>
            </a:xfrm>
            <a:custGeom>
              <a:avLst/>
              <a:gdLst>
                <a:gd name="textAreaLeft" fmla="*/ 0 w 439560"/>
                <a:gd name="textAreaRight" fmla="*/ 439920 w 439560"/>
                <a:gd name="textAreaTop" fmla="*/ 0 h 217440"/>
                <a:gd name="textAreaBottom" fmla="*/ 217800 h 217440"/>
              </a:gdLst>
              <a:ahLst/>
              <a:cxnLst/>
              <a:rect l="textAreaLeft" t="textAreaTop" r="textAreaRight" b="textAreaBottom"/>
              <a:pathLst>
                <a:path w="22014" h="11733">
                  <a:moveTo>
                    <a:pt x="811" y="1"/>
                  </a:moveTo>
                  <a:cubicBezTo>
                    <a:pt x="362" y="1"/>
                    <a:pt x="0" y="362"/>
                    <a:pt x="0" y="812"/>
                  </a:cubicBezTo>
                  <a:lnTo>
                    <a:pt x="0" y="10921"/>
                  </a:lnTo>
                  <a:cubicBezTo>
                    <a:pt x="0" y="11370"/>
                    <a:pt x="362" y="11732"/>
                    <a:pt x="811" y="11732"/>
                  </a:cubicBezTo>
                  <a:lnTo>
                    <a:pt x="21202" y="11732"/>
                  </a:lnTo>
                  <a:cubicBezTo>
                    <a:pt x="21651" y="11732"/>
                    <a:pt x="22013" y="11370"/>
                    <a:pt x="22013" y="10921"/>
                  </a:cubicBezTo>
                  <a:lnTo>
                    <a:pt x="22013" y="812"/>
                  </a:lnTo>
                  <a:cubicBezTo>
                    <a:pt x="22013" y="362"/>
                    <a:pt x="21651" y="1"/>
                    <a:pt x="2120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0920" bIns="70920" anchor="ctr">
              <a:noAutofit/>
            </a:bodyPr>
            <a:lstStyle/>
            <a:p>
              <a:endParaRPr lang="en-US" sz="1400" b="0" u="none" strike="noStrike">
                <a:solidFill>
                  <a:srgbClr val="000000"/>
                </a:solidFill>
                <a:effectLst/>
                <a:uFillTx/>
                <a:latin typeface="Arial"/>
              </a:endParaRPr>
            </a:p>
          </p:txBody>
        </p:sp>
        <p:sp>
          <p:nvSpPr>
            <p:cNvPr id="122" name="Google Shape;2447;p 1"/>
            <p:cNvSpPr/>
            <p:nvPr/>
          </p:nvSpPr>
          <p:spPr>
            <a:xfrm>
              <a:off x="741240" y="3547800"/>
              <a:ext cx="353880" cy="357840"/>
            </a:xfrm>
            <a:custGeom>
              <a:avLst/>
              <a:gdLst>
                <a:gd name="textAreaLeft" fmla="*/ 0 w 353880"/>
                <a:gd name="textAreaRight" fmla="*/ 354240 w 353880"/>
                <a:gd name="textAreaTop" fmla="*/ 0 h 357840"/>
                <a:gd name="textAreaBottom" fmla="*/ 358200 h 357840"/>
              </a:gdLst>
              <a:ahLst/>
              <a:cxnLst/>
              <a:rect l="textAreaLeft" t="textAreaTop" r="textAreaRight" b="textAreaBottom"/>
              <a:pathLst>
                <a:path w="17760" h="19267">
                  <a:moveTo>
                    <a:pt x="8881" y="0"/>
                  </a:moveTo>
                  <a:lnTo>
                    <a:pt x="1" y="7083"/>
                  </a:lnTo>
                  <a:lnTo>
                    <a:pt x="1" y="19267"/>
                  </a:lnTo>
                  <a:lnTo>
                    <a:pt x="17759" y="19267"/>
                  </a:lnTo>
                  <a:lnTo>
                    <a:pt x="17759" y="7083"/>
                  </a:lnTo>
                  <a:lnTo>
                    <a:pt x="888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23" name="Google Shape;2448;p 1"/>
            <p:cNvSpPr/>
            <p:nvPr/>
          </p:nvSpPr>
          <p:spPr>
            <a:xfrm>
              <a:off x="850320" y="3719880"/>
              <a:ext cx="62640" cy="38160"/>
            </a:xfrm>
            <a:custGeom>
              <a:avLst/>
              <a:gdLst>
                <a:gd name="textAreaLeft" fmla="*/ 0 w 62640"/>
                <a:gd name="textAreaRight" fmla="*/ 63000 w 62640"/>
                <a:gd name="textAreaTop" fmla="*/ 0 h 38160"/>
                <a:gd name="textAreaBottom" fmla="*/ 38520 h 38160"/>
              </a:gdLst>
              <a:ahLst/>
              <a:cxnLst/>
              <a:rect l="textAreaLeft" t="textAreaTop" r="textAreaRight" b="textAreaBottom"/>
              <a:pathLst>
                <a:path w="3155" h="2080">
                  <a:moveTo>
                    <a:pt x="0" y="0"/>
                  </a:moveTo>
                  <a:lnTo>
                    <a:pt x="0" y="2080"/>
                  </a:lnTo>
                  <a:lnTo>
                    <a:pt x="3155" y="2080"/>
                  </a:lnTo>
                  <a:lnTo>
                    <a:pt x="3155" y="0"/>
                  </a:lnTo>
                  <a:close/>
                </a:path>
              </a:pathLst>
            </a:custGeom>
            <a:solidFill>
              <a:srgbClr val="FDCF88"/>
            </a:solidFill>
            <a:ln w="0">
              <a:noFill/>
            </a:ln>
          </p:spPr>
          <p:style>
            <a:lnRef idx="0">
              <a:scrgbClr r="0" g="0" b="0"/>
            </a:lnRef>
            <a:fillRef idx="0">
              <a:scrgbClr r="0" g="0" b="0"/>
            </a:fillRef>
            <a:effectRef idx="0">
              <a:scrgbClr r="0" g="0" b="0"/>
            </a:effectRef>
            <a:fontRef idx="minor"/>
          </p:style>
          <p:txBody>
            <a:bodyPr tIns="12600" bIns="12600" anchor="ctr">
              <a:noAutofit/>
            </a:bodyPr>
            <a:lstStyle/>
            <a:p>
              <a:endParaRPr lang="en-US" sz="1400" b="0" u="none" strike="noStrike">
                <a:solidFill>
                  <a:srgbClr val="000000"/>
                </a:solidFill>
                <a:effectLst/>
                <a:uFillTx/>
                <a:latin typeface="Arial"/>
              </a:endParaRPr>
            </a:p>
          </p:txBody>
        </p:sp>
        <p:sp>
          <p:nvSpPr>
            <p:cNvPr id="124" name="Google Shape;2449;p 1"/>
            <p:cNvSpPr/>
            <p:nvPr/>
          </p:nvSpPr>
          <p:spPr>
            <a:xfrm>
              <a:off x="807840" y="3656880"/>
              <a:ext cx="221400" cy="208800"/>
            </a:xfrm>
            <a:custGeom>
              <a:avLst/>
              <a:gdLst>
                <a:gd name="textAreaLeft" fmla="*/ 0 w 221400"/>
                <a:gd name="textAreaRight" fmla="*/ 221760 w 221400"/>
                <a:gd name="textAreaTop" fmla="*/ 0 h 208800"/>
                <a:gd name="textAreaBottom" fmla="*/ 209160 h 208800"/>
              </a:gdLst>
              <a:ahLst/>
              <a:cxnLst/>
              <a:rect l="textAreaLeft" t="textAreaTop" r="textAreaRight" b="textAreaBottom"/>
              <a:pathLst>
                <a:path w="11086" h="11246">
                  <a:moveTo>
                    <a:pt x="5542" y="0"/>
                  </a:moveTo>
                  <a:cubicBezTo>
                    <a:pt x="2481" y="0"/>
                    <a:pt x="0" y="2517"/>
                    <a:pt x="0" y="5622"/>
                  </a:cubicBezTo>
                  <a:cubicBezTo>
                    <a:pt x="0" y="8727"/>
                    <a:pt x="2481" y="11246"/>
                    <a:pt x="5542" y="11246"/>
                  </a:cubicBezTo>
                  <a:cubicBezTo>
                    <a:pt x="8604" y="11246"/>
                    <a:pt x="11085" y="8727"/>
                    <a:pt x="11085" y="5622"/>
                  </a:cubicBezTo>
                  <a:cubicBezTo>
                    <a:pt x="11085" y="2517"/>
                    <a:pt x="8603" y="0"/>
                    <a:pt x="5542" y="0"/>
                  </a:cubicBezTo>
                  <a:close/>
                </a:path>
              </a:pathLst>
            </a:custGeom>
            <a:solidFill>
              <a:srgbClr val="2A2639"/>
            </a:solidFill>
            <a:ln w="0">
              <a:noFill/>
            </a:ln>
          </p:spPr>
          <p:style>
            <a:lnRef idx="0">
              <a:scrgbClr r="0" g="0" b="0"/>
            </a:lnRef>
            <a:fillRef idx="0">
              <a:scrgbClr r="0" g="0" b="0"/>
            </a:fillRef>
            <a:effectRef idx="0">
              <a:scrgbClr r="0" g="0" b="0"/>
            </a:effectRef>
            <a:fontRef idx="minor"/>
          </p:style>
          <p:txBody>
            <a:bodyPr tIns="68040" bIns="68040" anchor="ctr">
              <a:noAutofit/>
            </a:bodyPr>
            <a:lstStyle/>
            <a:p>
              <a:endParaRPr lang="en-US" sz="1400" b="0" u="none" strike="noStrike">
                <a:solidFill>
                  <a:srgbClr val="FFFFFF"/>
                </a:solidFill>
                <a:effectLst/>
                <a:uFillTx/>
                <a:latin typeface="Arial"/>
              </a:endParaRPr>
            </a:p>
          </p:txBody>
        </p:sp>
        <p:sp>
          <p:nvSpPr>
            <p:cNvPr id="125" name="Google Shape;2450;p 1"/>
            <p:cNvSpPr/>
            <p:nvPr/>
          </p:nvSpPr>
          <p:spPr>
            <a:xfrm>
              <a:off x="692640" y="3528360"/>
              <a:ext cx="451080" cy="188640"/>
            </a:xfrm>
            <a:custGeom>
              <a:avLst/>
              <a:gdLst>
                <a:gd name="textAreaLeft" fmla="*/ 0 w 451080"/>
                <a:gd name="textAreaRight" fmla="*/ 451440 w 451080"/>
                <a:gd name="textAreaTop" fmla="*/ 0 h 188640"/>
                <a:gd name="textAreaBottom" fmla="*/ 189000 h 188640"/>
              </a:gdLst>
              <a:ahLst/>
              <a:cxnLst/>
              <a:rect l="textAreaLeft" t="textAreaTop" r="textAreaRight" b="textAreaBottom"/>
              <a:pathLst>
                <a:path w="22569" h="10170">
                  <a:moveTo>
                    <a:pt x="11307" y="1"/>
                  </a:moveTo>
                  <a:cubicBezTo>
                    <a:pt x="11077" y="1"/>
                    <a:pt x="10847" y="76"/>
                    <a:pt x="10657" y="227"/>
                  </a:cubicBezTo>
                  <a:lnTo>
                    <a:pt x="524" y="8311"/>
                  </a:lnTo>
                  <a:cubicBezTo>
                    <a:pt x="73" y="8670"/>
                    <a:pt x="1" y="9327"/>
                    <a:pt x="359" y="9776"/>
                  </a:cubicBezTo>
                  <a:cubicBezTo>
                    <a:pt x="565" y="10035"/>
                    <a:pt x="868" y="10169"/>
                    <a:pt x="1174" y="10169"/>
                  </a:cubicBezTo>
                  <a:cubicBezTo>
                    <a:pt x="1402" y="10169"/>
                    <a:pt x="1631" y="10094"/>
                    <a:pt x="1823" y="9941"/>
                  </a:cubicBezTo>
                  <a:lnTo>
                    <a:pt x="11307" y="2375"/>
                  </a:lnTo>
                  <a:lnTo>
                    <a:pt x="20789" y="9941"/>
                  </a:lnTo>
                  <a:cubicBezTo>
                    <a:pt x="20974" y="10088"/>
                    <a:pt x="21202" y="10168"/>
                    <a:pt x="21438" y="10169"/>
                  </a:cubicBezTo>
                  <a:cubicBezTo>
                    <a:pt x="21882" y="10169"/>
                    <a:pt x="22276" y="9889"/>
                    <a:pt x="22423" y="9471"/>
                  </a:cubicBezTo>
                  <a:cubicBezTo>
                    <a:pt x="22568" y="9053"/>
                    <a:pt x="22435" y="8588"/>
                    <a:pt x="22089" y="8311"/>
                  </a:cubicBezTo>
                  <a:lnTo>
                    <a:pt x="11956" y="227"/>
                  </a:lnTo>
                  <a:cubicBezTo>
                    <a:pt x="11766" y="76"/>
                    <a:pt x="11537" y="1"/>
                    <a:pt x="1130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1560" bIns="61560" anchor="ctr">
              <a:noAutofit/>
            </a:bodyPr>
            <a:lstStyle/>
            <a:p>
              <a:endParaRPr lang="en-US" sz="1400" b="0" u="none" strike="noStrike">
                <a:solidFill>
                  <a:srgbClr val="000000"/>
                </a:solidFill>
                <a:effectLst/>
                <a:uFillTx/>
                <a:latin typeface="Arial"/>
              </a:endParaRPr>
            </a:p>
          </p:txBody>
        </p:sp>
        <p:sp>
          <p:nvSpPr>
            <p:cNvPr id="126" name="Google Shape;2451;p 1"/>
            <p:cNvSpPr/>
            <p:nvPr/>
          </p:nvSpPr>
          <p:spPr>
            <a:xfrm>
              <a:off x="1220040" y="4110840"/>
              <a:ext cx="163080" cy="152640"/>
            </a:xfrm>
            <a:custGeom>
              <a:avLst/>
              <a:gdLst>
                <a:gd name="textAreaLeft" fmla="*/ 0 w 163080"/>
                <a:gd name="textAreaRight" fmla="*/ 163440 w 163080"/>
                <a:gd name="textAreaTop" fmla="*/ 0 h 152640"/>
                <a:gd name="textAreaBottom" fmla="*/ 153000 h 152640"/>
              </a:gdLst>
              <a:ahLst/>
              <a:cxnLst/>
              <a:rect l="textAreaLeft" t="textAreaTop" r="textAreaRight" b="textAreaBottom"/>
              <a:pathLst>
                <a:path w="8199" h="8236">
                  <a:moveTo>
                    <a:pt x="697" y="1"/>
                  </a:moveTo>
                  <a:cubicBezTo>
                    <a:pt x="312" y="1"/>
                    <a:pt x="0" y="314"/>
                    <a:pt x="0" y="699"/>
                  </a:cubicBezTo>
                  <a:lnTo>
                    <a:pt x="0" y="7537"/>
                  </a:lnTo>
                  <a:cubicBezTo>
                    <a:pt x="0" y="7924"/>
                    <a:pt x="312" y="8236"/>
                    <a:pt x="697" y="8236"/>
                  </a:cubicBezTo>
                  <a:lnTo>
                    <a:pt x="7500" y="8236"/>
                  </a:lnTo>
                  <a:cubicBezTo>
                    <a:pt x="7885" y="8236"/>
                    <a:pt x="8198" y="7924"/>
                    <a:pt x="8198" y="7537"/>
                  </a:cubicBezTo>
                  <a:lnTo>
                    <a:pt x="8198" y="699"/>
                  </a:lnTo>
                  <a:cubicBezTo>
                    <a:pt x="8198" y="314"/>
                    <a:pt x="7885" y="1"/>
                    <a:pt x="7500" y="1"/>
                  </a:cubicBezTo>
                  <a:close/>
                </a:path>
              </a:pathLst>
            </a:custGeom>
            <a:solidFill>
              <a:srgbClr val="559A90"/>
            </a:solidFill>
            <a:ln w="0">
              <a:noFill/>
            </a:ln>
          </p:spPr>
          <p:style>
            <a:lnRef idx="0">
              <a:scrgbClr r="0" g="0" b="0"/>
            </a:lnRef>
            <a:fillRef idx="0">
              <a:scrgbClr r="0" g="0" b="0"/>
            </a:fillRef>
            <a:effectRef idx="0">
              <a:scrgbClr r="0" g="0" b="0"/>
            </a:effectRef>
            <a:fontRef idx="minor"/>
          </p:style>
          <p:txBody>
            <a:bodyPr tIns="49680" bIns="49680" anchor="ctr">
              <a:noAutofit/>
            </a:bodyPr>
            <a:lstStyle/>
            <a:p>
              <a:endParaRPr lang="en-US" sz="1400" b="0" u="none" strike="noStrike">
                <a:solidFill>
                  <a:srgbClr val="FFFFFF"/>
                </a:solidFill>
                <a:effectLst/>
                <a:uFillTx/>
                <a:latin typeface="Arial"/>
              </a:endParaRPr>
            </a:p>
          </p:txBody>
        </p:sp>
        <p:sp>
          <p:nvSpPr>
            <p:cNvPr id="127" name="Google Shape;2452;p 1"/>
            <p:cNvSpPr/>
            <p:nvPr/>
          </p:nvSpPr>
          <p:spPr>
            <a:xfrm>
              <a:off x="1220040" y="4110840"/>
              <a:ext cx="163080" cy="151560"/>
            </a:xfrm>
            <a:custGeom>
              <a:avLst/>
              <a:gdLst>
                <a:gd name="textAreaLeft" fmla="*/ 0 w 163080"/>
                <a:gd name="textAreaRight" fmla="*/ 163440 w 163080"/>
                <a:gd name="textAreaTop" fmla="*/ 0 h 151560"/>
                <a:gd name="textAreaBottom" fmla="*/ 151920 h 151560"/>
              </a:gdLst>
              <a:ahLst/>
              <a:cxnLst/>
              <a:rect l="textAreaLeft" t="textAreaTop" r="textAreaRight" b="textAreaBottom"/>
              <a:pathLst>
                <a:path w="8199" h="8161">
                  <a:moveTo>
                    <a:pt x="697" y="1"/>
                  </a:moveTo>
                  <a:cubicBezTo>
                    <a:pt x="312" y="1"/>
                    <a:pt x="0" y="314"/>
                    <a:pt x="0" y="699"/>
                  </a:cubicBezTo>
                  <a:lnTo>
                    <a:pt x="0" y="7462"/>
                  </a:lnTo>
                  <a:cubicBezTo>
                    <a:pt x="0" y="7849"/>
                    <a:pt x="312" y="8160"/>
                    <a:pt x="697" y="8160"/>
                  </a:cubicBezTo>
                  <a:lnTo>
                    <a:pt x="7500" y="8160"/>
                  </a:lnTo>
                  <a:cubicBezTo>
                    <a:pt x="7885" y="8160"/>
                    <a:pt x="8198" y="7849"/>
                    <a:pt x="8198" y="7462"/>
                  </a:cubicBezTo>
                  <a:lnTo>
                    <a:pt x="8198" y="699"/>
                  </a:lnTo>
                  <a:cubicBezTo>
                    <a:pt x="8198" y="314"/>
                    <a:pt x="7885" y="1"/>
                    <a:pt x="7500"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9320" bIns="49320" anchor="ctr">
              <a:noAutofit/>
            </a:bodyPr>
            <a:lstStyle/>
            <a:p>
              <a:endParaRPr lang="en-US" sz="1400" b="0" u="none" strike="noStrike">
                <a:solidFill>
                  <a:srgbClr val="000000"/>
                </a:solidFill>
                <a:effectLst/>
                <a:uFillTx/>
                <a:latin typeface="Arial"/>
              </a:endParaRPr>
            </a:p>
          </p:txBody>
        </p:sp>
        <p:sp>
          <p:nvSpPr>
            <p:cNvPr id="128" name="Google Shape;2453;p 1"/>
            <p:cNvSpPr/>
            <p:nvPr/>
          </p:nvSpPr>
          <p:spPr>
            <a:xfrm>
              <a:off x="1451160" y="4110840"/>
              <a:ext cx="163440" cy="152640"/>
            </a:xfrm>
            <a:custGeom>
              <a:avLst/>
              <a:gdLst>
                <a:gd name="textAreaLeft" fmla="*/ 0 w 163440"/>
                <a:gd name="textAreaRight" fmla="*/ 163800 w 163440"/>
                <a:gd name="textAreaTop" fmla="*/ 0 h 152640"/>
                <a:gd name="textAreaBottom" fmla="*/ 153000 h 152640"/>
              </a:gdLst>
              <a:ahLst/>
              <a:cxnLst/>
              <a:rect l="textAreaLeft" t="textAreaTop" r="textAreaRight" b="textAreaBottom"/>
              <a:pathLst>
                <a:path w="8199" h="8236">
                  <a:moveTo>
                    <a:pt x="697" y="1"/>
                  </a:moveTo>
                  <a:cubicBezTo>
                    <a:pt x="312" y="1"/>
                    <a:pt x="0" y="314"/>
                    <a:pt x="0" y="699"/>
                  </a:cubicBezTo>
                  <a:lnTo>
                    <a:pt x="0" y="7537"/>
                  </a:lnTo>
                  <a:cubicBezTo>
                    <a:pt x="0" y="7924"/>
                    <a:pt x="312" y="8236"/>
                    <a:pt x="697" y="8236"/>
                  </a:cubicBezTo>
                  <a:lnTo>
                    <a:pt x="7500" y="8236"/>
                  </a:lnTo>
                  <a:cubicBezTo>
                    <a:pt x="7885" y="8236"/>
                    <a:pt x="8198" y="7924"/>
                    <a:pt x="8198" y="7537"/>
                  </a:cubicBezTo>
                  <a:lnTo>
                    <a:pt x="8198" y="699"/>
                  </a:lnTo>
                  <a:cubicBezTo>
                    <a:pt x="8198" y="314"/>
                    <a:pt x="7885" y="1"/>
                    <a:pt x="7500"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9680" bIns="49680" anchor="ctr">
              <a:noAutofit/>
            </a:bodyPr>
            <a:lstStyle/>
            <a:p>
              <a:endParaRPr lang="en-US" sz="1400" b="0" u="none" strike="noStrike">
                <a:solidFill>
                  <a:srgbClr val="000000"/>
                </a:solidFill>
                <a:effectLst/>
                <a:uFillTx/>
                <a:latin typeface="Arial"/>
              </a:endParaRPr>
            </a:p>
          </p:txBody>
        </p:sp>
        <p:sp>
          <p:nvSpPr>
            <p:cNvPr id="129" name="Google Shape;2454;p 1"/>
            <p:cNvSpPr/>
            <p:nvPr/>
          </p:nvSpPr>
          <p:spPr>
            <a:xfrm>
              <a:off x="1220040" y="4294080"/>
              <a:ext cx="163080" cy="152280"/>
            </a:xfrm>
            <a:custGeom>
              <a:avLst/>
              <a:gdLst>
                <a:gd name="textAreaLeft" fmla="*/ 0 w 163080"/>
                <a:gd name="textAreaRight" fmla="*/ 163440 w 163080"/>
                <a:gd name="textAreaTop" fmla="*/ 0 h 152280"/>
                <a:gd name="textAreaBottom" fmla="*/ 152640 h 152280"/>
              </a:gdLst>
              <a:ahLst/>
              <a:cxnLst/>
              <a:rect l="textAreaLeft" t="textAreaTop" r="textAreaRight" b="textAreaBottom"/>
              <a:pathLst>
                <a:path w="8199" h="8236">
                  <a:moveTo>
                    <a:pt x="697" y="1"/>
                  </a:moveTo>
                  <a:cubicBezTo>
                    <a:pt x="312" y="1"/>
                    <a:pt x="0" y="312"/>
                    <a:pt x="0" y="699"/>
                  </a:cubicBezTo>
                  <a:lnTo>
                    <a:pt x="0" y="7537"/>
                  </a:lnTo>
                  <a:cubicBezTo>
                    <a:pt x="0" y="7924"/>
                    <a:pt x="312" y="8236"/>
                    <a:pt x="697" y="8236"/>
                  </a:cubicBezTo>
                  <a:lnTo>
                    <a:pt x="7500" y="8236"/>
                  </a:lnTo>
                  <a:cubicBezTo>
                    <a:pt x="7885" y="8236"/>
                    <a:pt x="8198" y="7924"/>
                    <a:pt x="8198" y="7537"/>
                  </a:cubicBezTo>
                  <a:lnTo>
                    <a:pt x="8198" y="699"/>
                  </a:lnTo>
                  <a:cubicBezTo>
                    <a:pt x="8198" y="312"/>
                    <a:pt x="7885" y="1"/>
                    <a:pt x="7500" y="1"/>
                  </a:cubicBezTo>
                  <a:close/>
                </a:path>
              </a:pathLst>
            </a:custGeom>
            <a:solidFill>
              <a:srgbClr val="559A90"/>
            </a:solidFill>
            <a:ln w="0">
              <a:noFill/>
            </a:ln>
          </p:spPr>
          <p:style>
            <a:lnRef idx="0">
              <a:scrgbClr r="0" g="0" b="0"/>
            </a:lnRef>
            <a:fillRef idx="0">
              <a:scrgbClr r="0" g="0" b="0"/>
            </a:fillRef>
            <a:effectRef idx="0">
              <a:scrgbClr r="0" g="0" b="0"/>
            </a:effectRef>
            <a:fontRef idx="minor"/>
          </p:style>
          <p:txBody>
            <a:bodyPr tIns="49680" bIns="49680" anchor="ctr">
              <a:noAutofit/>
            </a:bodyPr>
            <a:lstStyle/>
            <a:p>
              <a:endParaRPr lang="en-US" sz="1400" b="0" u="none" strike="noStrike">
                <a:solidFill>
                  <a:srgbClr val="FFFFFF"/>
                </a:solidFill>
                <a:effectLst/>
                <a:uFillTx/>
                <a:latin typeface="Arial"/>
              </a:endParaRPr>
            </a:p>
          </p:txBody>
        </p:sp>
        <p:sp>
          <p:nvSpPr>
            <p:cNvPr id="130" name="Google Shape;2455;p 1"/>
            <p:cNvSpPr/>
            <p:nvPr/>
          </p:nvSpPr>
          <p:spPr>
            <a:xfrm>
              <a:off x="1220040" y="4294080"/>
              <a:ext cx="163080" cy="151200"/>
            </a:xfrm>
            <a:custGeom>
              <a:avLst/>
              <a:gdLst>
                <a:gd name="textAreaLeft" fmla="*/ 0 w 163080"/>
                <a:gd name="textAreaRight" fmla="*/ 163440 w 163080"/>
                <a:gd name="textAreaTop" fmla="*/ 0 h 151200"/>
                <a:gd name="textAreaBottom" fmla="*/ 151560 h 151200"/>
              </a:gdLst>
              <a:ahLst/>
              <a:cxnLst/>
              <a:rect l="textAreaLeft" t="textAreaTop" r="textAreaRight" b="textAreaBottom"/>
              <a:pathLst>
                <a:path w="8199" h="8160">
                  <a:moveTo>
                    <a:pt x="697" y="1"/>
                  </a:moveTo>
                  <a:cubicBezTo>
                    <a:pt x="312" y="1"/>
                    <a:pt x="0" y="312"/>
                    <a:pt x="0" y="699"/>
                  </a:cubicBezTo>
                  <a:lnTo>
                    <a:pt x="0" y="7461"/>
                  </a:lnTo>
                  <a:cubicBezTo>
                    <a:pt x="0" y="7849"/>
                    <a:pt x="312" y="8160"/>
                    <a:pt x="697" y="8160"/>
                  </a:cubicBezTo>
                  <a:lnTo>
                    <a:pt x="7500" y="8160"/>
                  </a:lnTo>
                  <a:cubicBezTo>
                    <a:pt x="7885" y="8160"/>
                    <a:pt x="8198" y="7849"/>
                    <a:pt x="8198" y="7461"/>
                  </a:cubicBezTo>
                  <a:lnTo>
                    <a:pt x="8198" y="699"/>
                  </a:lnTo>
                  <a:cubicBezTo>
                    <a:pt x="8198" y="312"/>
                    <a:pt x="7885" y="1"/>
                    <a:pt x="7500"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9320" bIns="49320" anchor="ctr">
              <a:noAutofit/>
            </a:bodyPr>
            <a:lstStyle/>
            <a:p>
              <a:endParaRPr lang="en-US" sz="1400" b="0" u="none" strike="noStrike">
                <a:solidFill>
                  <a:srgbClr val="000000"/>
                </a:solidFill>
                <a:effectLst/>
                <a:uFillTx/>
                <a:latin typeface="Arial"/>
              </a:endParaRPr>
            </a:p>
          </p:txBody>
        </p:sp>
        <p:sp>
          <p:nvSpPr>
            <p:cNvPr id="131" name="Google Shape;2456;p 1"/>
            <p:cNvSpPr/>
            <p:nvPr/>
          </p:nvSpPr>
          <p:spPr>
            <a:xfrm>
              <a:off x="1451160" y="4294080"/>
              <a:ext cx="163440" cy="152280"/>
            </a:xfrm>
            <a:custGeom>
              <a:avLst/>
              <a:gdLst>
                <a:gd name="textAreaLeft" fmla="*/ 0 w 163440"/>
                <a:gd name="textAreaRight" fmla="*/ 163800 w 163440"/>
                <a:gd name="textAreaTop" fmla="*/ 0 h 152280"/>
                <a:gd name="textAreaBottom" fmla="*/ 152640 h 152280"/>
              </a:gdLst>
              <a:ahLst/>
              <a:cxnLst/>
              <a:rect l="textAreaLeft" t="textAreaTop" r="textAreaRight" b="textAreaBottom"/>
              <a:pathLst>
                <a:path w="8199" h="8236">
                  <a:moveTo>
                    <a:pt x="697" y="1"/>
                  </a:moveTo>
                  <a:cubicBezTo>
                    <a:pt x="312" y="1"/>
                    <a:pt x="0" y="312"/>
                    <a:pt x="0" y="699"/>
                  </a:cubicBezTo>
                  <a:lnTo>
                    <a:pt x="0" y="7537"/>
                  </a:lnTo>
                  <a:cubicBezTo>
                    <a:pt x="0" y="7924"/>
                    <a:pt x="312" y="8236"/>
                    <a:pt x="697" y="8236"/>
                  </a:cubicBezTo>
                  <a:lnTo>
                    <a:pt x="7500" y="8236"/>
                  </a:lnTo>
                  <a:cubicBezTo>
                    <a:pt x="7885" y="8236"/>
                    <a:pt x="8198" y="7924"/>
                    <a:pt x="8198" y="7537"/>
                  </a:cubicBezTo>
                  <a:lnTo>
                    <a:pt x="8198" y="699"/>
                  </a:lnTo>
                  <a:cubicBezTo>
                    <a:pt x="8198" y="312"/>
                    <a:pt x="7885" y="1"/>
                    <a:pt x="7500"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9680" bIns="49680" anchor="ctr">
              <a:noAutofit/>
            </a:bodyPr>
            <a:lstStyle/>
            <a:p>
              <a:endParaRPr lang="en-US" sz="1400" b="0" u="none" strike="noStrike">
                <a:solidFill>
                  <a:srgbClr val="000000"/>
                </a:solidFill>
                <a:effectLst/>
                <a:uFillTx/>
                <a:latin typeface="Arial"/>
              </a:endParaRPr>
            </a:p>
          </p:txBody>
        </p:sp>
        <p:sp>
          <p:nvSpPr>
            <p:cNvPr id="132" name="Google Shape;2457;p 1"/>
            <p:cNvSpPr/>
            <p:nvPr/>
          </p:nvSpPr>
          <p:spPr>
            <a:xfrm>
              <a:off x="1220040" y="4476960"/>
              <a:ext cx="163080" cy="152640"/>
            </a:xfrm>
            <a:custGeom>
              <a:avLst/>
              <a:gdLst>
                <a:gd name="textAreaLeft" fmla="*/ 0 w 163080"/>
                <a:gd name="textAreaRight" fmla="*/ 163440 w 163080"/>
                <a:gd name="textAreaTop" fmla="*/ 0 h 152640"/>
                <a:gd name="textAreaBottom" fmla="*/ 153000 h 152640"/>
              </a:gdLst>
              <a:ahLst/>
              <a:cxnLst/>
              <a:rect l="textAreaLeft" t="textAreaTop" r="textAreaRight" b="textAreaBottom"/>
              <a:pathLst>
                <a:path w="8199" h="8236">
                  <a:moveTo>
                    <a:pt x="697" y="1"/>
                  </a:moveTo>
                  <a:cubicBezTo>
                    <a:pt x="312" y="1"/>
                    <a:pt x="0" y="312"/>
                    <a:pt x="0" y="699"/>
                  </a:cubicBezTo>
                  <a:lnTo>
                    <a:pt x="0" y="7537"/>
                  </a:lnTo>
                  <a:cubicBezTo>
                    <a:pt x="0" y="7924"/>
                    <a:pt x="312" y="8235"/>
                    <a:pt x="697" y="8235"/>
                  </a:cubicBezTo>
                  <a:lnTo>
                    <a:pt x="7500" y="8235"/>
                  </a:lnTo>
                  <a:cubicBezTo>
                    <a:pt x="7885" y="8235"/>
                    <a:pt x="8198" y="7924"/>
                    <a:pt x="8198" y="7537"/>
                  </a:cubicBezTo>
                  <a:lnTo>
                    <a:pt x="8198" y="699"/>
                  </a:lnTo>
                  <a:cubicBezTo>
                    <a:pt x="8198" y="312"/>
                    <a:pt x="7885" y="1"/>
                    <a:pt x="7500" y="1"/>
                  </a:cubicBezTo>
                  <a:close/>
                </a:path>
              </a:pathLst>
            </a:custGeom>
            <a:solidFill>
              <a:srgbClr val="559A90"/>
            </a:solidFill>
            <a:ln w="0">
              <a:noFill/>
            </a:ln>
          </p:spPr>
          <p:style>
            <a:lnRef idx="0">
              <a:scrgbClr r="0" g="0" b="0"/>
            </a:lnRef>
            <a:fillRef idx="0">
              <a:scrgbClr r="0" g="0" b="0"/>
            </a:fillRef>
            <a:effectRef idx="0">
              <a:scrgbClr r="0" g="0" b="0"/>
            </a:effectRef>
            <a:fontRef idx="minor"/>
          </p:style>
          <p:txBody>
            <a:bodyPr tIns="49680" bIns="49680" anchor="ctr">
              <a:noAutofit/>
            </a:bodyPr>
            <a:lstStyle/>
            <a:p>
              <a:endParaRPr lang="en-US" sz="1400" b="0" u="none" strike="noStrike">
                <a:solidFill>
                  <a:srgbClr val="FFFFFF"/>
                </a:solidFill>
                <a:effectLst/>
                <a:uFillTx/>
                <a:latin typeface="Arial"/>
              </a:endParaRPr>
            </a:p>
          </p:txBody>
        </p:sp>
        <p:sp>
          <p:nvSpPr>
            <p:cNvPr id="133" name="Google Shape;2458;p 1"/>
            <p:cNvSpPr/>
            <p:nvPr/>
          </p:nvSpPr>
          <p:spPr>
            <a:xfrm>
              <a:off x="1220040" y="4476960"/>
              <a:ext cx="163080" cy="151560"/>
            </a:xfrm>
            <a:custGeom>
              <a:avLst/>
              <a:gdLst>
                <a:gd name="textAreaLeft" fmla="*/ 0 w 163080"/>
                <a:gd name="textAreaRight" fmla="*/ 163440 w 163080"/>
                <a:gd name="textAreaTop" fmla="*/ 0 h 151560"/>
                <a:gd name="textAreaBottom" fmla="*/ 151920 h 151560"/>
              </a:gdLst>
              <a:ahLst/>
              <a:cxnLst/>
              <a:rect l="textAreaLeft" t="textAreaTop" r="textAreaRight" b="textAreaBottom"/>
              <a:pathLst>
                <a:path w="8199" h="8160">
                  <a:moveTo>
                    <a:pt x="697" y="1"/>
                  </a:moveTo>
                  <a:cubicBezTo>
                    <a:pt x="312" y="1"/>
                    <a:pt x="0" y="312"/>
                    <a:pt x="0" y="699"/>
                  </a:cubicBezTo>
                  <a:lnTo>
                    <a:pt x="0" y="7461"/>
                  </a:lnTo>
                  <a:cubicBezTo>
                    <a:pt x="0" y="7848"/>
                    <a:pt x="312" y="8160"/>
                    <a:pt x="697" y="8160"/>
                  </a:cubicBezTo>
                  <a:lnTo>
                    <a:pt x="7500" y="8160"/>
                  </a:lnTo>
                  <a:cubicBezTo>
                    <a:pt x="7885" y="8160"/>
                    <a:pt x="8198" y="7848"/>
                    <a:pt x="8198" y="7461"/>
                  </a:cubicBezTo>
                  <a:lnTo>
                    <a:pt x="8198" y="699"/>
                  </a:lnTo>
                  <a:cubicBezTo>
                    <a:pt x="8198" y="312"/>
                    <a:pt x="7885" y="1"/>
                    <a:pt x="7500"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9320" bIns="49320" anchor="ctr">
              <a:noAutofit/>
            </a:bodyPr>
            <a:lstStyle/>
            <a:p>
              <a:endParaRPr lang="en-US" sz="1400" b="0" u="none" strike="noStrike">
                <a:solidFill>
                  <a:srgbClr val="000000"/>
                </a:solidFill>
                <a:effectLst/>
                <a:uFillTx/>
                <a:latin typeface="Arial"/>
              </a:endParaRPr>
            </a:p>
          </p:txBody>
        </p:sp>
        <p:sp>
          <p:nvSpPr>
            <p:cNvPr id="134" name="Google Shape;2459;p 1"/>
            <p:cNvSpPr/>
            <p:nvPr/>
          </p:nvSpPr>
          <p:spPr>
            <a:xfrm>
              <a:off x="1451160" y="4476960"/>
              <a:ext cx="163440" cy="152640"/>
            </a:xfrm>
            <a:custGeom>
              <a:avLst/>
              <a:gdLst>
                <a:gd name="textAreaLeft" fmla="*/ 0 w 163440"/>
                <a:gd name="textAreaRight" fmla="*/ 163800 w 163440"/>
                <a:gd name="textAreaTop" fmla="*/ 0 h 152640"/>
                <a:gd name="textAreaBottom" fmla="*/ 153000 h 152640"/>
              </a:gdLst>
              <a:ahLst/>
              <a:cxnLst/>
              <a:rect l="textAreaLeft" t="textAreaTop" r="textAreaRight" b="textAreaBottom"/>
              <a:pathLst>
                <a:path w="8199" h="8236">
                  <a:moveTo>
                    <a:pt x="697" y="1"/>
                  </a:moveTo>
                  <a:cubicBezTo>
                    <a:pt x="312" y="1"/>
                    <a:pt x="0" y="312"/>
                    <a:pt x="0" y="699"/>
                  </a:cubicBezTo>
                  <a:lnTo>
                    <a:pt x="0" y="7537"/>
                  </a:lnTo>
                  <a:cubicBezTo>
                    <a:pt x="0" y="7924"/>
                    <a:pt x="312" y="8235"/>
                    <a:pt x="697" y="8235"/>
                  </a:cubicBezTo>
                  <a:lnTo>
                    <a:pt x="7500" y="8235"/>
                  </a:lnTo>
                  <a:cubicBezTo>
                    <a:pt x="7885" y="8235"/>
                    <a:pt x="8198" y="7924"/>
                    <a:pt x="8198" y="7537"/>
                  </a:cubicBezTo>
                  <a:lnTo>
                    <a:pt x="8198" y="699"/>
                  </a:lnTo>
                  <a:cubicBezTo>
                    <a:pt x="8198" y="312"/>
                    <a:pt x="7885" y="1"/>
                    <a:pt x="7500"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9680" bIns="49680" anchor="ctr">
              <a:noAutofit/>
            </a:bodyPr>
            <a:lstStyle/>
            <a:p>
              <a:endParaRPr lang="en-US" sz="1400" b="0" u="none" strike="noStrike">
                <a:solidFill>
                  <a:srgbClr val="000000"/>
                </a:solidFill>
                <a:effectLst/>
                <a:uFillTx/>
                <a:latin typeface="Arial"/>
              </a:endParaRPr>
            </a:p>
          </p:txBody>
        </p:sp>
        <p:sp>
          <p:nvSpPr>
            <p:cNvPr id="135" name="Google Shape;2460;p 1"/>
            <p:cNvSpPr/>
            <p:nvPr/>
          </p:nvSpPr>
          <p:spPr>
            <a:xfrm>
              <a:off x="1220040" y="4660200"/>
              <a:ext cx="163080" cy="152640"/>
            </a:xfrm>
            <a:custGeom>
              <a:avLst/>
              <a:gdLst>
                <a:gd name="textAreaLeft" fmla="*/ 0 w 163080"/>
                <a:gd name="textAreaRight" fmla="*/ 163440 w 163080"/>
                <a:gd name="textAreaTop" fmla="*/ 0 h 152640"/>
                <a:gd name="textAreaBottom" fmla="*/ 153000 h 152640"/>
              </a:gdLst>
              <a:ahLst/>
              <a:cxnLst/>
              <a:rect l="textAreaLeft" t="textAreaTop" r="textAreaRight" b="textAreaBottom"/>
              <a:pathLst>
                <a:path w="8199" h="8234">
                  <a:moveTo>
                    <a:pt x="697" y="0"/>
                  </a:moveTo>
                  <a:cubicBezTo>
                    <a:pt x="312" y="0"/>
                    <a:pt x="0" y="312"/>
                    <a:pt x="0" y="699"/>
                  </a:cubicBezTo>
                  <a:lnTo>
                    <a:pt x="0" y="7537"/>
                  </a:lnTo>
                  <a:cubicBezTo>
                    <a:pt x="0" y="7922"/>
                    <a:pt x="312" y="8234"/>
                    <a:pt x="697" y="8234"/>
                  </a:cubicBezTo>
                  <a:lnTo>
                    <a:pt x="7500" y="8234"/>
                  </a:lnTo>
                  <a:cubicBezTo>
                    <a:pt x="7885" y="8234"/>
                    <a:pt x="8198" y="7922"/>
                    <a:pt x="8198" y="7537"/>
                  </a:cubicBezTo>
                  <a:lnTo>
                    <a:pt x="8198" y="699"/>
                  </a:lnTo>
                  <a:cubicBezTo>
                    <a:pt x="8198" y="312"/>
                    <a:pt x="7885" y="0"/>
                    <a:pt x="7500" y="0"/>
                  </a:cubicBezTo>
                  <a:close/>
                </a:path>
              </a:pathLst>
            </a:custGeom>
            <a:solidFill>
              <a:srgbClr val="559A90"/>
            </a:solidFill>
            <a:ln w="0">
              <a:noFill/>
            </a:ln>
          </p:spPr>
          <p:style>
            <a:lnRef idx="0">
              <a:scrgbClr r="0" g="0" b="0"/>
            </a:lnRef>
            <a:fillRef idx="0">
              <a:scrgbClr r="0" g="0" b="0"/>
            </a:fillRef>
            <a:effectRef idx="0">
              <a:scrgbClr r="0" g="0" b="0"/>
            </a:effectRef>
            <a:fontRef idx="minor"/>
          </p:style>
          <p:txBody>
            <a:bodyPr tIns="49680" bIns="49680" anchor="ctr">
              <a:noAutofit/>
            </a:bodyPr>
            <a:lstStyle/>
            <a:p>
              <a:endParaRPr lang="en-US" sz="1400" b="0" u="none" strike="noStrike">
                <a:solidFill>
                  <a:srgbClr val="FFFFFF"/>
                </a:solidFill>
                <a:effectLst/>
                <a:uFillTx/>
                <a:latin typeface="Arial"/>
              </a:endParaRPr>
            </a:p>
          </p:txBody>
        </p:sp>
        <p:sp>
          <p:nvSpPr>
            <p:cNvPr id="136" name="Google Shape;2461;p 1"/>
            <p:cNvSpPr/>
            <p:nvPr/>
          </p:nvSpPr>
          <p:spPr>
            <a:xfrm>
              <a:off x="1220040" y="4660200"/>
              <a:ext cx="163080" cy="150840"/>
            </a:xfrm>
            <a:custGeom>
              <a:avLst/>
              <a:gdLst>
                <a:gd name="textAreaLeft" fmla="*/ 0 w 163080"/>
                <a:gd name="textAreaRight" fmla="*/ 163440 w 163080"/>
                <a:gd name="textAreaTop" fmla="*/ 0 h 150840"/>
                <a:gd name="textAreaBottom" fmla="*/ 151200 h 150840"/>
              </a:gdLst>
              <a:ahLst/>
              <a:cxnLst/>
              <a:rect l="textAreaLeft" t="textAreaTop" r="textAreaRight" b="textAreaBottom"/>
              <a:pathLst>
                <a:path w="8199" h="8159">
                  <a:moveTo>
                    <a:pt x="697" y="0"/>
                  </a:moveTo>
                  <a:cubicBezTo>
                    <a:pt x="312" y="0"/>
                    <a:pt x="0" y="312"/>
                    <a:pt x="0" y="699"/>
                  </a:cubicBezTo>
                  <a:lnTo>
                    <a:pt x="0" y="7461"/>
                  </a:lnTo>
                  <a:cubicBezTo>
                    <a:pt x="0" y="7847"/>
                    <a:pt x="312" y="8158"/>
                    <a:pt x="697" y="8158"/>
                  </a:cubicBezTo>
                  <a:lnTo>
                    <a:pt x="7500" y="8158"/>
                  </a:lnTo>
                  <a:cubicBezTo>
                    <a:pt x="7885" y="8158"/>
                    <a:pt x="8198" y="7847"/>
                    <a:pt x="8198" y="7461"/>
                  </a:cubicBezTo>
                  <a:lnTo>
                    <a:pt x="8198" y="699"/>
                  </a:lnTo>
                  <a:cubicBezTo>
                    <a:pt x="8198" y="312"/>
                    <a:pt x="7885" y="0"/>
                    <a:pt x="7500"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9320" bIns="49320" anchor="ctr">
              <a:noAutofit/>
            </a:bodyPr>
            <a:lstStyle/>
            <a:p>
              <a:endParaRPr lang="en-US" sz="1400" b="0" u="none" strike="noStrike">
                <a:solidFill>
                  <a:srgbClr val="000000"/>
                </a:solidFill>
                <a:effectLst/>
                <a:uFillTx/>
                <a:latin typeface="Arial"/>
              </a:endParaRPr>
            </a:p>
          </p:txBody>
        </p:sp>
        <p:sp>
          <p:nvSpPr>
            <p:cNvPr id="137" name="Google Shape;2462;p 1"/>
            <p:cNvSpPr/>
            <p:nvPr/>
          </p:nvSpPr>
          <p:spPr>
            <a:xfrm>
              <a:off x="1451160" y="4660200"/>
              <a:ext cx="163440" cy="152640"/>
            </a:xfrm>
            <a:custGeom>
              <a:avLst/>
              <a:gdLst>
                <a:gd name="textAreaLeft" fmla="*/ 0 w 163440"/>
                <a:gd name="textAreaRight" fmla="*/ 163800 w 163440"/>
                <a:gd name="textAreaTop" fmla="*/ 0 h 152640"/>
                <a:gd name="textAreaBottom" fmla="*/ 153000 h 152640"/>
              </a:gdLst>
              <a:ahLst/>
              <a:cxnLst/>
              <a:rect l="textAreaLeft" t="textAreaTop" r="textAreaRight" b="textAreaBottom"/>
              <a:pathLst>
                <a:path w="8199" h="8234">
                  <a:moveTo>
                    <a:pt x="697" y="0"/>
                  </a:moveTo>
                  <a:cubicBezTo>
                    <a:pt x="312" y="0"/>
                    <a:pt x="0" y="312"/>
                    <a:pt x="0" y="699"/>
                  </a:cubicBezTo>
                  <a:lnTo>
                    <a:pt x="0" y="7537"/>
                  </a:lnTo>
                  <a:cubicBezTo>
                    <a:pt x="0" y="7922"/>
                    <a:pt x="312" y="8234"/>
                    <a:pt x="697" y="8234"/>
                  </a:cubicBezTo>
                  <a:lnTo>
                    <a:pt x="7500" y="8234"/>
                  </a:lnTo>
                  <a:cubicBezTo>
                    <a:pt x="7885" y="8234"/>
                    <a:pt x="8198" y="7922"/>
                    <a:pt x="8198" y="7537"/>
                  </a:cubicBezTo>
                  <a:lnTo>
                    <a:pt x="8198" y="699"/>
                  </a:lnTo>
                  <a:cubicBezTo>
                    <a:pt x="8198" y="312"/>
                    <a:pt x="7885" y="0"/>
                    <a:pt x="7500"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9680" bIns="49680" anchor="ctr">
              <a:noAutofit/>
            </a:bodyPr>
            <a:lstStyle/>
            <a:p>
              <a:endParaRPr lang="en-US" sz="1400" b="0" u="none" strike="noStrike">
                <a:solidFill>
                  <a:srgbClr val="000000"/>
                </a:solidFill>
                <a:effectLst/>
                <a:uFillTx/>
                <a:latin typeface="Arial"/>
              </a:endParaRPr>
            </a:p>
          </p:txBody>
        </p:sp>
      </p:grpSp>
      <p:grpSp>
        <p:nvGrpSpPr>
          <p:cNvPr id="138" name="Google Shape;145;p15"/>
          <p:cNvGrpSpPr/>
          <p:nvPr/>
        </p:nvGrpSpPr>
        <p:grpSpPr>
          <a:xfrm>
            <a:off x="1368000" y="4114800"/>
            <a:ext cx="914400" cy="1174320"/>
            <a:chOff x="1368000" y="4114800"/>
            <a:chExt cx="914400" cy="1174320"/>
          </a:xfrm>
        </p:grpSpPr>
        <p:sp>
          <p:nvSpPr>
            <p:cNvPr id="139" name="Google Shape;146;p15"/>
            <p:cNvSpPr/>
            <p:nvPr/>
          </p:nvSpPr>
          <p:spPr>
            <a:xfrm>
              <a:off x="1368000" y="4114800"/>
              <a:ext cx="914400" cy="910080"/>
            </a:xfrm>
            <a:custGeom>
              <a:avLst/>
              <a:gdLst>
                <a:gd name="textAreaLeft" fmla="*/ 0 w 914400"/>
                <a:gd name="textAreaRight" fmla="*/ 914760 w 914400"/>
                <a:gd name="textAreaTop" fmla="*/ 0 h 910080"/>
                <a:gd name="textAreaBottom" fmla="*/ 910440 h 910080"/>
              </a:gdLst>
              <a:ahLst/>
              <a:cxnLst/>
              <a:rect l="textAreaLeft" t="textAreaTop" r="textAreaRight" b="textAreaBottom"/>
              <a:pathLst>
                <a:path w="86748" h="89196">
                  <a:moveTo>
                    <a:pt x="43054" y="1"/>
                  </a:moveTo>
                  <a:cubicBezTo>
                    <a:pt x="42402" y="1"/>
                    <a:pt x="41751" y="88"/>
                    <a:pt x="41123" y="262"/>
                  </a:cubicBezTo>
                  <a:cubicBezTo>
                    <a:pt x="34016" y="1728"/>
                    <a:pt x="32123" y="12041"/>
                    <a:pt x="31621" y="17405"/>
                  </a:cubicBezTo>
                  <a:cubicBezTo>
                    <a:pt x="31513" y="18538"/>
                    <a:pt x="30574" y="19411"/>
                    <a:pt x="29452" y="19411"/>
                  </a:cubicBezTo>
                  <a:cubicBezTo>
                    <a:pt x="29411" y="19411"/>
                    <a:pt x="29370" y="19410"/>
                    <a:pt x="29329" y="19407"/>
                  </a:cubicBezTo>
                  <a:cubicBezTo>
                    <a:pt x="29192" y="19400"/>
                    <a:pt x="29051" y="19396"/>
                    <a:pt x="28905" y="19396"/>
                  </a:cubicBezTo>
                  <a:cubicBezTo>
                    <a:pt x="26301" y="19396"/>
                    <a:pt x="22308" y="20621"/>
                    <a:pt x="20011" y="22918"/>
                  </a:cubicBezTo>
                  <a:cubicBezTo>
                    <a:pt x="16648" y="26278"/>
                    <a:pt x="16996" y="35825"/>
                    <a:pt x="17414" y="40637"/>
                  </a:cubicBezTo>
                  <a:cubicBezTo>
                    <a:pt x="17531" y="41954"/>
                    <a:pt x="16467" y="43020"/>
                    <a:pt x="15150" y="43020"/>
                  </a:cubicBezTo>
                  <a:cubicBezTo>
                    <a:pt x="15142" y="43020"/>
                    <a:pt x="15135" y="43020"/>
                    <a:pt x="15127" y="43020"/>
                  </a:cubicBezTo>
                  <a:cubicBezTo>
                    <a:pt x="15104" y="43020"/>
                    <a:pt x="15081" y="43019"/>
                    <a:pt x="15059" y="43019"/>
                  </a:cubicBezTo>
                  <a:cubicBezTo>
                    <a:pt x="10264" y="43019"/>
                    <a:pt x="8583" y="48058"/>
                    <a:pt x="8583" y="48058"/>
                  </a:cubicBezTo>
                  <a:cubicBezTo>
                    <a:pt x="1" y="67367"/>
                    <a:pt x="37751" y="86679"/>
                    <a:pt x="42399" y="88968"/>
                  </a:cubicBezTo>
                  <a:cubicBezTo>
                    <a:pt x="42704" y="89116"/>
                    <a:pt x="43037" y="89195"/>
                    <a:pt x="43376" y="89195"/>
                  </a:cubicBezTo>
                  <a:cubicBezTo>
                    <a:pt x="43714" y="89195"/>
                    <a:pt x="44047" y="89116"/>
                    <a:pt x="44349" y="88968"/>
                  </a:cubicBezTo>
                  <a:cubicBezTo>
                    <a:pt x="48998" y="86679"/>
                    <a:pt x="86748" y="67367"/>
                    <a:pt x="78165" y="48058"/>
                  </a:cubicBezTo>
                  <a:cubicBezTo>
                    <a:pt x="78165" y="48058"/>
                    <a:pt x="76488" y="43019"/>
                    <a:pt x="71693" y="43019"/>
                  </a:cubicBezTo>
                  <a:cubicBezTo>
                    <a:pt x="71670" y="43019"/>
                    <a:pt x="71647" y="43020"/>
                    <a:pt x="71624" y="43020"/>
                  </a:cubicBezTo>
                  <a:cubicBezTo>
                    <a:pt x="71617" y="43020"/>
                    <a:pt x="71609" y="43020"/>
                    <a:pt x="71602" y="43020"/>
                  </a:cubicBezTo>
                  <a:cubicBezTo>
                    <a:pt x="70282" y="43020"/>
                    <a:pt x="69224" y="41954"/>
                    <a:pt x="69335" y="40637"/>
                  </a:cubicBezTo>
                  <a:cubicBezTo>
                    <a:pt x="69755" y="35825"/>
                    <a:pt x="70103" y="26278"/>
                    <a:pt x="66740" y="22918"/>
                  </a:cubicBezTo>
                  <a:cubicBezTo>
                    <a:pt x="64443" y="20621"/>
                    <a:pt x="60448" y="19396"/>
                    <a:pt x="57843" y="19396"/>
                  </a:cubicBezTo>
                  <a:cubicBezTo>
                    <a:pt x="57697" y="19396"/>
                    <a:pt x="57556" y="19400"/>
                    <a:pt x="57420" y="19407"/>
                  </a:cubicBezTo>
                  <a:cubicBezTo>
                    <a:pt x="57379" y="19410"/>
                    <a:pt x="57338" y="19411"/>
                    <a:pt x="57297" y="19411"/>
                  </a:cubicBezTo>
                  <a:cubicBezTo>
                    <a:pt x="56174" y="19411"/>
                    <a:pt x="55236" y="18535"/>
                    <a:pt x="55130" y="17405"/>
                  </a:cubicBezTo>
                  <a:cubicBezTo>
                    <a:pt x="54625" y="12041"/>
                    <a:pt x="52735" y="1728"/>
                    <a:pt x="45629" y="262"/>
                  </a:cubicBezTo>
                  <a:cubicBezTo>
                    <a:pt x="44997" y="88"/>
                    <a:pt x="44348" y="1"/>
                    <a:pt x="43697" y="1"/>
                  </a:cubicBezTo>
                  <a:cubicBezTo>
                    <a:pt x="43590" y="1"/>
                    <a:pt x="43483" y="3"/>
                    <a:pt x="43376" y="8"/>
                  </a:cubicBezTo>
                  <a:cubicBezTo>
                    <a:pt x="43269" y="3"/>
                    <a:pt x="43162" y="1"/>
                    <a:pt x="43054" y="1"/>
                  </a:cubicBezTo>
                  <a:close/>
                </a:path>
              </a:pathLst>
            </a:custGeom>
            <a:solidFill>
              <a:srgbClr val="FFCB6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40" name="Google Shape;147;p15"/>
            <p:cNvSpPr/>
            <p:nvPr/>
          </p:nvSpPr>
          <p:spPr>
            <a:xfrm>
              <a:off x="1698120" y="4427280"/>
              <a:ext cx="267120" cy="861840"/>
            </a:xfrm>
            <a:custGeom>
              <a:avLst/>
              <a:gdLst>
                <a:gd name="textAreaLeft" fmla="*/ 0 w 267120"/>
                <a:gd name="textAreaRight" fmla="*/ 267480 w 267120"/>
                <a:gd name="textAreaTop" fmla="*/ 0 h 861840"/>
                <a:gd name="textAreaBottom" fmla="*/ 862200 h 861840"/>
              </a:gdLst>
              <a:ahLst/>
              <a:cxnLst/>
              <a:rect l="textAreaLeft" t="textAreaTop" r="textAreaRight" b="textAreaBottom"/>
              <a:pathLst>
                <a:path w="25355" h="84507">
                  <a:moveTo>
                    <a:pt x="12681" y="1"/>
                  </a:moveTo>
                  <a:cubicBezTo>
                    <a:pt x="12064" y="1"/>
                    <a:pt x="11565" y="500"/>
                    <a:pt x="11565" y="1117"/>
                  </a:cubicBezTo>
                  <a:lnTo>
                    <a:pt x="11565" y="34600"/>
                  </a:lnTo>
                  <a:lnTo>
                    <a:pt x="2111" y="23256"/>
                  </a:lnTo>
                  <a:cubicBezTo>
                    <a:pt x="1890" y="22990"/>
                    <a:pt x="1571" y="22854"/>
                    <a:pt x="1251" y="22854"/>
                  </a:cubicBezTo>
                  <a:cubicBezTo>
                    <a:pt x="999" y="22854"/>
                    <a:pt x="746" y="22938"/>
                    <a:pt x="539" y="23111"/>
                  </a:cubicBezTo>
                  <a:cubicBezTo>
                    <a:pt x="64" y="23507"/>
                    <a:pt x="1" y="24212"/>
                    <a:pt x="397" y="24687"/>
                  </a:cubicBezTo>
                  <a:lnTo>
                    <a:pt x="11565" y="38087"/>
                  </a:lnTo>
                  <a:lnTo>
                    <a:pt x="11565" y="83391"/>
                  </a:lnTo>
                  <a:cubicBezTo>
                    <a:pt x="11565" y="84008"/>
                    <a:pt x="12064" y="84507"/>
                    <a:pt x="12681" y="84507"/>
                  </a:cubicBezTo>
                  <a:cubicBezTo>
                    <a:pt x="13295" y="84507"/>
                    <a:pt x="13797" y="84008"/>
                    <a:pt x="13797" y="83391"/>
                  </a:cubicBezTo>
                  <a:lnTo>
                    <a:pt x="13797" y="28419"/>
                  </a:lnTo>
                  <a:lnTo>
                    <a:pt x="24950" y="15560"/>
                  </a:lnTo>
                  <a:cubicBezTo>
                    <a:pt x="25355" y="15094"/>
                    <a:pt x="25303" y="14390"/>
                    <a:pt x="24838" y="13984"/>
                  </a:cubicBezTo>
                  <a:cubicBezTo>
                    <a:pt x="24627" y="13801"/>
                    <a:pt x="24367" y="13711"/>
                    <a:pt x="24109" y="13711"/>
                  </a:cubicBezTo>
                  <a:cubicBezTo>
                    <a:pt x="23796" y="13711"/>
                    <a:pt x="23485" y="13843"/>
                    <a:pt x="23265" y="14099"/>
                  </a:cubicBezTo>
                  <a:lnTo>
                    <a:pt x="13797" y="25013"/>
                  </a:lnTo>
                  <a:lnTo>
                    <a:pt x="13797" y="1117"/>
                  </a:lnTo>
                  <a:cubicBezTo>
                    <a:pt x="13797" y="500"/>
                    <a:pt x="13298" y="1"/>
                    <a:pt x="1268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grpSp>
      <p:grpSp>
        <p:nvGrpSpPr>
          <p:cNvPr id="141" name="Google Shape;174;p 1"/>
          <p:cNvGrpSpPr/>
          <p:nvPr/>
        </p:nvGrpSpPr>
        <p:grpSpPr>
          <a:xfrm>
            <a:off x="61200" y="3967560"/>
            <a:ext cx="685800" cy="1290240"/>
            <a:chOff x="61200" y="3967560"/>
            <a:chExt cx="685800" cy="1290240"/>
          </a:xfrm>
        </p:grpSpPr>
        <p:sp>
          <p:nvSpPr>
            <p:cNvPr id="142" name="Google Shape;175;p 2"/>
            <p:cNvSpPr/>
            <p:nvPr/>
          </p:nvSpPr>
          <p:spPr>
            <a:xfrm>
              <a:off x="61200" y="3967560"/>
              <a:ext cx="685800" cy="798480"/>
            </a:xfrm>
            <a:custGeom>
              <a:avLst/>
              <a:gdLst>
                <a:gd name="textAreaLeft" fmla="*/ 0 w 685800"/>
                <a:gd name="textAreaRight" fmla="*/ 686160 w 685800"/>
                <a:gd name="textAreaTop" fmla="*/ 0 h 798480"/>
                <a:gd name="textAreaBottom" fmla="*/ 798840 h 798480"/>
              </a:gdLst>
              <a:ahLst/>
              <a:cxnLst/>
              <a:rect l="textAreaLeft" t="textAreaTop" r="textAreaRight" b="textAreaBottom"/>
              <a:pathLst>
                <a:path w="34897" h="45264">
                  <a:moveTo>
                    <a:pt x="17276" y="0"/>
                  </a:moveTo>
                  <a:cubicBezTo>
                    <a:pt x="7751" y="0"/>
                    <a:pt x="0" y="7161"/>
                    <a:pt x="0" y="16027"/>
                  </a:cubicBezTo>
                  <a:cubicBezTo>
                    <a:pt x="0" y="19703"/>
                    <a:pt x="1310" y="23294"/>
                    <a:pt x="3760" y="26082"/>
                  </a:cubicBezTo>
                  <a:cubicBezTo>
                    <a:pt x="5619" y="28152"/>
                    <a:pt x="6464" y="30898"/>
                    <a:pt x="6168" y="33687"/>
                  </a:cubicBezTo>
                  <a:cubicBezTo>
                    <a:pt x="6084" y="34194"/>
                    <a:pt x="6084" y="34701"/>
                    <a:pt x="6084" y="35208"/>
                  </a:cubicBezTo>
                  <a:cubicBezTo>
                    <a:pt x="6251" y="40775"/>
                    <a:pt x="11271" y="45264"/>
                    <a:pt x="17281" y="45264"/>
                  </a:cubicBezTo>
                  <a:cubicBezTo>
                    <a:pt x="17337" y="45264"/>
                    <a:pt x="17393" y="45263"/>
                    <a:pt x="17449" y="45263"/>
                  </a:cubicBezTo>
                  <a:cubicBezTo>
                    <a:pt x="23490" y="45136"/>
                    <a:pt x="28391" y="40573"/>
                    <a:pt x="28391" y="34912"/>
                  </a:cubicBezTo>
                  <a:lnTo>
                    <a:pt x="28391" y="34236"/>
                  </a:lnTo>
                  <a:cubicBezTo>
                    <a:pt x="28180" y="31109"/>
                    <a:pt x="29151" y="28025"/>
                    <a:pt x="31095" y="25617"/>
                  </a:cubicBezTo>
                  <a:cubicBezTo>
                    <a:pt x="33714" y="22364"/>
                    <a:pt x="34897" y="18224"/>
                    <a:pt x="34390" y="14084"/>
                  </a:cubicBezTo>
                  <a:cubicBezTo>
                    <a:pt x="33460" y="6775"/>
                    <a:pt x="27166" y="944"/>
                    <a:pt x="19223" y="99"/>
                  </a:cubicBezTo>
                  <a:cubicBezTo>
                    <a:pt x="18567" y="33"/>
                    <a:pt x="17917" y="0"/>
                    <a:pt x="17276" y="0"/>
                  </a:cubicBezTo>
                  <a:close/>
                </a:path>
              </a:pathLst>
            </a:custGeom>
            <a:solidFill>
              <a:srgbClr val="74C1B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43" name="Google Shape;176;p 2"/>
            <p:cNvSpPr/>
            <p:nvPr/>
          </p:nvSpPr>
          <p:spPr>
            <a:xfrm>
              <a:off x="266040" y="4341600"/>
              <a:ext cx="270000" cy="916200"/>
            </a:xfrm>
            <a:custGeom>
              <a:avLst/>
              <a:gdLst>
                <a:gd name="textAreaLeft" fmla="*/ 0 w 270000"/>
                <a:gd name="textAreaRight" fmla="*/ 270360 w 270000"/>
                <a:gd name="textAreaTop" fmla="*/ 0 h 916200"/>
                <a:gd name="textAreaBottom" fmla="*/ 916560 h 916200"/>
              </a:gdLst>
              <a:ahLst/>
              <a:cxnLst/>
              <a:rect l="textAreaLeft" t="textAreaTop" r="textAreaRight" b="textAreaBottom"/>
              <a:pathLst>
                <a:path w="13756" h="51966">
                  <a:moveTo>
                    <a:pt x="6954" y="1"/>
                  </a:moveTo>
                  <a:cubicBezTo>
                    <a:pt x="6574" y="1"/>
                    <a:pt x="6320" y="296"/>
                    <a:pt x="6320" y="634"/>
                  </a:cubicBezTo>
                  <a:lnTo>
                    <a:pt x="6320" y="9887"/>
                  </a:lnTo>
                  <a:lnTo>
                    <a:pt x="1673" y="3549"/>
                  </a:lnTo>
                  <a:cubicBezTo>
                    <a:pt x="1543" y="3336"/>
                    <a:pt x="1360" y="3249"/>
                    <a:pt x="1176" y="3249"/>
                  </a:cubicBezTo>
                  <a:cubicBezTo>
                    <a:pt x="705" y="3249"/>
                    <a:pt x="233" y="3823"/>
                    <a:pt x="659" y="4310"/>
                  </a:cubicBezTo>
                  <a:lnTo>
                    <a:pt x="5940" y="11577"/>
                  </a:lnTo>
                  <a:cubicBezTo>
                    <a:pt x="6025" y="11703"/>
                    <a:pt x="6151" y="11788"/>
                    <a:pt x="6320" y="11830"/>
                  </a:cubicBezTo>
                  <a:lnTo>
                    <a:pt x="6320" y="17069"/>
                  </a:lnTo>
                  <a:lnTo>
                    <a:pt x="1293" y="11112"/>
                  </a:lnTo>
                  <a:cubicBezTo>
                    <a:pt x="1160" y="10979"/>
                    <a:pt x="1010" y="10923"/>
                    <a:pt x="865" y="10923"/>
                  </a:cubicBezTo>
                  <a:cubicBezTo>
                    <a:pt x="409" y="10923"/>
                    <a:pt x="1" y="11476"/>
                    <a:pt x="321" y="11957"/>
                  </a:cubicBezTo>
                  <a:lnTo>
                    <a:pt x="6320" y="19012"/>
                  </a:lnTo>
                  <a:lnTo>
                    <a:pt x="6320" y="51332"/>
                  </a:lnTo>
                  <a:cubicBezTo>
                    <a:pt x="6278" y="51670"/>
                    <a:pt x="6574" y="51966"/>
                    <a:pt x="6954" y="51966"/>
                  </a:cubicBezTo>
                  <a:cubicBezTo>
                    <a:pt x="7292" y="51966"/>
                    <a:pt x="7546" y="51670"/>
                    <a:pt x="7546" y="51332"/>
                  </a:cubicBezTo>
                  <a:lnTo>
                    <a:pt x="7546" y="19012"/>
                  </a:lnTo>
                  <a:lnTo>
                    <a:pt x="13545" y="11915"/>
                  </a:lnTo>
                  <a:cubicBezTo>
                    <a:pt x="13756" y="11661"/>
                    <a:pt x="13714" y="11281"/>
                    <a:pt x="13460" y="11027"/>
                  </a:cubicBezTo>
                  <a:cubicBezTo>
                    <a:pt x="13351" y="10936"/>
                    <a:pt x="13210" y="10892"/>
                    <a:pt x="13068" y="10892"/>
                  </a:cubicBezTo>
                  <a:cubicBezTo>
                    <a:pt x="12881" y="10892"/>
                    <a:pt x="12693" y="10968"/>
                    <a:pt x="12573" y="11112"/>
                  </a:cubicBezTo>
                  <a:lnTo>
                    <a:pt x="7588" y="17069"/>
                  </a:lnTo>
                  <a:lnTo>
                    <a:pt x="7588" y="11788"/>
                  </a:lnTo>
                  <a:cubicBezTo>
                    <a:pt x="7715" y="11788"/>
                    <a:pt x="7841" y="11703"/>
                    <a:pt x="7926" y="11577"/>
                  </a:cubicBezTo>
                  <a:lnTo>
                    <a:pt x="13207" y="4310"/>
                  </a:lnTo>
                  <a:cubicBezTo>
                    <a:pt x="13515" y="3816"/>
                    <a:pt x="13103" y="3323"/>
                    <a:pt x="12660" y="3323"/>
                  </a:cubicBezTo>
                  <a:cubicBezTo>
                    <a:pt x="12497" y="3323"/>
                    <a:pt x="12330" y="3390"/>
                    <a:pt x="12193" y="3549"/>
                  </a:cubicBezTo>
                  <a:lnTo>
                    <a:pt x="7588" y="9887"/>
                  </a:lnTo>
                  <a:lnTo>
                    <a:pt x="7588" y="634"/>
                  </a:lnTo>
                  <a:cubicBezTo>
                    <a:pt x="7588" y="296"/>
                    <a:pt x="7292" y="1"/>
                    <a:pt x="695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grpSp>
      <p:grpSp>
        <p:nvGrpSpPr>
          <p:cNvPr id="144" name="Google Shape;1874;p 1"/>
          <p:cNvGrpSpPr/>
          <p:nvPr/>
        </p:nvGrpSpPr>
        <p:grpSpPr>
          <a:xfrm>
            <a:off x="7543800" y="3886200"/>
            <a:ext cx="1552320" cy="1235520"/>
            <a:chOff x="7543800" y="3886200"/>
            <a:chExt cx="1552320" cy="1235520"/>
          </a:xfrm>
        </p:grpSpPr>
        <p:sp>
          <p:nvSpPr>
            <p:cNvPr id="145" name="Google Shape;1875;p 1"/>
            <p:cNvSpPr/>
            <p:nvPr/>
          </p:nvSpPr>
          <p:spPr>
            <a:xfrm>
              <a:off x="8571960" y="4804920"/>
              <a:ext cx="524160" cy="316440"/>
            </a:xfrm>
            <a:custGeom>
              <a:avLst/>
              <a:gdLst>
                <a:gd name="textAreaLeft" fmla="*/ 0 w 524160"/>
                <a:gd name="textAreaRight" fmla="*/ 524520 w 524160"/>
                <a:gd name="textAreaTop" fmla="*/ 0 h 316440"/>
                <a:gd name="textAreaBottom" fmla="*/ 316800 h 316440"/>
              </a:gdLst>
              <a:ahLst/>
              <a:cxnLst/>
              <a:rect l="textAreaLeft" t="textAreaTop" r="textAreaRight" b="textAreaBottom"/>
              <a:pathLst>
                <a:path w="20785" h="13074">
                  <a:moveTo>
                    <a:pt x="11242" y="0"/>
                  </a:moveTo>
                  <a:cubicBezTo>
                    <a:pt x="10960" y="0"/>
                    <a:pt x="10698" y="19"/>
                    <a:pt x="10425" y="38"/>
                  </a:cubicBezTo>
                  <a:cubicBezTo>
                    <a:pt x="4048" y="583"/>
                    <a:pt x="0" y="7119"/>
                    <a:pt x="2357" y="13074"/>
                  </a:cubicBezTo>
                  <a:lnTo>
                    <a:pt x="19282" y="13074"/>
                  </a:lnTo>
                  <a:cubicBezTo>
                    <a:pt x="19798" y="13074"/>
                    <a:pt x="20259" y="12726"/>
                    <a:pt x="20409" y="12229"/>
                  </a:cubicBezTo>
                  <a:cubicBezTo>
                    <a:pt x="20662" y="11355"/>
                    <a:pt x="20784" y="10463"/>
                    <a:pt x="20784" y="9561"/>
                  </a:cubicBezTo>
                  <a:cubicBezTo>
                    <a:pt x="20784" y="4283"/>
                    <a:pt x="16511" y="10"/>
                    <a:pt x="11242"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46" name="Google Shape;1876;p 1"/>
            <p:cNvSpPr/>
            <p:nvPr/>
          </p:nvSpPr>
          <p:spPr>
            <a:xfrm>
              <a:off x="8571960" y="4806000"/>
              <a:ext cx="391320" cy="315720"/>
            </a:xfrm>
            <a:custGeom>
              <a:avLst/>
              <a:gdLst>
                <a:gd name="textAreaLeft" fmla="*/ 0 w 391320"/>
                <a:gd name="textAreaRight" fmla="*/ 391680 w 391320"/>
                <a:gd name="textAreaTop" fmla="*/ 0 h 315720"/>
                <a:gd name="textAreaBottom" fmla="*/ 316080 h 315720"/>
              </a:gdLst>
              <a:ahLst/>
              <a:cxnLst/>
              <a:rect l="textAreaLeft" t="textAreaTop" r="textAreaRight" b="textAreaBottom"/>
              <a:pathLst>
                <a:path w="15525" h="13036">
                  <a:moveTo>
                    <a:pt x="10425" y="0"/>
                  </a:moveTo>
                  <a:cubicBezTo>
                    <a:pt x="4048" y="545"/>
                    <a:pt x="0" y="7081"/>
                    <a:pt x="2357" y="13036"/>
                  </a:cubicBezTo>
                  <a:lnTo>
                    <a:pt x="15177" y="13036"/>
                  </a:lnTo>
                  <a:cubicBezTo>
                    <a:pt x="15412" y="12294"/>
                    <a:pt x="15525" y="11524"/>
                    <a:pt x="15525" y="10754"/>
                  </a:cubicBezTo>
                  <a:cubicBezTo>
                    <a:pt x="15525" y="7513"/>
                    <a:pt x="13478" y="4630"/>
                    <a:pt x="10425" y="3541"/>
                  </a:cubicBezTo>
                  <a:lnTo>
                    <a:pt x="10425" y="0"/>
                  </a:lnTo>
                  <a:close/>
                </a:path>
              </a:pathLst>
            </a:custGeom>
            <a:solidFill>
              <a:srgbClr val="66AA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47" name="Google Shape;1877;p 1"/>
            <p:cNvSpPr/>
            <p:nvPr/>
          </p:nvSpPr>
          <p:spPr>
            <a:xfrm>
              <a:off x="7543800" y="4805280"/>
              <a:ext cx="518040" cy="316440"/>
            </a:xfrm>
            <a:custGeom>
              <a:avLst/>
              <a:gdLst>
                <a:gd name="textAreaLeft" fmla="*/ 0 w 518040"/>
                <a:gd name="textAreaRight" fmla="*/ 518400 w 518040"/>
                <a:gd name="textAreaTop" fmla="*/ 0 h 316440"/>
                <a:gd name="textAreaBottom" fmla="*/ 316800 h 316440"/>
              </a:gdLst>
              <a:ahLst/>
              <a:cxnLst/>
              <a:rect l="textAreaLeft" t="textAreaTop" r="textAreaRight" b="textAreaBottom"/>
              <a:pathLst>
                <a:path w="20539" h="13069">
                  <a:moveTo>
                    <a:pt x="10943" y="0"/>
                  </a:moveTo>
                  <a:cubicBezTo>
                    <a:pt x="4641" y="0"/>
                    <a:pt x="0" y="6072"/>
                    <a:pt x="1783" y="12224"/>
                  </a:cubicBezTo>
                  <a:cubicBezTo>
                    <a:pt x="1933" y="12721"/>
                    <a:pt x="2393" y="13069"/>
                    <a:pt x="2910" y="13069"/>
                  </a:cubicBezTo>
                  <a:lnTo>
                    <a:pt x="19843" y="13069"/>
                  </a:lnTo>
                  <a:cubicBezTo>
                    <a:pt x="20313" y="11886"/>
                    <a:pt x="20538" y="10627"/>
                    <a:pt x="20510" y="9359"/>
                  </a:cubicBezTo>
                  <a:cubicBezTo>
                    <a:pt x="20416" y="4381"/>
                    <a:pt x="16444" y="268"/>
                    <a:pt x="11466" y="14"/>
                  </a:cubicBezTo>
                  <a:cubicBezTo>
                    <a:pt x="11290" y="5"/>
                    <a:pt x="11116" y="0"/>
                    <a:pt x="10943"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48" name="Google Shape;1878;p 1"/>
            <p:cNvSpPr/>
            <p:nvPr/>
          </p:nvSpPr>
          <p:spPr>
            <a:xfrm>
              <a:off x="7820280" y="3905640"/>
              <a:ext cx="977760" cy="1215720"/>
            </a:xfrm>
            <a:custGeom>
              <a:avLst/>
              <a:gdLst>
                <a:gd name="textAreaLeft" fmla="*/ 0 w 977760"/>
                <a:gd name="textAreaRight" fmla="*/ 978120 w 977760"/>
                <a:gd name="textAreaTop" fmla="*/ 0 h 1215720"/>
                <a:gd name="textAreaBottom" fmla="*/ 1216080 h 1215720"/>
              </a:gdLst>
              <a:ahLst/>
              <a:cxnLst/>
              <a:rect l="textAreaLeft" t="textAreaTop" r="textAreaRight" b="textAreaBottom"/>
              <a:pathLst>
                <a:path w="38743" h="50191">
                  <a:moveTo>
                    <a:pt x="19376" y="0"/>
                  </a:moveTo>
                  <a:lnTo>
                    <a:pt x="1" y="17394"/>
                  </a:lnTo>
                  <a:lnTo>
                    <a:pt x="1" y="49017"/>
                  </a:lnTo>
                  <a:cubicBezTo>
                    <a:pt x="1" y="49665"/>
                    <a:pt x="527" y="50191"/>
                    <a:pt x="1175" y="50191"/>
                  </a:cubicBezTo>
                  <a:lnTo>
                    <a:pt x="38742" y="50191"/>
                  </a:lnTo>
                  <a:lnTo>
                    <a:pt x="38742" y="17394"/>
                  </a:lnTo>
                  <a:lnTo>
                    <a:pt x="19376"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49" name="Google Shape;1879;p 1"/>
            <p:cNvSpPr/>
            <p:nvPr/>
          </p:nvSpPr>
          <p:spPr>
            <a:xfrm>
              <a:off x="8061120" y="4413960"/>
              <a:ext cx="736920" cy="707760"/>
            </a:xfrm>
            <a:custGeom>
              <a:avLst/>
              <a:gdLst>
                <a:gd name="textAreaLeft" fmla="*/ 0 w 736920"/>
                <a:gd name="textAreaRight" fmla="*/ 737280 w 736920"/>
                <a:gd name="textAreaTop" fmla="*/ 0 h 707760"/>
                <a:gd name="textAreaBottom" fmla="*/ 708120 h 707760"/>
              </a:gdLst>
              <a:ahLst/>
              <a:cxnLst/>
              <a:rect l="textAreaLeft" t="textAreaTop" r="textAreaRight" b="textAreaBottom"/>
              <a:pathLst>
                <a:path w="29210" h="29219">
                  <a:moveTo>
                    <a:pt x="29209" y="1"/>
                  </a:moveTo>
                  <a:lnTo>
                    <a:pt x="0" y="29219"/>
                  </a:lnTo>
                  <a:lnTo>
                    <a:pt x="29209" y="29219"/>
                  </a:lnTo>
                  <a:lnTo>
                    <a:pt x="29209"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0" name="Google Shape;1880;p 1"/>
            <p:cNvSpPr/>
            <p:nvPr/>
          </p:nvSpPr>
          <p:spPr>
            <a:xfrm>
              <a:off x="8578440" y="4662360"/>
              <a:ext cx="119160" cy="285480"/>
            </a:xfrm>
            <a:custGeom>
              <a:avLst/>
              <a:gdLst>
                <a:gd name="textAreaLeft" fmla="*/ 0 w 119160"/>
                <a:gd name="textAreaRight" fmla="*/ 119520 w 119160"/>
                <a:gd name="textAreaTop" fmla="*/ 0 h 285480"/>
                <a:gd name="textAreaBottom" fmla="*/ 285840 h 285480"/>
              </a:gdLst>
              <a:ahLst/>
              <a:cxnLst/>
              <a:rect l="textAreaLeft" t="textAreaTop" r="textAreaRight" b="textAreaBottom"/>
              <a:pathLst>
                <a:path w="4725" h="11806">
                  <a:moveTo>
                    <a:pt x="1249" y="0"/>
                  </a:moveTo>
                  <a:cubicBezTo>
                    <a:pt x="564" y="0"/>
                    <a:pt x="0" y="554"/>
                    <a:pt x="0" y="1240"/>
                  </a:cubicBezTo>
                  <a:lnTo>
                    <a:pt x="0" y="11806"/>
                  </a:lnTo>
                  <a:lnTo>
                    <a:pt x="4724" y="11806"/>
                  </a:lnTo>
                  <a:lnTo>
                    <a:pt x="4724" y="1240"/>
                  </a:lnTo>
                  <a:cubicBezTo>
                    <a:pt x="4724" y="554"/>
                    <a:pt x="4170" y="0"/>
                    <a:pt x="348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51" name="Google Shape;1881;p 1"/>
            <p:cNvSpPr/>
            <p:nvPr/>
          </p:nvSpPr>
          <p:spPr>
            <a:xfrm>
              <a:off x="7921080" y="4662360"/>
              <a:ext cx="118800" cy="285480"/>
            </a:xfrm>
            <a:custGeom>
              <a:avLst/>
              <a:gdLst>
                <a:gd name="textAreaLeft" fmla="*/ 0 w 118800"/>
                <a:gd name="textAreaRight" fmla="*/ 119160 w 118800"/>
                <a:gd name="textAreaTop" fmla="*/ 0 h 285480"/>
                <a:gd name="textAreaBottom" fmla="*/ 285840 h 285480"/>
              </a:gdLst>
              <a:ahLst/>
              <a:cxnLst/>
              <a:rect l="textAreaLeft" t="textAreaTop" r="textAreaRight" b="textAreaBottom"/>
              <a:pathLst>
                <a:path w="4715" h="11806">
                  <a:moveTo>
                    <a:pt x="1240" y="0"/>
                  </a:moveTo>
                  <a:cubicBezTo>
                    <a:pt x="554" y="0"/>
                    <a:pt x="0" y="554"/>
                    <a:pt x="0" y="1240"/>
                  </a:cubicBezTo>
                  <a:lnTo>
                    <a:pt x="0" y="11806"/>
                  </a:lnTo>
                  <a:lnTo>
                    <a:pt x="4715" y="11806"/>
                  </a:lnTo>
                  <a:lnTo>
                    <a:pt x="4715" y="1240"/>
                  </a:lnTo>
                  <a:cubicBezTo>
                    <a:pt x="4715" y="554"/>
                    <a:pt x="4161" y="0"/>
                    <a:pt x="347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52" name="Google Shape;1882;p 1"/>
            <p:cNvSpPr/>
            <p:nvPr/>
          </p:nvSpPr>
          <p:spPr>
            <a:xfrm>
              <a:off x="7820280" y="4948200"/>
              <a:ext cx="978120" cy="173520"/>
            </a:xfrm>
            <a:custGeom>
              <a:avLst/>
              <a:gdLst>
                <a:gd name="textAreaLeft" fmla="*/ 0 w 978120"/>
                <a:gd name="textAreaRight" fmla="*/ 978480 w 978120"/>
                <a:gd name="textAreaTop" fmla="*/ 0 h 173520"/>
                <a:gd name="textAreaBottom" fmla="*/ 173880 h 173520"/>
              </a:gdLst>
              <a:ahLst/>
              <a:cxnLst/>
              <a:rect l="textAreaLeft" t="textAreaTop" r="textAreaRight" b="textAreaBottom"/>
              <a:pathLst>
                <a:path w="38752" h="7167">
                  <a:moveTo>
                    <a:pt x="1" y="1"/>
                  </a:moveTo>
                  <a:lnTo>
                    <a:pt x="1" y="5993"/>
                  </a:lnTo>
                  <a:cubicBezTo>
                    <a:pt x="1" y="6641"/>
                    <a:pt x="527" y="7167"/>
                    <a:pt x="1175" y="7167"/>
                  </a:cubicBezTo>
                  <a:lnTo>
                    <a:pt x="38752" y="7167"/>
                  </a:lnTo>
                  <a:lnTo>
                    <a:pt x="38752" y="1"/>
                  </a:lnTo>
                  <a:close/>
                </a:path>
              </a:pathLst>
            </a:custGeom>
            <a:solidFill>
              <a:srgbClr val="5F9EEB"/>
            </a:solidFill>
            <a:ln w="0">
              <a:noFill/>
            </a:ln>
          </p:spPr>
          <p:style>
            <a:lnRef idx="0">
              <a:scrgbClr r="0" g="0" b="0"/>
            </a:lnRef>
            <a:fillRef idx="0">
              <a:scrgbClr r="0" g="0" b="0"/>
            </a:fillRef>
            <a:effectRef idx="0">
              <a:scrgbClr r="0" g="0" b="0"/>
            </a:effectRef>
            <a:fontRef idx="minor"/>
          </p:style>
          <p:txBody>
            <a:bodyPr tIns="82440" bIns="82440" anchor="ctr">
              <a:noAutofit/>
            </a:bodyPr>
            <a:lstStyle/>
            <a:p>
              <a:endParaRPr lang="en-US" sz="1400" b="0" u="none" strike="noStrike">
                <a:solidFill>
                  <a:srgbClr val="FFFFFF"/>
                </a:solidFill>
                <a:effectLst/>
                <a:uFillTx/>
                <a:latin typeface="Arial"/>
              </a:endParaRPr>
            </a:p>
          </p:txBody>
        </p:sp>
        <p:sp>
          <p:nvSpPr>
            <p:cNvPr id="153" name="Google Shape;1883;p 1"/>
            <p:cNvSpPr/>
            <p:nvPr/>
          </p:nvSpPr>
          <p:spPr>
            <a:xfrm>
              <a:off x="7820280" y="4948200"/>
              <a:ext cx="977760" cy="173160"/>
            </a:xfrm>
            <a:custGeom>
              <a:avLst/>
              <a:gdLst>
                <a:gd name="textAreaLeft" fmla="*/ 0 w 977760"/>
                <a:gd name="textAreaRight" fmla="*/ 978120 w 977760"/>
                <a:gd name="textAreaTop" fmla="*/ 0 h 173160"/>
                <a:gd name="textAreaBottom" fmla="*/ 173520 h 173160"/>
              </a:gdLst>
              <a:ahLst/>
              <a:cxnLst/>
              <a:rect l="textAreaLeft" t="textAreaTop" r="textAreaRight" b="textAreaBottom"/>
              <a:pathLst>
                <a:path w="38743" h="7158">
                  <a:moveTo>
                    <a:pt x="1" y="1"/>
                  </a:moveTo>
                  <a:lnTo>
                    <a:pt x="1" y="5984"/>
                  </a:lnTo>
                  <a:cubicBezTo>
                    <a:pt x="1" y="6632"/>
                    <a:pt x="527" y="7158"/>
                    <a:pt x="1175" y="7158"/>
                  </a:cubicBezTo>
                  <a:lnTo>
                    <a:pt x="38742" y="7158"/>
                  </a:lnTo>
                  <a:lnTo>
                    <a:pt x="38742"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82080" bIns="82080" anchor="ctr">
              <a:noAutofit/>
            </a:bodyPr>
            <a:lstStyle/>
            <a:p>
              <a:endParaRPr lang="en-US" sz="1400" b="0" u="none" strike="noStrike">
                <a:solidFill>
                  <a:srgbClr val="000000"/>
                </a:solidFill>
                <a:effectLst/>
                <a:uFillTx/>
                <a:latin typeface="Arial"/>
              </a:endParaRPr>
            </a:p>
          </p:txBody>
        </p:sp>
        <p:sp>
          <p:nvSpPr>
            <p:cNvPr id="154" name="Google Shape;1884;p 1"/>
            <p:cNvSpPr/>
            <p:nvPr/>
          </p:nvSpPr>
          <p:spPr>
            <a:xfrm>
              <a:off x="8061120" y="4948200"/>
              <a:ext cx="736920" cy="173160"/>
            </a:xfrm>
            <a:custGeom>
              <a:avLst/>
              <a:gdLst>
                <a:gd name="textAreaLeft" fmla="*/ 0 w 736920"/>
                <a:gd name="textAreaRight" fmla="*/ 737280 w 736920"/>
                <a:gd name="textAreaTop" fmla="*/ 0 h 173160"/>
                <a:gd name="textAreaBottom" fmla="*/ 173520 h 173160"/>
              </a:gdLst>
              <a:ahLst/>
              <a:cxnLst/>
              <a:rect l="textAreaLeft" t="textAreaTop" r="textAreaRight" b="textAreaBottom"/>
              <a:pathLst>
                <a:path w="29210" h="7158">
                  <a:moveTo>
                    <a:pt x="7157" y="1"/>
                  </a:moveTo>
                  <a:lnTo>
                    <a:pt x="0" y="7158"/>
                  </a:lnTo>
                  <a:lnTo>
                    <a:pt x="29209" y="7158"/>
                  </a:lnTo>
                  <a:lnTo>
                    <a:pt x="29209" y="1"/>
                  </a:lnTo>
                  <a:close/>
                </a:path>
              </a:pathLst>
            </a:custGeom>
            <a:solidFill>
              <a:srgbClr val="F9BF3E"/>
            </a:solidFill>
            <a:ln w="0">
              <a:noFill/>
            </a:ln>
          </p:spPr>
          <p:style>
            <a:lnRef idx="0">
              <a:scrgbClr r="0" g="0" b="0"/>
            </a:lnRef>
            <a:fillRef idx="0">
              <a:scrgbClr r="0" g="0" b="0"/>
            </a:fillRef>
            <a:effectRef idx="0">
              <a:scrgbClr r="0" g="0" b="0"/>
            </a:effectRef>
            <a:fontRef idx="minor"/>
          </p:style>
          <p:txBody>
            <a:bodyPr tIns="82080" bIns="82080" anchor="ctr">
              <a:noAutofit/>
            </a:bodyPr>
            <a:lstStyle/>
            <a:p>
              <a:endParaRPr lang="en-US" sz="1400" b="0" u="none" strike="noStrike">
                <a:solidFill>
                  <a:srgbClr val="000000"/>
                </a:solidFill>
                <a:effectLst/>
                <a:uFillTx/>
                <a:latin typeface="Arial"/>
              </a:endParaRPr>
            </a:p>
          </p:txBody>
        </p:sp>
        <p:sp>
          <p:nvSpPr>
            <p:cNvPr id="155" name="Google Shape;1885;p 1"/>
            <p:cNvSpPr/>
            <p:nvPr/>
          </p:nvSpPr>
          <p:spPr>
            <a:xfrm>
              <a:off x="8155800" y="4662360"/>
              <a:ext cx="306360" cy="459360"/>
            </a:xfrm>
            <a:custGeom>
              <a:avLst/>
              <a:gdLst>
                <a:gd name="textAreaLeft" fmla="*/ 0 w 306360"/>
                <a:gd name="textAreaRight" fmla="*/ 306720 w 306360"/>
                <a:gd name="textAreaTop" fmla="*/ 0 h 459360"/>
                <a:gd name="textAreaBottom" fmla="*/ 459720 h 459360"/>
              </a:gdLst>
              <a:ahLst/>
              <a:cxnLst/>
              <a:rect l="textAreaLeft" t="textAreaTop" r="textAreaRight" b="textAreaBottom"/>
              <a:pathLst>
                <a:path w="12145" h="18972">
                  <a:moveTo>
                    <a:pt x="1250" y="0"/>
                  </a:moveTo>
                  <a:cubicBezTo>
                    <a:pt x="564" y="0"/>
                    <a:pt x="1" y="554"/>
                    <a:pt x="1" y="1240"/>
                  </a:cubicBezTo>
                  <a:lnTo>
                    <a:pt x="1" y="18972"/>
                  </a:lnTo>
                  <a:lnTo>
                    <a:pt x="12144" y="18972"/>
                  </a:lnTo>
                  <a:lnTo>
                    <a:pt x="12144" y="1240"/>
                  </a:lnTo>
                  <a:cubicBezTo>
                    <a:pt x="12144" y="554"/>
                    <a:pt x="11590" y="0"/>
                    <a:pt x="1090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56" name="Google Shape;1886;p 1"/>
            <p:cNvSpPr/>
            <p:nvPr/>
          </p:nvSpPr>
          <p:spPr>
            <a:xfrm>
              <a:off x="7820280" y="3905640"/>
              <a:ext cx="977760" cy="607680"/>
            </a:xfrm>
            <a:custGeom>
              <a:avLst/>
              <a:gdLst>
                <a:gd name="textAreaLeft" fmla="*/ 0 w 977760"/>
                <a:gd name="textAreaRight" fmla="*/ 978120 w 977760"/>
                <a:gd name="textAreaTop" fmla="*/ 0 h 607680"/>
                <a:gd name="textAreaBottom" fmla="*/ 608040 h 607680"/>
              </a:gdLst>
              <a:ahLst/>
              <a:cxnLst/>
              <a:rect l="textAreaLeft" t="textAreaTop" r="textAreaRight" b="textAreaBottom"/>
              <a:pathLst>
                <a:path w="38743" h="25087">
                  <a:moveTo>
                    <a:pt x="19376" y="0"/>
                  </a:moveTo>
                  <a:lnTo>
                    <a:pt x="1" y="17394"/>
                  </a:lnTo>
                  <a:lnTo>
                    <a:pt x="1" y="25086"/>
                  </a:lnTo>
                  <a:lnTo>
                    <a:pt x="19376" y="7692"/>
                  </a:lnTo>
                  <a:lnTo>
                    <a:pt x="38742" y="25086"/>
                  </a:lnTo>
                  <a:lnTo>
                    <a:pt x="38742" y="17394"/>
                  </a:lnTo>
                  <a:lnTo>
                    <a:pt x="19376"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7" name="Google Shape;1887;p 1"/>
            <p:cNvSpPr/>
            <p:nvPr/>
          </p:nvSpPr>
          <p:spPr>
            <a:xfrm>
              <a:off x="7665480" y="3886200"/>
              <a:ext cx="1287360" cy="627840"/>
            </a:xfrm>
            <a:custGeom>
              <a:avLst/>
              <a:gdLst>
                <a:gd name="textAreaLeft" fmla="*/ 0 w 1287360"/>
                <a:gd name="textAreaRight" fmla="*/ 1287720 w 1287360"/>
                <a:gd name="textAreaTop" fmla="*/ 0 h 627840"/>
                <a:gd name="textAreaBottom" fmla="*/ 628200 h 627840"/>
              </a:gdLst>
              <a:ahLst/>
              <a:cxnLst/>
              <a:rect l="textAreaLeft" t="textAreaTop" r="textAreaRight" b="textAreaBottom"/>
              <a:pathLst>
                <a:path w="51018" h="25922">
                  <a:moveTo>
                    <a:pt x="25506" y="0"/>
                  </a:moveTo>
                  <a:cubicBezTo>
                    <a:pt x="24838" y="0"/>
                    <a:pt x="24171" y="240"/>
                    <a:pt x="23640" y="719"/>
                  </a:cubicBezTo>
                  <a:lnTo>
                    <a:pt x="555" y="21447"/>
                  </a:lnTo>
                  <a:cubicBezTo>
                    <a:pt x="38" y="21907"/>
                    <a:pt x="1" y="22686"/>
                    <a:pt x="461" y="23203"/>
                  </a:cubicBezTo>
                  <a:lnTo>
                    <a:pt x="2536" y="25513"/>
                  </a:lnTo>
                  <a:cubicBezTo>
                    <a:pt x="2777" y="25784"/>
                    <a:pt x="3115" y="25921"/>
                    <a:pt x="3454" y="25921"/>
                  </a:cubicBezTo>
                  <a:cubicBezTo>
                    <a:pt x="3750" y="25921"/>
                    <a:pt x="4047" y="25817"/>
                    <a:pt x="4283" y="25607"/>
                  </a:cubicBezTo>
                  <a:lnTo>
                    <a:pt x="25509" y="6551"/>
                  </a:lnTo>
                  <a:lnTo>
                    <a:pt x="46726" y="25607"/>
                  </a:lnTo>
                  <a:cubicBezTo>
                    <a:pt x="46962" y="25817"/>
                    <a:pt x="47259" y="25921"/>
                    <a:pt x="47556" y="25921"/>
                  </a:cubicBezTo>
                  <a:cubicBezTo>
                    <a:pt x="47896" y="25921"/>
                    <a:pt x="48236" y="25784"/>
                    <a:pt x="48482" y="25513"/>
                  </a:cubicBezTo>
                  <a:lnTo>
                    <a:pt x="50558" y="23203"/>
                  </a:lnTo>
                  <a:cubicBezTo>
                    <a:pt x="51018" y="22686"/>
                    <a:pt x="50971" y="21907"/>
                    <a:pt x="50464" y="21447"/>
                  </a:cubicBezTo>
                  <a:lnTo>
                    <a:pt x="27378" y="719"/>
                  </a:lnTo>
                  <a:cubicBezTo>
                    <a:pt x="26843" y="240"/>
                    <a:pt x="26174" y="0"/>
                    <a:pt x="25506"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8" name="Google Shape;1888;p 1"/>
            <p:cNvSpPr/>
            <p:nvPr/>
          </p:nvSpPr>
          <p:spPr>
            <a:xfrm>
              <a:off x="8586720" y="4916160"/>
              <a:ext cx="358920" cy="205560"/>
            </a:xfrm>
            <a:custGeom>
              <a:avLst/>
              <a:gdLst>
                <a:gd name="textAreaLeft" fmla="*/ 0 w 358920"/>
                <a:gd name="textAreaRight" fmla="*/ 359280 w 358920"/>
                <a:gd name="textAreaTop" fmla="*/ 0 h 205560"/>
                <a:gd name="textAreaBottom" fmla="*/ 205920 h 205560"/>
              </a:gdLst>
              <a:ahLst/>
              <a:cxnLst/>
              <a:rect l="textAreaLeft" t="textAreaTop" r="textAreaRight" b="textAreaBottom"/>
              <a:pathLst>
                <a:path w="14231" h="8491">
                  <a:moveTo>
                    <a:pt x="7316" y="1"/>
                  </a:moveTo>
                  <a:cubicBezTo>
                    <a:pt x="7155" y="1"/>
                    <a:pt x="6992" y="7"/>
                    <a:pt x="6828" y="19"/>
                  </a:cubicBezTo>
                  <a:cubicBezTo>
                    <a:pt x="2658" y="339"/>
                    <a:pt x="0" y="4603"/>
                    <a:pt x="1541" y="8491"/>
                  </a:cubicBezTo>
                  <a:lnTo>
                    <a:pt x="12201" y="8491"/>
                  </a:lnTo>
                  <a:cubicBezTo>
                    <a:pt x="12745" y="8482"/>
                    <a:pt x="13215" y="8106"/>
                    <a:pt x="13346" y="7580"/>
                  </a:cubicBezTo>
                  <a:cubicBezTo>
                    <a:pt x="14230" y="3665"/>
                    <a:pt x="11241" y="1"/>
                    <a:pt x="731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790920" y="720000"/>
            <a:ext cx="5011920" cy="313920"/>
          </a:xfrm>
          <a:prstGeom prst="rect">
            <a:avLst/>
          </a:prstGeom>
          <a:noFill/>
          <a:ln w="0">
            <a:noFill/>
          </a:ln>
        </p:spPr>
        <p:txBody>
          <a:bodyPr lIns="91440" tIns="91440" rIns="91440" bIns="91440" anchor="b">
            <a:noAutofit/>
          </a:bodyPr>
          <a:lstStyle/>
          <a:p>
            <a:pPr indent="0">
              <a:lnSpc>
                <a:spcPct val="100000"/>
              </a:lnSpc>
              <a:buNone/>
              <a:tabLst>
                <a:tab pos="0" algn="l"/>
              </a:tabLst>
            </a:pPr>
            <a:r>
              <a:rPr lang="en" sz="1200" b="0" u="none" strike="noStrike">
                <a:solidFill>
                  <a:srgbClr val="FFFFFF"/>
                </a:solidFill>
                <a:effectLst/>
                <a:uFillTx/>
                <a:latin typeface="Montserrat ExtraBold"/>
                <a:ea typeface="Montserrat ExtraBold"/>
              </a:rPr>
              <a:t>STAGES OF THE ANALISYS </a:t>
            </a:r>
            <a:endParaRPr lang="en-US" sz="1200" b="0" u="none" strike="noStrike">
              <a:solidFill>
                <a:srgbClr val="000000"/>
              </a:solidFill>
              <a:effectLst/>
              <a:uFillTx/>
              <a:latin typeface="Arial"/>
            </a:endParaRPr>
          </a:p>
        </p:txBody>
      </p:sp>
      <p:sp>
        <p:nvSpPr>
          <p:cNvPr id="160" name="Google Shape;1186;p32"/>
          <p:cNvSpPr/>
          <p:nvPr/>
        </p:nvSpPr>
        <p:spPr>
          <a:xfrm>
            <a:off x="6229800" y="3722400"/>
            <a:ext cx="1771200" cy="5418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spcAft>
                <a:spcPts val="201"/>
              </a:spcAft>
              <a:tabLst>
                <a:tab pos="0" algn="l"/>
              </a:tabLst>
            </a:pPr>
            <a:r>
              <a:rPr lang="en" sz="1100" b="0" u="none" strike="noStrike">
                <a:solidFill>
                  <a:srgbClr val="434343"/>
                </a:solidFill>
                <a:effectLst/>
                <a:uFillTx/>
                <a:latin typeface="EB Garamond"/>
                <a:ea typeface="EB Garamond"/>
              </a:rPr>
              <a:t>Interpretation of the results and testing of the hypothesis.</a:t>
            </a:r>
            <a:endParaRPr lang="en-US" sz="1100" b="0" u="none" strike="noStrike">
              <a:solidFill>
                <a:srgbClr val="000000"/>
              </a:solidFill>
              <a:effectLst/>
              <a:uFillTx/>
              <a:latin typeface="Arial"/>
            </a:endParaRPr>
          </a:p>
        </p:txBody>
      </p:sp>
      <p:sp>
        <p:nvSpPr>
          <p:cNvPr id="161" name="Google Shape;1187;p32"/>
          <p:cNvSpPr/>
          <p:nvPr/>
        </p:nvSpPr>
        <p:spPr>
          <a:xfrm>
            <a:off x="1319760" y="3013200"/>
            <a:ext cx="1861560" cy="4953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a:lnSpc>
                <a:spcPct val="100000"/>
              </a:lnSpc>
              <a:tabLst>
                <a:tab pos="0" algn="l"/>
              </a:tabLst>
            </a:pPr>
            <a:r>
              <a:rPr lang="en" sz="1100" b="0" u="none" strike="noStrike">
                <a:solidFill>
                  <a:srgbClr val="434343"/>
                </a:solidFill>
                <a:effectLst/>
                <a:uFillTx/>
                <a:latin typeface="EB Garamond"/>
                <a:ea typeface="EB Garamond"/>
              </a:rPr>
              <a:t>To test the hypothesis about the real estate market.</a:t>
            </a:r>
            <a:endParaRPr lang="en-US" sz="1100" b="0" u="none" strike="noStrike">
              <a:solidFill>
                <a:srgbClr val="000000"/>
              </a:solidFill>
              <a:effectLst/>
              <a:uFillTx/>
              <a:latin typeface="Arial"/>
            </a:endParaRPr>
          </a:p>
        </p:txBody>
      </p:sp>
      <p:sp>
        <p:nvSpPr>
          <p:cNvPr id="162" name="Google Shape;1188;p32"/>
          <p:cNvSpPr/>
          <p:nvPr/>
        </p:nvSpPr>
        <p:spPr>
          <a:xfrm>
            <a:off x="6229800" y="2440440"/>
            <a:ext cx="1751040" cy="4953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 sz="1100" b="0" u="none" strike="noStrike">
                <a:solidFill>
                  <a:srgbClr val="434343"/>
                </a:solidFill>
                <a:effectLst/>
                <a:uFillTx/>
                <a:latin typeface="EB Garamond"/>
                <a:ea typeface="EB Garamond"/>
              </a:rPr>
              <a:t>Setting the data into the  desired formats to achieve the most effective analysis.</a:t>
            </a:r>
            <a:endParaRPr lang="en-US" sz="1100" b="0" u="none" strike="noStrike">
              <a:solidFill>
                <a:srgbClr val="000000"/>
              </a:solidFill>
              <a:effectLst/>
              <a:uFillTx/>
              <a:latin typeface="Arial"/>
            </a:endParaRPr>
          </a:p>
        </p:txBody>
      </p:sp>
      <p:sp>
        <p:nvSpPr>
          <p:cNvPr id="163" name="Google Shape;1189;p32"/>
          <p:cNvSpPr/>
          <p:nvPr/>
        </p:nvSpPr>
        <p:spPr>
          <a:xfrm>
            <a:off x="2352240" y="4190760"/>
            <a:ext cx="1597680" cy="4953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a:lnSpc>
                <a:spcPct val="100000"/>
              </a:lnSpc>
              <a:spcAft>
                <a:spcPts val="201"/>
              </a:spcAft>
              <a:tabLst>
                <a:tab pos="0" algn="l"/>
              </a:tabLst>
            </a:pPr>
            <a:r>
              <a:rPr lang="en" sz="1100" b="0" u="none" strike="noStrike">
                <a:solidFill>
                  <a:srgbClr val="434343"/>
                </a:solidFill>
                <a:effectLst/>
                <a:uFillTx/>
                <a:latin typeface="EB Garamond"/>
                <a:ea typeface="EB Garamond"/>
              </a:rPr>
              <a:t>Using insights to help stakeholders make better decisions</a:t>
            </a:r>
            <a:endParaRPr lang="en-US" sz="1100" b="0" u="none" strike="noStrike">
              <a:solidFill>
                <a:srgbClr val="000000"/>
              </a:solidFill>
              <a:effectLst/>
              <a:uFillTx/>
              <a:latin typeface="Arial"/>
            </a:endParaRPr>
          </a:p>
        </p:txBody>
      </p:sp>
      <p:sp>
        <p:nvSpPr>
          <p:cNvPr id="164" name="Google Shape;1190;p32"/>
          <p:cNvSpPr/>
          <p:nvPr/>
        </p:nvSpPr>
        <p:spPr>
          <a:xfrm>
            <a:off x="2222640" y="1600200"/>
            <a:ext cx="1844280" cy="4953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chorCtr="1">
            <a:noAutofit/>
          </a:bodyPr>
          <a:lstStyle/>
          <a:p>
            <a:pPr algn="r">
              <a:lnSpc>
                <a:spcPct val="100000"/>
              </a:lnSpc>
              <a:tabLst>
                <a:tab pos="0" algn="l"/>
              </a:tabLst>
            </a:pPr>
            <a:r>
              <a:rPr lang="en" sz="1100" b="0" u="none" strike="noStrike">
                <a:solidFill>
                  <a:srgbClr val="434343"/>
                </a:solidFill>
                <a:effectLst/>
                <a:uFillTx/>
                <a:latin typeface="EB Garamond"/>
                <a:ea typeface="EB Garamond"/>
              </a:rPr>
              <a:t>By observing the available dataset, I will set possible hypotheses.</a:t>
            </a:r>
            <a:endParaRPr lang="en-US" sz="1100" b="0" u="none" strike="noStrike">
              <a:solidFill>
                <a:srgbClr val="000000"/>
              </a:solidFill>
              <a:effectLst/>
              <a:uFillTx/>
              <a:latin typeface="Arial"/>
            </a:endParaRPr>
          </a:p>
        </p:txBody>
      </p:sp>
      <p:sp>
        <p:nvSpPr>
          <p:cNvPr id="165" name="Google Shape;1191;p32"/>
          <p:cNvSpPr/>
          <p:nvPr/>
        </p:nvSpPr>
        <p:spPr>
          <a:xfrm>
            <a:off x="6229800" y="3327480"/>
            <a:ext cx="1597680" cy="541800"/>
          </a:xfrm>
          <a:prstGeom prst="rect">
            <a:avLst/>
          </a:prstGeom>
          <a:noFill/>
          <a:ln w="0">
            <a:noFill/>
          </a:ln>
        </p:spPr>
        <p:style>
          <a:lnRef idx="0">
            <a:scrgbClr r="0" g="0" b="0"/>
          </a:lnRef>
          <a:fillRef idx="0">
            <a:scrgbClr r="0" g="0" b="0"/>
          </a:fillRef>
          <a:effectRef idx="0">
            <a:scrgbClr r="0" g="0" b="0"/>
          </a:effectRef>
          <a:fontRef idx="minor"/>
        </p:style>
        <p:txBody>
          <a:bodyPr tIns="91440" bIns="91440" anchor="b">
            <a:noAutofit/>
          </a:bodyPr>
          <a:lstStyle/>
          <a:p>
            <a:pPr>
              <a:lnSpc>
                <a:spcPct val="100000"/>
              </a:lnSpc>
              <a:spcAft>
                <a:spcPts val="201"/>
              </a:spcAft>
              <a:tabLst>
                <a:tab pos="0" algn="l"/>
              </a:tabLst>
            </a:pPr>
            <a:r>
              <a:rPr lang="en" sz="1200" b="0" u="none" strike="noStrike">
                <a:solidFill>
                  <a:srgbClr val="434343"/>
                </a:solidFill>
                <a:effectLst/>
                <a:uFillTx/>
                <a:latin typeface="Montserrat ExtraBold"/>
                <a:ea typeface="Montserrat ExtraBold"/>
              </a:rPr>
              <a:t>INTREPETING THE RESULTS</a:t>
            </a:r>
            <a:endParaRPr lang="en-US" sz="1200" b="0" u="none" strike="noStrike">
              <a:solidFill>
                <a:srgbClr val="000000"/>
              </a:solidFill>
              <a:effectLst/>
              <a:uFillTx/>
              <a:latin typeface="Arial"/>
            </a:endParaRPr>
          </a:p>
        </p:txBody>
      </p:sp>
      <p:sp>
        <p:nvSpPr>
          <p:cNvPr id="166" name="Google Shape;1192;p32"/>
          <p:cNvSpPr/>
          <p:nvPr/>
        </p:nvSpPr>
        <p:spPr>
          <a:xfrm>
            <a:off x="1319760" y="2637360"/>
            <a:ext cx="1861560" cy="495360"/>
          </a:xfrm>
          <a:prstGeom prst="rect">
            <a:avLst/>
          </a:prstGeom>
          <a:noFill/>
          <a:ln w="0">
            <a:noFill/>
          </a:ln>
        </p:spPr>
        <p:style>
          <a:lnRef idx="0">
            <a:scrgbClr r="0" g="0" b="0"/>
          </a:lnRef>
          <a:fillRef idx="0">
            <a:scrgbClr r="0" g="0" b="0"/>
          </a:fillRef>
          <a:effectRef idx="0">
            <a:scrgbClr r="0" g="0" b="0"/>
          </a:effectRef>
          <a:fontRef idx="minor"/>
        </p:style>
        <p:txBody>
          <a:bodyPr tIns="91440" bIns="91440" anchor="b">
            <a:noAutofit/>
          </a:bodyPr>
          <a:lstStyle/>
          <a:p>
            <a:pPr algn="r">
              <a:lnSpc>
                <a:spcPct val="100000"/>
              </a:lnSpc>
              <a:tabLst>
                <a:tab pos="0" algn="l"/>
              </a:tabLst>
            </a:pPr>
            <a:r>
              <a:rPr lang="en" sz="1200" b="0" u="none" strike="noStrike">
                <a:solidFill>
                  <a:srgbClr val="434343"/>
                </a:solidFill>
                <a:effectLst/>
                <a:uFillTx/>
                <a:latin typeface="Montserrat ExtraBold"/>
                <a:ea typeface="Montserrat ExtraBold"/>
              </a:rPr>
              <a:t>REGRESSION MODELS</a:t>
            </a:r>
            <a:endParaRPr lang="en-US" sz="1200" b="0" u="none" strike="noStrike">
              <a:solidFill>
                <a:srgbClr val="000000"/>
              </a:solidFill>
              <a:effectLst/>
              <a:uFillTx/>
              <a:latin typeface="Arial"/>
            </a:endParaRPr>
          </a:p>
        </p:txBody>
      </p:sp>
      <p:sp>
        <p:nvSpPr>
          <p:cNvPr id="167" name="Google Shape;1193;p32"/>
          <p:cNvSpPr/>
          <p:nvPr/>
        </p:nvSpPr>
        <p:spPr>
          <a:xfrm>
            <a:off x="6229800" y="2055240"/>
            <a:ext cx="1673280" cy="495360"/>
          </a:xfrm>
          <a:prstGeom prst="rect">
            <a:avLst/>
          </a:prstGeom>
          <a:noFill/>
          <a:ln w="0">
            <a:noFill/>
          </a:ln>
        </p:spPr>
        <p:style>
          <a:lnRef idx="0">
            <a:scrgbClr r="0" g="0" b="0"/>
          </a:lnRef>
          <a:fillRef idx="0">
            <a:scrgbClr r="0" g="0" b="0"/>
          </a:fillRef>
          <a:effectRef idx="0">
            <a:scrgbClr r="0" g="0" b="0"/>
          </a:effectRef>
          <a:fontRef idx="minor"/>
        </p:style>
        <p:txBody>
          <a:bodyPr tIns="91440" bIns="91440" anchor="b">
            <a:noAutofit/>
          </a:bodyPr>
          <a:lstStyle/>
          <a:p>
            <a:pPr>
              <a:lnSpc>
                <a:spcPct val="100000"/>
              </a:lnSpc>
              <a:tabLst>
                <a:tab pos="0" algn="l"/>
              </a:tabLst>
            </a:pPr>
            <a:r>
              <a:rPr lang="en" sz="1200" b="0" u="none" strike="noStrike">
                <a:solidFill>
                  <a:srgbClr val="434343"/>
                </a:solidFill>
                <a:effectLst/>
                <a:uFillTx/>
                <a:latin typeface="Montserrat ExtraBold"/>
                <a:ea typeface="Montserrat ExtraBold"/>
              </a:rPr>
              <a:t>DATA MANAGEMENT</a:t>
            </a:r>
            <a:endParaRPr lang="en-US" sz="1200" b="0" u="none" strike="noStrike">
              <a:solidFill>
                <a:srgbClr val="000000"/>
              </a:solidFill>
              <a:effectLst/>
              <a:uFillTx/>
              <a:latin typeface="Arial"/>
            </a:endParaRPr>
          </a:p>
        </p:txBody>
      </p:sp>
      <p:sp>
        <p:nvSpPr>
          <p:cNvPr id="168" name="Google Shape;1194;p32"/>
          <p:cNvSpPr/>
          <p:nvPr/>
        </p:nvSpPr>
        <p:spPr>
          <a:xfrm>
            <a:off x="2362320" y="3762000"/>
            <a:ext cx="1443240" cy="495360"/>
          </a:xfrm>
          <a:prstGeom prst="rect">
            <a:avLst/>
          </a:prstGeom>
          <a:noFill/>
          <a:ln w="0">
            <a:noFill/>
          </a:ln>
        </p:spPr>
        <p:style>
          <a:lnRef idx="0">
            <a:scrgbClr r="0" g="0" b="0"/>
          </a:lnRef>
          <a:fillRef idx="0">
            <a:scrgbClr r="0" g="0" b="0"/>
          </a:fillRef>
          <a:effectRef idx="0">
            <a:scrgbClr r="0" g="0" b="0"/>
          </a:effectRef>
          <a:fontRef idx="minor"/>
        </p:style>
        <p:txBody>
          <a:bodyPr tIns="91440" bIns="91440" anchor="b">
            <a:noAutofit/>
          </a:bodyPr>
          <a:lstStyle/>
          <a:p>
            <a:endParaRPr lang="en-US" sz="1400" b="0" u="none" strike="noStrike">
              <a:solidFill>
                <a:srgbClr val="000000"/>
              </a:solidFill>
              <a:effectLst/>
              <a:uFillTx/>
              <a:latin typeface="Arial"/>
            </a:endParaRPr>
          </a:p>
        </p:txBody>
      </p:sp>
      <p:sp>
        <p:nvSpPr>
          <p:cNvPr id="169" name="Google Shape;1195;p32"/>
          <p:cNvSpPr/>
          <p:nvPr/>
        </p:nvSpPr>
        <p:spPr>
          <a:xfrm>
            <a:off x="2222640" y="1205640"/>
            <a:ext cx="1844280" cy="495360"/>
          </a:xfrm>
          <a:prstGeom prst="rect">
            <a:avLst/>
          </a:prstGeom>
          <a:noFill/>
          <a:ln w="0">
            <a:noFill/>
          </a:ln>
        </p:spPr>
        <p:style>
          <a:lnRef idx="0">
            <a:scrgbClr r="0" g="0" b="0"/>
          </a:lnRef>
          <a:fillRef idx="0">
            <a:scrgbClr r="0" g="0" b="0"/>
          </a:fillRef>
          <a:effectRef idx="0">
            <a:scrgbClr r="0" g="0" b="0"/>
          </a:effectRef>
          <a:fontRef idx="minor"/>
        </p:style>
        <p:txBody>
          <a:bodyPr tIns="91440" bIns="91440" anchor="b">
            <a:noAutofit/>
          </a:bodyPr>
          <a:lstStyle/>
          <a:p>
            <a:pPr algn="r">
              <a:lnSpc>
                <a:spcPct val="100000"/>
              </a:lnSpc>
              <a:tabLst>
                <a:tab pos="0" algn="l"/>
              </a:tabLst>
            </a:pPr>
            <a:r>
              <a:rPr lang="en" sz="1200" b="0" u="none" strike="noStrike">
                <a:solidFill>
                  <a:srgbClr val="434343"/>
                </a:solidFill>
                <a:effectLst/>
                <a:uFillTx/>
                <a:latin typeface="Montserrat ExtraBold"/>
                <a:ea typeface="Montserrat ExtraBold"/>
              </a:rPr>
              <a:t> DATA OBSERVATION</a:t>
            </a:r>
            <a:endParaRPr lang="en-US" sz="1200" b="0" u="none" strike="noStrike">
              <a:solidFill>
                <a:srgbClr val="000000"/>
              </a:solidFill>
              <a:effectLst/>
              <a:uFillTx/>
              <a:latin typeface="Arial"/>
            </a:endParaRPr>
          </a:p>
        </p:txBody>
      </p:sp>
      <p:sp>
        <p:nvSpPr>
          <p:cNvPr id="170" name="Google Shape;1196;p32"/>
          <p:cNvSpPr/>
          <p:nvPr/>
        </p:nvSpPr>
        <p:spPr>
          <a:xfrm>
            <a:off x="3569760" y="1554840"/>
            <a:ext cx="2223000" cy="2867400"/>
          </a:xfrm>
          <a:custGeom>
            <a:avLst/>
            <a:gdLst>
              <a:gd name="textAreaLeft" fmla="*/ 0 w 2223000"/>
              <a:gd name="textAreaRight" fmla="*/ 2223360 w 2223000"/>
              <a:gd name="textAreaTop" fmla="*/ 0 h 2867400"/>
              <a:gd name="textAreaBottom" fmla="*/ 2867760 h 2867400"/>
            </a:gdLst>
            <a:ahLst/>
            <a:cxnLst/>
            <a:rect l="textAreaLeft" t="textAreaTop" r="textAreaRight" b="textAreaBottom"/>
            <a:pathLst>
              <a:path w="138366" h="178479">
                <a:moveTo>
                  <a:pt x="65053" y="1"/>
                </a:moveTo>
                <a:lnTo>
                  <a:pt x="65053" y="35048"/>
                </a:lnTo>
                <a:cubicBezTo>
                  <a:pt x="65053" y="46401"/>
                  <a:pt x="74287" y="55635"/>
                  <a:pt x="85640" y="55635"/>
                </a:cubicBezTo>
                <a:lnTo>
                  <a:pt x="111253" y="55635"/>
                </a:lnTo>
                <a:cubicBezTo>
                  <a:pt x="115118" y="55635"/>
                  <a:pt x="118242" y="58790"/>
                  <a:pt x="118203" y="62655"/>
                </a:cubicBezTo>
                <a:cubicBezTo>
                  <a:pt x="118162" y="66450"/>
                  <a:pt x="115046" y="69535"/>
                  <a:pt x="111253" y="69535"/>
                </a:cubicBezTo>
                <a:lnTo>
                  <a:pt x="32647" y="69535"/>
                </a:lnTo>
                <a:cubicBezTo>
                  <a:pt x="14645" y="69535"/>
                  <a:pt x="1" y="84182"/>
                  <a:pt x="1" y="102181"/>
                </a:cubicBezTo>
                <a:cubicBezTo>
                  <a:pt x="1" y="120183"/>
                  <a:pt x="14647" y="134827"/>
                  <a:pt x="32647" y="134827"/>
                </a:cubicBezTo>
                <a:lnTo>
                  <a:pt x="107026" y="134827"/>
                </a:lnTo>
                <a:cubicBezTo>
                  <a:pt x="113814" y="134827"/>
                  <a:pt x="119335" y="140351"/>
                  <a:pt x="119335" y="147139"/>
                </a:cubicBezTo>
                <a:cubicBezTo>
                  <a:pt x="119335" y="153925"/>
                  <a:pt x="113814" y="159448"/>
                  <a:pt x="107026" y="159448"/>
                </a:cubicBezTo>
                <a:lnTo>
                  <a:pt x="65223" y="159448"/>
                </a:lnTo>
                <a:lnTo>
                  <a:pt x="65223" y="178479"/>
                </a:lnTo>
                <a:lnTo>
                  <a:pt x="107026" y="178479"/>
                </a:lnTo>
                <a:cubicBezTo>
                  <a:pt x="124308" y="178479"/>
                  <a:pt x="138365" y="164418"/>
                  <a:pt x="138365" y="147139"/>
                </a:cubicBezTo>
                <a:cubicBezTo>
                  <a:pt x="138365" y="129857"/>
                  <a:pt x="124308" y="115797"/>
                  <a:pt x="107026" y="115797"/>
                </a:cubicBezTo>
                <a:lnTo>
                  <a:pt x="32647" y="115797"/>
                </a:lnTo>
                <a:cubicBezTo>
                  <a:pt x="25136" y="115797"/>
                  <a:pt x="19029" y="109690"/>
                  <a:pt x="19029" y="102181"/>
                </a:cubicBezTo>
                <a:cubicBezTo>
                  <a:pt x="19029" y="94673"/>
                  <a:pt x="25138" y="88566"/>
                  <a:pt x="32647" y="88566"/>
                </a:cubicBezTo>
                <a:lnTo>
                  <a:pt x="111255" y="88566"/>
                </a:lnTo>
                <a:cubicBezTo>
                  <a:pt x="125436" y="88566"/>
                  <a:pt x="137090" y="77028"/>
                  <a:pt x="137234" y="62847"/>
                </a:cubicBezTo>
                <a:cubicBezTo>
                  <a:pt x="137301" y="55858"/>
                  <a:pt x="134632" y="49273"/>
                  <a:pt x="129715" y="44308"/>
                </a:cubicBezTo>
                <a:cubicBezTo>
                  <a:pt x="124799" y="39340"/>
                  <a:pt x="118242" y="36607"/>
                  <a:pt x="111255" y="36607"/>
                </a:cubicBezTo>
                <a:lnTo>
                  <a:pt x="85640" y="36607"/>
                </a:lnTo>
                <a:cubicBezTo>
                  <a:pt x="84781" y="36604"/>
                  <a:pt x="84084" y="35907"/>
                  <a:pt x="84084" y="35048"/>
                </a:cubicBezTo>
                <a:lnTo>
                  <a:pt x="84084" y="1"/>
                </a:lnTo>
                <a:close/>
              </a:path>
            </a:pathLst>
          </a:custGeom>
          <a:solidFill>
            <a:srgbClr val="ADD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71" name="Google Shape;1197;p32"/>
          <p:cNvSpPr/>
          <p:nvPr/>
        </p:nvSpPr>
        <p:spPr>
          <a:xfrm>
            <a:off x="4617720" y="3907440"/>
            <a:ext cx="1175040" cy="514800"/>
          </a:xfrm>
          <a:custGeom>
            <a:avLst/>
            <a:gdLst>
              <a:gd name="textAreaLeft" fmla="*/ 0 w 1175040"/>
              <a:gd name="textAreaRight" fmla="*/ 1175400 w 1175040"/>
              <a:gd name="textAreaTop" fmla="*/ 0 h 514800"/>
              <a:gd name="textAreaBottom" fmla="*/ 515160 h 514800"/>
            </a:gdLst>
            <a:ahLst/>
            <a:cxnLst/>
            <a:rect l="textAreaLeft" t="textAreaTop" r="textAreaRight" b="textAreaBottom"/>
            <a:pathLst>
              <a:path w="73143" h="32058">
                <a:moveTo>
                  <a:pt x="54091" y="1"/>
                </a:moveTo>
                <a:cubicBezTo>
                  <a:pt x="54104" y="237"/>
                  <a:pt x="54112" y="476"/>
                  <a:pt x="54112" y="715"/>
                </a:cubicBezTo>
                <a:cubicBezTo>
                  <a:pt x="54112" y="7504"/>
                  <a:pt x="48591" y="13027"/>
                  <a:pt x="41803" y="13027"/>
                </a:cubicBezTo>
                <a:lnTo>
                  <a:pt x="0" y="13027"/>
                </a:lnTo>
                <a:lnTo>
                  <a:pt x="0" y="32058"/>
                </a:lnTo>
                <a:lnTo>
                  <a:pt x="41803" y="32058"/>
                </a:lnTo>
                <a:cubicBezTo>
                  <a:pt x="59085" y="32058"/>
                  <a:pt x="73142" y="17997"/>
                  <a:pt x="73142" y="715"/>
                </a:cubicBezTo>
                <a:cubicBezTo>
                  <a:pt x="73142" y="476"/>
                  <a:pt x="73129" y="240"/>
                  <a:pt x="73124"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72" name="Google Shape;1198;p32"/>
          <p:cNvSpPr/>
          <p:nvPr/>
        </p:nvSpPr>
        <p:spPr>
          <a:xfrm>
            <a:off x="3569760" y="3177000"/>
            <a:ext cx="2222640" cy="730440"/>
          </a:xfrm>
          <a:custGeom>
            <a:avLst/>
            <a:gdLst>
              <a:gd name="textAreaLeft" fmla="*/ 0 w 2222640"/>
              <a:gd name="textAreaRight" fmla="*/ 2223000 w 2222640"/>
              <a:gd name="textAreaTop" fmla="*/ 0 h 730440"/>
              <a:gd name="textAreaBottom" fmla="*/ 730800 h 730440"/>
            </a:gdLst>
            <a:ahLst/>
            <a:cxnLst/>
            <a:rect l="textAreaLeft" t="textAreaTop" r="textAreaRight" b="textAreaBottom"/>
            <a:pathLst>
              <a:path w="138350" h="45475">
                <a:moveTo>
                  <a:pt x="34" y="0"/>
                </a:moveTo>
                <a:cubicBezTo>
                  <a:pt x="18" y="409"/>
                  <a:pt x="0" y="820"/>
                  <a:pt x="0" y="1234"/>
                </a:cubicBezTo>
                <a:cubicBezTo>
                  <a:pt x="0" y="19234"/>
                  <a:pt x="14647" y="33880"/>
                  <a:pt x="32646" y="33880"/>
                </a:cubicBezTo>
                <a:lnTo>
                  <a:pt x="107025" y="33880"/>
                </a:lnTo>
                <a:cubicBezTo>
                  <a:pt x="113574" y="33880"/>
                  <a:pt x="118943" y="39020"/>
                  <a:pt x="119313" y="45475"/>
                </a:cubicBezTo>
                <a:lnTo>
                  <a:pt x="138349" y="45475"/>
                </a:lnTo>
                <a:cubicBezTo>
                  <a:pt x="137966" y="28524"/>
                  <a:pt x="124068" y="14850"/>
                  <a:pt x="107025" y="14850"/>
                </a:cubicBezTo>
                <a:lnTo>
                  <a:pt x="32649" y="14850"/>
                </a:lnTo>
                <a:cubicBezTo>
                  <a:pt x="25140" y="14850"/>
                  <a:pt x="19031" y="8743"/>
                  <a:pt x="19031" y="1234"/>
                </a:cubicBezTo>
                <a:cubicBezTo>
                  <a:pt x="19031" y="818"/>
                  <a:pt x="19054" y="406"/>
                  <a:pt x="19090" y="0"/>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73" name="Google Shape;1199;p32"/>
          <p:cNvSpPr/>
          <p:nvPr/>
        </p:nvSpPr>
        <p:spPr>
          <a:xfrm>
            <a:off x="3570480" y="2672280"/>
            <a:ext cx="1439280" cy="504360"/>
          </a:xfrm>
          <a:custGeom>
            <a:avLst/>
            <a:gdLst>
              <a:gd name="textAreaLeft" fmla="*/ 0 w 1439280"/>
              <a:gd name="textAreaRight" fmla="*/ 1439640 w 1439280"/>
              <a:gd name="textAreaTop" fmla="*/ 0 h 504360"/>
              <a:gd name="textAreaBottom" fmla="*/ 504720 h 504360"/>
            </a:gdLst>
            <a:ahLst/>
            <a:cxnLst/>
            <a:rect l="textAreaLeft" t="textAreaTop" r="textAreaRight" b="textAreaBottom"/>
            <a:pathLst>
              <a:path w="89608" h="31413">
                <a:moveTo>
                  <a:pt x="32616" y="0"/>
                </a:moveTo>
                <a:cubicBezTo>
                  <a:pt x="15028" y="0"/>
                  <a:pt x="654" y="13981"/>
                  <a:pt x="1" y="31410"/>
                </a:cubicBezTo>
                <a:lnTo>
                  <a:pt x="19057" y="31412"/>
                </a:lnTo>
                <a:cubicBezTo>
                  <a:pt x="19684" y="24480"/>
                  <a:pt x="25524" y="19031"/>
                  <a:pt x="32616" y="19031"/>
                </a:cubicBezTo>
                <a:lnTo>
                  <a:pt x="89607" y="19031"/>
                </a:lnTo>
                <a:lnTo>
                  <a:pt x="89607" y="0"/>
                </a:lnTo>
                <a:close/>
              </a:path>
            </a:pathLst>
          </a:custGeom>
          <a:solidFill>
            <a:srgbClr val="66AA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74" name="Google Shape;1200;p32"/>
          <p:cNvSpPr/>
          <p:nvPr/>
        </p:nvSpPr>
        <p:spPr>
          <a:xfrm>
            <a:off x="4615200" y="1815840"/>
            <a:ext cx="1160640" cy="1161720"/>
          </a:xfrm>
          <a:custGeom>
            <a:avLst/>
            <a:gdLst>
              <a:gd name="textAreaLeft" fmla="*/ 0 w 1160640"/>
              <a:gd name="textAreaRight" fmla="*/ 1161000 w 1160640"/>
              <a:gd name="textAreaTop" fmla="*/ 0 h 1161720"/>
              <a:gd name="textAreaBottom" fmla="*/ 1162080 h 1161720"/>
            </a:gdLst>
            <a:ahLst/>
            <a:cxnLst/>
            <a:rect l="textAreaLeft" t="textAreaTop" r="textAreaRight" b="textAreaBottom"/>
            <a:pathLst>
              <a:path w="72251" h="72333">
                <a:moveTo>
                  <a:pt x="1" y="0"/>
                </a:moveTo>
                <a:lnTo>
                  <a:pt x="1" y="18812"/>
                </a:lnTo>
                <a:cubicBezTo>
                  <a:pt x="1" y="30165"/>
                  <a:pt x="9237" y="39399"/>
                  <a:pt x="20587" y="39399"/>
                </a:cubicBezTo>
                <a:lnTo>
                  <a:pt x="46203" y="39399"/>
                </a:lnTo>
                <a:cubicBezTo>
                  <a:pt x="50070" y="39399"/>
                  <a:pt x="53192" y="42554"/>
                  <a:pt x="53153" y="46421"/>
                </a:cubicBezTo>
                <a:cubicBezTo>
                  <a:pt x="53115" y="50214"/>
                  <a:pt x="49996" y="53302"/>
                  <a:pt x="46203" y="53302"/>
                </a:cubicBezTo>
                <a:lnTo>
                  <a:pt x="24588" y="53302"/>
                </a:lnTo>
                <a:lnTo>
                  <a:pt x="24588" y="72333"/>
                </a:lnTo>
                <a:lnTo>
                  <a:pt x="46203" y="72333"/>
                </a:lnTo>
                <a:cubicBezTo>
                  <a:pt x="60384" y="72333"/>
                  <a:pt x="72040" y="60792"/>
                  <a:pt x="72181" y="46611"/>
                </a:cubicBezTo>
                <a:cubicBezTo>
                  <a:pt x="72251" y="39622"/>
                  <a:pt x="69582" y="33040"/>
                  <a:pt x="64665" y="28072"/>
                </a:cubicBezTo>
                <a:cubicBezTo>
                  <a:pt x="59746" y="23107"/>
                  <a:pt x="53189" y="20371"/>
                  <a:pt x="46203" y="20371"/>
                </a:cubicBezTo>
                <a:lnTo>
                  <a:pt x="20590" y="20371"/>
                </a:lnTo>
                <a:cubicBezTo>
                  <a:pt x="19731" y="20371"/>
                  <a:pt x="19034" y="19674"/>
                  <a:pt x="19034" y="18815"/>
                </a:cubicBezTo>
                <a:lnTo>
                  <a:pt x="19034" y="0"/>
                </a:lnTo>
                <a:close/>
              </a:path>
            </a:pathLst>
          </a:custGeom>
          <a:solidFill>
            <a:srgbClr val="66AA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75" name="Google Shape;1201;p32"/>
          <p:cNvSpPr/>
          <p:nvPr/>
        </p:nvSpPr>
        <p:spPr>
          <a:xfrm>
            <a:off x="3697560" y="1559520"/>
            <a:ext cx="1967400" cy="2734920"/>
          </a:xfrm>
          <a:custGeom>
            <a:avLst/>
            <a:gdLst>
              <a:gd name="textAreaLeft" fmla="*/ 0 w 1967400"/>
              <a:gd name="textAreaRight" fmla="*/ 1967760 w 1967400"/>
              <a:gd name="textAreaTop" fmla="*/ 0 h 2734920"/>
              <a:gd name="textAreaBottom" fmla="*/ 2735280 h 2734920"/>
            </a:gdLst>
            <a:ahLst/>
            <a:cxnLst/>
            <a:rect l="textAreaLeft" t="textAreaTop" r="textAreaRight" b="textAreaBottom"/>
            <a:pathLst>
              <a:path w="122467" h="170237">
                <a:moveTo>
                  <a:pt x="66624" y="0"/>
                </a:moveTo>
                <a:cubicBezTo>
                  <a:pt x="65763" y="0"/>
                  <a:pt x="65066" y="697"/>
                  <a:pt x="65066" y="1559"/>
                </a:cubicBezTo>
                <a:lnTo>
                  <a:pt x="65066" y="8483"/>
                </a:lnTo>
                <a:cubicBezTo>
                  <a:pt x="65064" y="9345"/>
                  <a:pt x="65763" y="10041"/>
                  <a:pt x="66622" y="10041"/>
                </a:cubicBezTo>
                <a:lnTo>
                  <a:pt x="66624" y="10041"/>
                </a:lnTo>
                <a:cubicBezTo>
                  <a:pt x="67486" y="10041"/>
                  <a:pt x="68183" y="9345"/>
                  <a:pt x="68183" y="8483"/>
                </a:cubicBezTo>
                <a:lnTo>
                  <a:pt x="68183" y="1559"/>
                </a:lnTo>
                <a:cubicBezTo>
                  <a:pt x="68183" y="697"/>
                  <a:pt x="67486" y="0"/>
                  <a:pt x="66624" y="0"/>
                </a:cubicBezTo>
                <a:close/>
                <a:moveTo>
                  <a:pt x="66624" y="13850"/>
                </a:moveTo>
                <a:cubicBezTo>
                  <a:pt x="65763" y="13850"/>
                  <a:pt x="65066" y="14549"/>
                  <a:pt x="65066" y="15410"/>
                </a:cubicBezTo>
                <a:lnTo>
                  <a:pt x="65066" y="22335"/>
                </a:lnTo>
                <a:cubicBezTo>
                  <a:pt x="65064" y="23196"/>
                  <a:pt x="65760" y="23896"/>
                  <a:pt x="66622" y="23896"/>
                </a:cubicBezTo>
                <a:lnTo>
                  <a:pt x="66624" y="23893"/>
                </a:lnTo>
                <a:cubicBezTo>
                  <a:pt x="67486" y="23893"/>
                  <a:pt x="68183" y="23196"/>
                  <a:pt x="68183" y="22335"/>
                </a:cubicBezTo>
                <a:lnTo>
                  <a:pt x="68183" y="15410"/>
                </a:lnTo>
                <a:cubicBezTo>
                  <a:pt x="68183" y="14549"/>
                  <a:pt x="67486" y="13850"/>
                  <a:pt x="66624" y="13850"/>
                </a:cubicBezTo>
                <a:close/>
                <a:moveTo>
                  <a:pt x="66624" y="27701"/>
                </a:moveTo>
                <a:cubicBezTo>
                  <a:pt x="65763" y="27701"/>
                  <a:pt x="65066" y="28401"/>
                  <a:pt x="65066" y="29262"/>
                </a:cubicBezTo>
                <a:lnTo>
                  <a:pt x="65066" y="34765"/>
                </a:lnTo>
                <a:cubicBezTo>
                  <a:pt x="65066" y="35305"/>
                  <a:pt x="65100" y="35845"/>
                  <a:pt x="65169" y="36382"/>
                </a:cubicBezTo>
                <a:cubicBezTo>
                  <a:pt x="65267" y="37159"/>
                  <a:pt x="65928" y="37743"/>
                  <a:pt x="66712" y="37743"/>
                </a:cubicBezTo>
                <a:lnTo>
                  <a:pt x="66712" y="37740"/>
                </a:lnTo>
                <a:cubicBezTo>
                  <a:pt x="67653" y="37740"/>
                  <a:pt x="68378" y="36917"/>
                  <a:pt x="68260" y="35984"/>
                </a:cubicBezTo>
                <a:cubicBezTo>
                  <a:pt x="68208" y="35580"/>
                  <a:pt x="68183" y="35171"/>
                  <a:pt x="68183" y="34762"/>
                </a:cubicBezTo>
                <a:lnTo>
                  <a:pt x="68183" y="29262"/>
                </a:lnTo>
                <a:cubicBezTo>
                  <a:pt x="68183" y="28401"/>
                  <a:pt x="67486" y="27701"/>
                  <a:pt x="66624" y="27701"/>
                </a:cubicBezTo>
                <a:close/>
                <a:moveTo>
                  <a:pt x="69637" y="40797"/>
                </a:moveTo>
                <a:cubicBezTo>
                  <a:pt x="69255" y="40797"/>
                  <a:pt x="68872" y="40937"/>
                  <a:pt x="68571" y="41219"/>
                </a:cubicBezTo>
                <a:cubicBezTo>
                  <a:pt x="67951" y="41803"/>
                  <a:pt x="67913" y="42777"/>
                  <a:pt x="68489" y="43407"/>
                </a:cubicBezTo>
                <a:cubicBezTo>
                  <a:pt x="70304" y="45344"/>
                  <a:pt x="72685" y="46660"/>
                  <a:pt x="75290" y="47164"/>
                </a:cubicBezTo>
                <a:cubicBezTo>
                  <a:pt x="75387" y="47182"/>
                  <a:pt x="75486" y="47192"/>
                  <a:pt x="75586" y="47192"/>
                </a:cubicBezTo>
                <a:lnTo>
                  <a:pt x="75586" y="47192"/>
                </a:lnTo>
                <a:cubicBezTo>
                  <a:pt x="76391" y="47190"/>
                  <a:pt x="77062" y="46580"/>
                  <a:pt x="77136" y="45781"/>
                </a:cubicBezTo>
                <a:cubicBezTo>
                  <a:pt x="77213" y="44981"/>
                  <a:pt x="76668" y="44256"/>
                  <a:pt x="75881" y="44104"/>
                </a:cubicBezTo>
                <a:cubicBezTo>
                  <a:pt x="74896" y="43914"/>
                  <a:pt x="73950" y="43569"/>
                  <a:pt x="73073" y="43081"/>
                </a:cubicBezTo>
                <a:cubicBezTo>
                  <a:pt x="72215" y="42600"/>
                  <a:pt x="71433" y="41991"/>
                  <a:pt x="70759" y="41273"/>
                </a:cubicBezTo>
                <a:cubicBezTo>
                  <a:pt x="70454" y="40957"/>
                  <a:pt x="70046" y="40797"/>
                  <a:pt x="69637" y="40797"/>
                </a:cubicBezTo>
                <a:close/>
                <a:moveTo>
                  <a:pt x="75586" y="47192"/>
                </a:moveTo>
                <a:cubicBezTo>
                  <a:pt x="75586" y="47192"/>
                  <a:pt x="75586" y="47192"/>
                  <a:pt x="75586" y="47192"/>
                </a:cubicBezTo>
                <a:lnTo>
                  <a:pt x="75588" y="47192"/>
                </a:lnTo>
                <a:cubicBezTo>
                  <a:pt x="75587" y="47192"/>
                  <a:pt x="75587" y="47192"/>
                  <a:pt x="75586" y="47192"/>
                </a:cubicBezTo>
                <a:close/>
                <a:moveTo>
                  <a:pt x="82500" y="44276"/>
                </a:moveTo>
                <a:cubicBezTo>
                  <a:pt x="81639" y="44276"/>
                  <a:pt x="80942" y="44973"/>
                  <a:pt x="80942" y="45835"/>
                </a:cubicBezTo>
                <a:cubicBezTo>
                  <a:pt x="80942" y="46696"/>
                  <a:pt x="81639" y="47393"/>
                  <a:pt x="82500" y="47393"/>
                </a:cubicBezTo>
                <a:lnTo>
                  <a:pt x="89425" y="47393"/>
                </a:lnTo>
                <a:cubicBezTo>
                  <a:pt x="90286" y="47393"/>
                  <a:pt x="90983" y="46696"/>
                  <a:pt x="90983" y="45835"/>
                </a:cubicBezTo>
                <a:cubicBezTo>
                  <a:pt x="90983" y="44973"/>
                  <a:pt x="90286" y="44276"/>
                  <a:pt x="89425" y="44276"/>
                </a:cubicBezTo>
                <a:close/>
                <a:moveTo>
                  <a:pt x="96352" y="44276"/>
                </a:moveTo>
                <a:cubicBezTo>
                  <a:pt x="95490" y="44276"/>
                  <a:pt x="94794" y="44973"/>
                  <a:pt x="94794" y="45835"/>
                </a:cubicBezTo>
                <a:cubicBezTo>
                  <a:pt x="94794" y="46696"/>
                  <a:pt x="95490" y="47393"/>
                  <a:pt x="96352" y="47393"/>
                </a:cubicBezTo>
                <a:lnTo>
                  <a:pt x="103276" y="47393"/>
                </a:lnTo>
                <a:cubicBezTo>
                  <a:pt x="104138" y="47393"/>
                  <a:pt x="104837" y="46696"/>
                  <a:pt x="104837" y="45835"/>
                </a:cubicBezTo>
                <a:cubicBezTo>
                  <a:pt x="104837" y="44973"/>
                  <a:pt x="104138" y="44276"/>
                  <a:pt x="103276" y="44276"/>
                </a:cubicBezTo>
                <a:close/>
                <a:moveTo>
                  <a:pt x="110004" y="45692"/>
                </a:moveTo>
                <a:cubicBezTo>
                  <a:pt x="109408" y="45692"/>
                  <a:pt x="108838" y="46036"/>
                  <a:pt x="108579" y="46616"/>
                </a:cubicBezTo>
                <a:cubicBezTo>
                  <a:pt x="108229" y="47403"/>
                  <a:pt x="108584" y="48324"/>
                  <a:pt x="109371" y="48673"/>
                </a:cubicBezTo>
                <a:cubicBezTo>
                  <a:pt x="111284" y="49530"/>
                  <a:pt x="112999" y="50777"/>
                  <a:pt x="114400" y="52338"/>
                </a:cubicBezTo>
                <a:cubicBezTo>
                  <a:pt x="114695" y="52666"/>
                  <a:pt x="115117" y="52854"/>
                  <a:pt x="115558" y="52854"/>
                </a:cubicBezTo>
                <a:lnTo>
                  <a:pt x="115558" y="52854"/>
                </a:lnTo>
                <a:cubicBezTo>
                  <a:pt x="116175" y="52854"/>
                  <a:pt x="116730" y="52492"/>
                  <a:pt x="116982" y="51929"/>
                </a:cubicBezTo>
                <a:cubicBezTo>
                  <a:pt x="117231" y="51368"/>
                  <a:pt x="117128" y="50710"/>
                  <a:pt x="116717" y="50255"/>
                </a:cubicBezTo>
                <a:cubicBezTo>
                  <a:pt x="115022" y="48367"/>
                  <a:pt x="112952" y="46861"/>
                  <a:pt x="110638" y="45827"/>
                </a:cubicBezTo>
                <a:cubicBezTo>
                  <a:pt x="110432" y="45735"/>
                  <a:pt x="110216" y="45692"/>
                  <a:pt x="110004" y="45692"/>
                </a:cubicBezTo>
                <a:close/>
                <a:moveTo>
                  <a:pt x="115558" y="52854"/>
                </a:moveTo>
                <a:cubicBezTo>
                  <a:pt x="115558" y="52854"/>
                  <a:pt x="115558" y="52854"/>
                  <a:pt x="115557" y="52854"/>
                </a:cubicBezTo>
                <a:lnTo>
                  <a:pt x="115560" y="52854"/>
                </a:lnTo>
                <a:cubicBezTo>
                  <a:pt x="115559" y="52854"/>
                  <a:pt x="115559" y="52854"/>
                  <a:pt x="115558" y="52854"/>
                </a:cubicBezTo>
                <a:close/>
                <a:moveTo>
                  <a:pt x="118985" y="55696"/>
                </a:moveTo>
                <a:cubicBezTo>
                  <a:pt x="118827" y="55696"/>
                  <a:pt x="118667" y="55720"/>
                  <a:pt x="118509" y="55770"/>
                </a:cubicBezTo>
                <a:cubicBezTo>
                  <a:pt x="117689" y="56035"/>
                  <a:pt x="117239" y="56912"/>
                  <a:pt x="117501" y="57732"/>
                </a:cubicBezTo>
                <a:cubicBezTo>
                  <a:pt x="117974" y="59208"/>
                  <a:pt x="118216" y="60746"/>
                  <a:pt x="118213" y="62297"/>
                </a:cubicBezTo>
                <a:lnTo>
                  <a:pt x="118213" y="62448"/>
                </a:lnTo>
                <a:cubicBezTo>
                  <a:pt x="118211" y="62942"/>
                  <a:pt x="118180" y="63438"/>
                  <a:pt x="118129" y="63924"/>
                </a:cubicBezTo>
                <a:cubicBezTo>
                  <a:pt x="118036" y="64780"/>
                  <a:pt x="118653" y="65549"/>
                  <a:pt x="119509" y="65642"/>
                </a:cubicBezTo>
                <a:cubicBezTo>
                  <a:pt x="119566" y="65650"/>
                  <a:pt x="119622" y="65652"/>
                  <a:pt x="119679" y="65652"/>
                </a:cubicBezTo>
                <a:cubicBezTo>
                  <a:pt x="120474" y="65650"/>
                  <a:pt x="121140" y="65050"/>
                  <a:pt x="121227" y="64261"/>
                </a:cubicBezTo>
                <a:cubicBezTo>
                  <a:pt x="121289" y="63675"/>
                  <a:pt x="121325" y="63076"/>
                  <a:pt x="121330" y="62482"/>
                </a:cubicBezTo>
                <a:lnTo>
                  <a:pt x="121330" y="62474"/>
                </a:lnTo>
                <a:lnTo>
                  <a:pt x="121330" y="62297"/>
                </a:lnTo>
                <a:cubicBezTo>
                  <a:pt x="121332" y="60425"/>
                  <a:pt x="121042" y="58560"/>
                  <a:pt x="120468" y="56778"/>
                </a:cubicBezTo>
                <a:cubicBezTo>
                  <a:pt x="120257" y="56116"/>
                  <a:pt x="119643" y="55696"/>
                  <a:pt x="118985" y="55696"/>
                </a:cubicBezTo>
                <a:close/>
                <a:moveTo>
                  <a:pt x="117523" y="69061"/>
                </a:moveTo>
                <a:cubicBezTo>
                  <a:pt x="116988" y="69061"/>
                  <a:pt x="116467" y="69337"/>
                  <a:pt x="116177" y="69831"/>
                </a:cubicBezTo>
                <a:cubicBezTo>
                  <a:pt x="115115" y="71641"/>
                  <a:pt x="113685" y="73207"/>
                  <a:pt x="111980" y="74428"/>
                </a:cubicBezTo>
                <a:cubicBezTo>
                  <a:pt x="111428" y="74822"/>
                  <a:pt x="111196" y="75526"/>
                  <a:pt x="111402" y="76172"/>
                </a:cubicBezTo>
                <a:cubicBezTo>
                  <a:pt x="111610" y="76817"/>
                  <a:pt x="112209" y="77254"/>
                  <a:pt x="112888" y="77254"/>
                </a:cubicBezTo>
                <a:cubicBezTo>
                  <a:pt x="113212" y="77254"/>
                  <a:pt x="113531" y="77151"/>
                  <a:pt x="113793" y="76964"/>
                </a:cubicBezTo>
                <a:cubicBezTo>
                  <a:pt x="115855" y="75488"/>
                  <a:pt x="117583" y="73595"/>
                  <a:pt x="118867" y="71409"/>
                </a:cubicBezTo>
                <a:cubicBezTo>
                  <a:pt x="119301" y="70666"/>
                  <a:pt x="119052" y="69710"/>
                  <a:pt x="118309" y="69275"/>
                </a:cubicBezTo>
                <a:cubicBezTo>
                  <a:pt x="118062" y="69130"/>
                  <a:pt x="117791" y="69061"/>
                  <a:pt x="117523" y="69061"/>
                </a:cubicBezTo>
                <a:close/>
                <a:moveTo>
                  <a:pt x="30422" y="77205"/>
                </a:moveTo>
                <a:cubicBezTo>
                  <a:pt x="29561" y="77205"/>
                  <a:pt x="28862" y="77902"/>
                  <a:pt x="28862" y="78763"/>
                </a:cubicBezTo>
                <a:cubicBezTo>
                  <a:pt x="28862" y="79625"/>
                  <a:pt x="29561" y="80324"/>
                  <a:pt x="30422" y="80324"/>
                </a:cubicBezTo>
                <a:lnTo>
                  <a:pt x="37347" y="80324"/>
                </a:lnTo>
                <a:cubicBezTo>
                  <a:pt x="38208" y="80324"/>
                  <a:pt x="38905" y="79625"/>
                  <a:pt x="38905" y="78763"/>
                </a:cubicBezTo>
                <a:cubicBezTo>
                  <a:pt x="38905" y="77902"/>
                  <a:pt x="38208" y="77205"/>
                  <a:pt x="37347" y="77205"/>
                </a:cubicBezTo>
                <a:close/>
                <a:moveTo>
                  <a:pt x="44274" y="77205"/>
                </a:moveTo>
                <a:cubicBezTo>
                  <a:pt x="43413" y="77205"/>
                  <a:pt x="42716" y="77902"/>
                  <a:pt x="42716" y="78763"/>
                </a:cubicBezTo>
                <a:cubicBezTo>
                  <a:pt x="42716" y="79625"/>
                  <a:pt x="43413" y="80324"/>
                  <a:pt x="44274" y="80324"/>
                </a:cubicBezTo>
                <a:lnTo>
                  <a:pt x="51199" y="80324"/>
                </a:lnTo>
                <a:cubicBezTo>
                  <a:pt x="52060" y="80324"/>
                  <a:pt x="52757" y="79625"/>
                  <a:pt x="52757" y="78763"/>
                </a:cubicBezTo>
                <a:cubicBezTo>
                  <a:pt x="52757" y="77902"/>
                  <a:pt x="52060" y="77205"/>
                  <a:pt x="51199" y="77205"/>
                </a:cubicBezTo>
                <a:close/>
                <a:moveTo>
                  <a:pt x="58126" y="77205"/>
                </a:moveTo>
                <a:cubicBezTo>
                  <a:pt x="57265" y="77205"/>
                  <a:pt x="56568" y="77902"/>
                  <a:pt x="56568" y="78763"/>
                </a:cubicBezTo>
                <a:cubicBezTo>
                  <a:pt x="56568" y="79625"/>
                  <a:pt x="57265" y="80324"/>
                  <a:pt x="58126" y="80324"/>
                </a:cubicBezTo>
                <a:lnTo>
                  <a:pt x="65051" y="80324"/>
                </a:lnTo>
                <a:cubicBezTo>
                  <a:pt x="65912" y="80324"/>
                  <a:pt x="66609" y="79625"/>
                  <a:pt x="66609" y="78763"/>
                </a:cubicBezTo>
                <a:cubicBezTo>
                  <a:pt x="66609" y="77902"/>
                  <a:pt x="65912" y="77205"/>
                  <a:pt x="65051" y="77205"/>
                </a:cubicBezTo>
                <a:close/>
                <a:moveTo>
                  <a:pt x="71978" y="77205"/>
                </a:moveTo>
                <a:cubicBezTo>
                  <a:pt x="71117" y="77205"/>
                  <a:pt x="70420" y="77902"/>
                  <a:pt x="70420" y="78763"/>
                </a:cubicBezTo>
                <a:cubicBezTo>
                  <a:pt x="70420" y="79625"/>
                  <a:pt x="71117" y="80324"/>
                  <a:pt x="71978" y="80324"/>
                </a:cubicBezTo>
                <a:lnTo>
                  <a:pt x="78903" y="80324"/>
                </a:lnTo>
                <a:cubicBezTo>
                  <a:pt x="79764" y="80324"/>
                  <a:pt x="80463" y="79625"/>
                  <a:pt x="80463" y="78763"/>
                </a:cubicBezTo>
                <a:cubicBezTo>
                  <a:pt x="80463" y="77902"/>
                  <a:pt x="79764" y="77205"/>
                  <a:pt x="78903" y="77205"/>
                </a:cubicBezTo>
                <a:close/>
                <a:moveTo>
                  <a:pt x="85830" y="77205"/>
                </a:moveTo>
                <a:cubicBezTo>
                  <a:pt x="84968" y="77205"/>
                  <a:pt x="84269" y="77902"/>
                  <a:pt x="84269" y="78763"/>
                </a:cubicBezTo>
                <a:cubicBezTo>
                  <a:pt x="84269" y="79625"/>
                  <a:pt x="84968" y="80324"/>
                  <a:pt x="85830" y="80324"/>
                </a:cubicBezTo>
                <a:lnTo>
                  <a:pt x="92754" y="80324"/>
                </a:lnTo>
                <a:cubicBezTo>
                  <a:pt x="93616" y="80324"/>
                  <a:pt x="94313" y="79625"/>
                  <a:pt x="94313" y="78763"/>
                </a:cubicBezTo>
                <a:cubicBezTo>
                  <a:pt x="94313" y="77902"/>
                  <a:pt x="93616" y="77205"/>
                  <a:pt x="92754" y="77205"/>
                </a:cubicBezTo>
                <a:close/>
                <a:moveTo>
                  <a:pt x="106629" y="76869"/>
                </a:moveTo>
                <a:cubicBezTo>
                  <a:pt x="106513" y="76869"/>
                  <a:pt x="106395" y="76882"/>
                  <a:pt x="106277" y="76910"/>
                </a:cubicBezTo>
                <a:cubicBezTo>
                  <a:pt x="105300" y="77108"/>
                  <a:pt x="104305" y="77205"/>
                  <a:pt x="103310" y="77205"/>
                </a:cubicBezTo>
                <a:lnTo>
                  <a:pt x="99682" y="77205"/>
                </a:lnTo>
                <a:cubicBezTo>
                  <a:pt x="98820" y="77205"/>
                  <a:pt x="98123" y="77902"/>
                  <a:pt x="98123" y="78763"/>
                </a:cubicBezTo>
                <a:cubicBezTo>
                  <a:pt x="98123" y="79625"/>
                  <a:pt x="98820" y="80324"/>
                  <a:pt x="99682" y="80324"/>
                </a:cubicBezTo>
                <a:lnTo>
                  <a:pt x="103310" y="80324"/>
                </a:lnTo>
                <a:cubicBezTo>
                  <a:pt x="104513" y="80322"/>
                  <a:pt x="105714" y="80203"/>
                  <a:pt x="106894" y="79964"/>
                </a:cubicBezTo>
                <a:cubicBezTo>
                  <a:pt x="107758" y="79815"/>
                  <a:pt x="108332" y="78979"/>
                  <a:pt x="108157" y="78121"/>
                </a:cubicBezTo>
                <a:cubicBezTo>
                  <a:pt x="108006" y="77378"/>
                  <a:pt x="107353" y="76869"/>
                  <a:pt x="106629" y="76869"/>
                </a:cubicBezTo>
                <a:close/>
                <a:moveTo>
                  <a:pt x="23501" y="77239"/>
                </a:moveTo>
                <a:cubicBezTo>
                  <a:pt x="23472" y="77239"/>
                  <a:pt x="23444" y="77240"/>
                  <a:pt x="23415" y="77241"/>
                </a:cubicBezTo>
                <a:cubicBezTo>
                  <a:pt x="20952" y="77365"/>
                  <a:pt x="18520" y="77861"/>
                  <a:pt x="16200" y="78709"/>
                </a:cubicBezTo>
                <a:cubicBezTo>
                  <a:pt x="15493" y="78972"/>
                  <a:pt x="15071" y="79702"/>
                  <a:pt x="15205" y="80445"/>
                </a:cubicBezTo>
                <a:cubicBezTo>
                  <a:pt x="15336" y="81188"/>
                  <a:pt x="15982" y="81731"/>
                  <a:pt x="16738" y="81731"/>
                </a:cubicBezTo>
                <a:cubicBezTo>
                  <a:pt x="16920" y="81731"/>
                  <a:pt x="17103" y="81700"/>
                  <a:pt x="17275" y="81636"/>
                </a:cubicBezTo>
                <a:cubicBezTo>
                  <a:pt x="19299" y="80895"/>
                  <a:pt x="21423" y="80461"/>
                  <a:pt x="23577" y="80353"/>
                </a:cubicBezTo>
                <a:cubicBezTo>
                  <a:pt x="24436" y="80309"/>
                  <a:pt x="25097" y="79576"/>
                  <a:pt x="25053" y="78717"/>
                </a:cubicBezTo>
                <a:cubicBezTo>
                  <a:pt x="25009" y="77884"/>
                  <a:pt x="24324" y="77239"/>
                  <a:pt x="23501" y="77239"/>
                </a:cubicBezTo>
                <a:close/>
                <a:moveTo>
                  <a:pt x="10673" y="81945"/>
                </a:moveTo>
                <a:cubicBezTo>
                  <a:pt x="10350" y="81945"/>
                  <a:pt x="10023" y="82045"/>
                  <a:pt x="9744" y="82253"/>
                </a:cubicBezTo>
                <a:cubicBezTo>
                  <a:pt x="7782" y="83747"/>
                  <a:pt x="6054" y="85529"/>
                  <a:pt x="4616" y="87534"/>
                </a:cubicBezTo>
                <a:cubicBezTo>
                  <a:pt x="4277" y="88010"/>
                  <a:pt x="4231" y="88635"/>
                  <a:pt x="4498" y="89154"/>
                </a:cubicBezTo>
                <a:cubicBezTo>
                  <a:pt x="4765" y="89674"/>
                  <a:pt x="5300" y="90000"/>
                  <a:pt x="5884" y="90000"/>
                </a:cubicBezTo>
                <a:cubicBezTo>
                  <a:pt x="6385" y="90000"/>
                  <a:pt x="6859" y="89759"/>
                  <a:pt x="7152" y="89350"/>
                </a:cubicBezTo>
                <a:cubicBezTo>
                  <a:pt x="8406" y="87596"/>
                  <a:pt x="9918" y="86038"/>
                  <a:pt x="11634" y="84732"/>
                </a:cubicBezTo>
                <a:cubicBezTo>
                  <a:pt x="12305" y="84204"/>
                  <a:pt x="12428" y="83238"/>
                  <a:pt x="11911" y="82559"/>
                </a:cubicBezTo>
                <a:cubicBezTo>
                  <a:pt x="11605" y="82157"/>
                  <a:pt x="11142" y="81945"/>
                  <a:pt x="10673" y="81945"/>
                </a:cubicBezTo>
                <a:close/>
                <a:moveTo>
                  <a:pt x="2753" y="93021"/>
                </a:moveTo>
                <a:cubicBezTo>
                  <a:pt x="2097" y="93021"/>
                  <a:pt x="1488" y="93438"/>
                  <a:pt x="1274" y="94096"/>
                </a:cubicBezTo>
                <a:cubicBezTo>
                  <a:pt x="494" y="96439"/>
                  <a:pt x="70" y="98884"/>
                  <a:pt x="19" y="101350"/>
                </a:cubicBezTo>
                <a:cubicBezTo>
                  <a:pt x="1" y="102212"/>
                  <a:pt x="682" y="102924"/>
                  <a:pt x="1544" y="102944"/>
                </a:cubicBezTo>
                <a:lnTo>
                  <a:pt x="1577" y="102944"/>
                </a:lnTo>
                <a:cubicBezTo>
                  <a:pt x="2426" y="102944"/>
                  <a:pt x="3117" y="102266"/>
                  <a:pt x="3138" y="101420"/>
                </a:cubicBezTo>
                <a:cubicBezTo>
                  <a:pt x="3182" y="99262"/>
                  <a:pt x="3549" y="97126"/>
                  <a:pt x="4231" y="95079"/>
                </a:cubicBezTo>
                <a:cubicBezTo>
                  <a:pt x="4506" y="94261"/>
                  <a:pt x="4066" y="93374"/>
                  <a:pt x="3246" y="93101"/>
                </a:cubicBezTo>
                <a:cubicBezTo>
                  <a:pt x="3082" y="93047"/>
                  <a:pt x="2916" y="93021"/>
                  <a:pt x="2753" y="93021"/>
                </a:cubicBezTo>
                <a:close/>
                <a:moveTo>
                  <a:pt x="2450" y="106669"/>
                </a:moveTo>
                <a:cubicBezTo>
                  <a:pt x="2309" y="106669"/>
                  <a:pt x="2165" y="106689"/>
                  <a:pt x="2022" y="106730"/>
                </a:cubicBezTo>
                <a:cubicBezTo>
                  <a:pt x="1194" y="106964"/>
                  <a:pt x="713" y="107825"/>
                  <a:pt x="950" y="108653"/>
                </a:cubicBezTo>
                <a:cubicBezTo>
                  <a:pt x="1623" y="111029"/>
                  <a:pt x="2654" y="113289"/>
                  <a:pt x="4002" y="115356"/>
                </a:cubicBezTo>
                <a:cubicBezTo>
                  <a:pt x="4288" y="115797"/>
                  <a:pt x="4779" y="116064"/>
                  <a:pt x="5303" y="116064"/>
                </a:cubicBezTo>
                <a:cubicBezTo>
                  <a:pt x="5306" y="116064"/>
                  <a:pt x="5308" y="116064"/>
                  <a:pt x="5311" y="116064"/>
                </a:cubicBezTo>
                <a:lnTo>
                  <a:pt x="5311" y="116064"/>
                </a:lnTo>
                <a:lnTo>
                  <a:pt x="5308" y="116066"/>
                </a:lnTo>
                <a:cubicBezTo>
                  <a:pt x="5881" y="116066"/>
                  <a:pt x="6406" y="115752"/>
                  <a:pt x="6679" y="115248"/>
                </a:cubicBezTo>
                <a:cubicBezTo>
                  <a:pt x="6951" y="114747"/>
                  <a:pt x="6925" y="114135"/>
                  <a:pt x="6612" y="113657"/>
                </a:cubicBezTo>
                <a:cubicBezTo>
                  <a:pt x="5434" y="111849"/>
                  <a:pt x="4537" y="109877"/>
                  <a:pt x="3948" y="107802"/>
                </a:cubicBezTo>
                <a:cubicBezTo>
                  <a:pt x="3752" y="107117"/>
                  <a:pt x="3128" y="106669"/>
                  <a:pt x="2450" y="106669"/>
                </a:cubicBezTo>
                <a:close/>
                <a:moveTo>
                  <a:pt x="9885" y="118104"/>
                </a:moveTo>
                <a:cubicBezTo>
                  <a:pt x="9439" y="118104"/>
                  <a:pt x="8997" y="118294"/>
                  <a:pt x="8689" y="118663"/>
                </a:cubicBezTo>
                <a:cubicBezTo>
                  <a:pt x="8137" y="119324"/>
                  <a:pt x="8226" y="120306"/>
                  <a:pt x="8887" y="120859"/>
                </a:cubicBezTo>
                <a:cubicBezTo>
                  <a:pt x="10782" y="122440"/>
                  <a:pt x="12901" y="123731"/>
                  <a:pt x="15179" y="124683"/>
                </a:cubicBezTo>
                <a:cubicBezTo>
                  <a:pt x="15370" y="124762"/>
                  <a:pt x="15575" y="124804"/>
                  <a:pt x="15781" y="124804"/>
                </a:cubicBezTo>
                <a:cubicBezTo>
                  <a:pt x="15783" y="124804"/>
                  <a:pt x="15785" y="124804"/>
                  <a:pt x="15787" y="124804"/>
                </a:cubicBezTo>
                <a:cubicBezTo>
                  <a:pt x="16527" y="124804"/>
                  <a:pt x="17162" y="124280"/>
                  <a:pt x="17309" y="123554"/>
                </a:cubicBezTo>
                <a:cubicBezTo>
                  <a:pt x="17455" y="122824"/>
                  <a:pt x="17067" y="122093"/>
                  <a:pt x="16383" y="121808"/>
                </a:cubicBezTo>
                <a:cubicBezTo>
                  <a:pt x="14393" y="120975"/>
                  <a:pt x="12539" y="119849"/>
                  <a:pt x="10883" y="118465"/>
                </a:cubicBezTo>
                <a:cubicBezTo>
                  <a:pt x="10591" y="118222"/>
                  <a:pt x="10237" y="118104"/>
                  <a:pt x="9885" y="118104"/>
                </a:cubicBezTo>
                <a:close/>
                <a:moveTo>
                  <a:pt x="22476" y="123362"/>
                </a:moveTo>
                <a:cubicBezTo>
                  <a:pt x="21682" y="123362"/>
                  <a:pt x="21004" y="123967"/>
                  <a:pt x="20926" y="124773"/>
                </a:cubicBezTo>
                <a:cubicBezTo>
                  <a:pt x="20844" y="125629"/>
                  <a:pt x="21474" y="126390"/>
                  <a:pt x="22330" y="126472"/>
                </a:cubicBezTo>
                <a:cubicBezTo>
                  <a:pt x="23112" y="126547"/>
                  <a:pt x="23912" y="126586"/>
                  <a:pt x="24704" y="126586"/>
                </a:cubicBezTo>
                <a:lnTo>
                  <a:pt x="29399" y="126586"/>
                </a:lnTo>
                <a:cubicBezTo>
                  <a:pt x="30260" y="126586"/>
                  <a:pt x="30957" y="125889"/>
                  <a:pt x="30957" y="125027"/>
                </a:cubicBezTo>
                <a:cubicBezTo>
                  <a:pt x="30957" y="124166"/>
                  <a:pt x="30260" y="123469"/>
                  <a:pt x="29399" y="123469"/>
                </a:cubicBezTo>
                <a:lnTo>
                  <a:pt x="24704" y="123469"/>
                </a:lnTo>
                <a:cubicBezTo>
                  <a:pt x="24009" y="123469"/>
                  <a:pt x="23310" y="123433"/>
                  <a:pt x="22626" y="123369"/>
                </a:cubicBezTo>
                <a:cubicBezTo>
                  <a:pt x="22576" y="123364"/>
                  <a:pt x="22525" y="123362"/>
                  <a:pt x="22476" y="123362"/>
                </a:cubicBezTo>
                <a:close/>
                <a:moveTo>
                  <a:pt x="36326" y="123466"/>
                </a:moveTo>
                <a:cubicBezTo>
                  <a:pt x="35465" y="123466"/>
                  <a:pt x="34768" y="124166"/>
                  <a:pt x="34768" y="125025"/>
                </a:cubicBezTo>
                <a:cubicBezTo>
                  <a:pt x="34768" y="125886"/>
                  <a:pt x="35465" y="126586"/>
                  <a:pt x="36326" y="126586"/>
                </a:cubicBezTo>
                <a:lnTo>
                  <a:pt x="43251" y="126586"/>
                </a:lnTo>
                <a:cubicBezTo>
                  <a:pt x="44112" y="126586"/>
                  <a:pt x="44809" y="125886"/>
                  <a:pt x="44809" y="125025"/>
                </a:cubicBezTo>
                <a:cubicBezTo>
                  <a:pt x="44809" y="124166"/>
                  <a:pt x="44112" y="123466"/>
                  <a:pt x="43251" y="123466"/>
                </a:cubicBezTo>
                <a:close/>
                <a:moveTo>
                  <a:pt x="50178" y="123466"/>
                </a:moveTo>
                <a:cubicBezTo>
                  <a:pt x="49317" y="123466"/>
                  <a:pt x="48620" y="124166"/>
                  <a:pt x="48620" y="125025"/>
                </a:cubicBezTo>
                <a:cubicBezTo>
                  <a:pt x="48620" y="125886"/>
                  <a:pt x="49317" y="126586"/>
                  <a:pt x="50178" y="126586"/>
                </a:cubicBezTo>
                <a:lnTo>
                  <a:pt x="57103" y="126586"/>
                </a:lnTo>
                <a:cubicBezTo>
                  <a:pt x="57964" y="126586"/>
                  <a:pt x="58661" y="125886"/>
                  <a:pt x="58661" y="125025"/>
                </a:cubicBezTo>
                <a:cubicBezTo>
                  <a:pt x="58661" y="124166"/>
                  <a:pt x="57964" y="123466"/>
                  <a:pt x="57103" y="123466"/>
                </a:cubicBezTo>
                <a:close/>
                <a:moveTo>
                  <a:pt x="64030" y="123466"/>
                </a:moveTo>
                <a:cubicBezTo>
                  <a:pt x="63169" y="123466"/>
                  <a:pt x="62472" y="124166"/>
                  <a:pt x="62472" y="125025"/>
                </a:cubicBezTo>
                <a:cubicBezTo>
                  <a:pt x="62472" y="125886"/>
                  <a:pt x="63169" y="126586"/>
                  <a:pt x="64030" y="126586"/>
                </a:cubicBezTo>
                <a:lnTo>
                  <a:pt x="70955" y="126586"/>
                </a:lnTo>
                <a:cubicBezTo>
                  <a:pt x="71816" y="126586"/>
                  <a:pt x="72515" y="125886"/>
                  <a:pt x="72515" y="125025"/>
                </a:cubicBezTo>
                <a:cubicBezTo>
                  <a:pt x="72515" y="124166"/>
                  <a:pt x="71816" y="123466"/>
                  <a:pt x="70955" y="123466"/>
                </a:cubicBezTo>
                <a:close/>
                <a:moveTo>
                  <a:pt x="77882" y="123466"/>
                </a:moveTo>
                <a:cubicBezTo>
                  <a:pt x="77020" y="123466"/>
                  <a:pt x="76324" y="124166"/>
                  <a:pt x="76324" y="125025"/>
                </a:cubicBezTo>
                <a:cubicBezTo>
                  <a:pt x="76324" y="125886"/>
                  <a:pt x="77020" y="126586"/>
                  <a:pt x="77882" y="126586"/>
                </a:cubicBezTo>
                <a:lnTo>
                  <a:pt x="84806" y="126586"/>
                </a:lnTo>
                <a:cubicBezTo>
                  <a:pt x="85668" y="126586"/>
                  <a:pt x="86367" y="125886"/>
                  <a:pt x="86367" y="125025"/>
                </a:cubicBezTo>
                <a:cubicBezTo>
                  <a:pt x="86367" y="124166"/>
                  <a:pt x="85668" y="123466"/>
                  <a:pt x="84806" y="123466"/>
                </a:cubicBezTo>
                <a:close/>
                <a:moveTo>
                  <a:pt x="91734" y="123466"/>
                </a:moveTo>
                <a:cubicBezTo>
                  <a:pt x="90872" y="123466"/>
                  <a:pt x="90175" y="124166"/>
                  <a:pt x="90175" y="125025"/>
                </a:cubicBezTo>
                <a:cubicBezTo>
                  <a:pt x="90175" y="125886"/>
                  <a:pt x="90872" y="126586"/>
                  <a:pt x="91734" y="126586"/>
                </a:cubicBezTo>
                <a:lnTo>
                  <a:pt x="98661" y="126586"/>
                </a:lnTo>
                <a:cubicBezTo>
                  <a:pt x="99520" y="126586"/>
                  <a:pt x="100219" y="125886"/>
                  <a:pt x="100219" y="125025"/>
                </a:cubicBezTo>
                <a:cubicBezTo>
                  <a:pt x="100219" y="124166"/>
                  <a:pt x="99520" y="123466"/>
                  <a:pt x="98661" y="123466"/>
                </a:cubicBezTo>
                <a:close/>
                <a:moveTo>
                  <a:pt x="105479" y="124421"/>
                </a:moveTo>
                <a:cubicBezTo>
                  <a:pt x="104813" y="124421"/>
                  <a:pt x="104195" y="124851"/>
                  <a:pt x="103989" y="125524"/>
                </a:cubicBezTo>
                <a:cubicBezTo>
                  <a:pt x="103737" y="126349"/>
                  <a:pt x="104205" y="127223"/>
                  <a:pt x="105030" y="127470"/>
                </a:cubicBezTo>
                <a:cubicBezTo>
                  <a:pt x="107085" y="128100"/>
                  <a:pt x="109023" y="129054"/>
                  <a:pt x="110774" y="130296"/>
                </a:cubicBezTo>
                <a:cubicBezTo>
                  <a:pt x="111037" y="130484"/>
                  <a:pt x="111353" y="130584"/>
                  <a:pt x="111674" y="130584"/>
                </a:cubicBezTo>
                <a:cubicBezTo>
                  <a:pt x="112353" y="130581"/>
                  <a:pt x="112955" y="130144"/>
                  <a:pt x="113161" y="129496"/>
                </a:cubicBezTo>
                <a:cubicBezTo>
                  <a:pt x="113366" y="128851"/>
                  <a:pt x="113130" y="128144"/>
                  <a:pt x="112574" y="127753"/>
                </a:cubicBezTo>
                <a:cubicBezTo>
                  <a:pt x="110553" y="126318"/>
                  <a:pt x="108314" y="125218"/>
                  <a:pt x="105945" y="124492"/>
                </a:cubicBezTo>
                <a:cubicBezTo>
                  <a:pt x="105790" y="124444"/>
                  <a:pt x="105634" y="124421"/>
                  <a:pt x="105479" y="124421"/>
                </a:cubicBezTo>
                <a:close/>
                <a:moveTo>
                  <a:pt x="116605" y="132284"/>
                </a:moveTo>
                <a:cubicBezTo>
                  <a:pt x="116282" y="132284"/>
                  <a:pt x="115955" y="132384"/>
                  <a:pt x="115675" y="132592"/>
                </a:cubicBezTo>
                <a:cubicBezTo>
                  <a:pt x="114986" y="133106"/>
                  <a:pt x="114842" y="134081"/>
                  <a:pt x="115357" y="134773"/>
                </a:cubicBezTo>
                <a:cubicBezTo>
                  <a:pt x="116637" y="136496"/>
                  <a:pt x="117637" y="138411"/>
                  <a:pt x="118316" y="140450"/>
                </a:cubicBezTo>
                <a:cubicBezTo>
                  <a:pt x="118527" y="141088"/>
                  <a:pt x="119124" y="141517"/>
                  <a:pt x="119795" y="141517"/>
                </a:cubicBezTo>
                <a:cubicBezTo>
                  <a:pt x="120857" y="141515"/>
                  <a:pt x="121608" y="140476"/>
                  <a:pt x="121273" y="139465"/>
                </a:cubicBezTo>
                <a:cubicBezTo>
                  <a:pt x="120489" y="137115"/>
                  <a:pt x="119337" y="134901"/>
                  <a:pt x="117856" y="132914"/>
                </a:cubicBezTo>
                <a:cubicBezTo>
                  <a:pt x="117551" y="132502"/>
                  <a:pt x="117081" y="132284"/>
                  <a:pt x="116605" y="132284"/>
                </a:cubicBezTo>
                <a:close/>
                <a:moveTo>
                  <a:pt x="120898" y="145205"/>
                </a:moveTo>
                <a:cubicBezTo>
                  <a:pt x="120039" y="145210"/>
                  <a:pt x="119342" y="145909"/>
                  <a:pt x="119347" y="146771"/>
                </a:cubicBezTo>
                <a:lnTo>
                  <a:pt x="119347" y="146850"/>
                </a:lnTo>
                <a:cubicBezTo>
                  <a:pt x="119350" y="148972"/>
                  <a:pt x="119018" y="151080"/>
                  <a:pt x="118368" y="153096"/>
                </a:cubicBezTo>
                <a:cubicBezTo>
                  <a:pt x="118041" y="154104"/>
                  <a:pt x="118792" y="155135"/>
                  <a:pt x="119849" y="155135"/>
                </a:cubicBezTo>
                <a:lnTo>
                  <a:pt x="119851" y="155135"/>
                </a:lnTo>
                <a:cubicBezTo>
                  <a:pt x="120528" y="155135"/>
                  <a:pt x="121124" y="154698"/>
                  <a:pt x="121332" y="154058"/>
                </a:cubicBezTo>
                <a:cubicBezTo>
                  <a:pt x="122083" y="151728"/>
                  <a:pt x="122466" y="149298"/>
                  <a:pt x="122464" y="146850"/>
                </a:cubicBezTo>
                <a:lnTo>
                  <a:pt x="122464" y="146758"/>
                </a:lnTo>
                <a:cubicBezTo>
                  <a:pt x="122461" y="145899"/>
                  <a:pt x="121764" y="145205"/>
                  <a:pt x="120906" y="145205"/>
                </a:cubicBezTo>
                <a:close/>
                <a:moveTo>
                  <a:pt x="116716" y="158158"/>
                </a:moveTo>
                <a:cubicBezTo>
                  <a:pt x="116235" y="158158"/>
                  <a:pt x="115761" y="158379"/>
                  <a:pt x="115457" y="158797"/>
                </a:cubicBezTo>
                <a:cubicBezTo>
                  <a:pt x="114187" y="160533"/>
                  <a:pt x="112652" y="162055"/>
                  <a:pt x="110908" y="163312"/>
                </a:cubicBezTo>
                <a:cubicBezTo>
                  <a:pt x="110358" y="163706"/>
                  <a:pt x="110126" y="164410"/>
                  <a:pt x="110335" y="165056"/>
                </a:cubicBezTo>
                <a:cubicBezTo>
                  <a:pt x="110543" y="165698"/>
                  <a:pt x="111142" y="166136"/>
                  <a:pt x="111821" y="166136"/>
                </a:cubicBezTo>
                <a:cubicBezTo>
                  <a:pt x="112148" y="166136"/>
                  <a:pt x="112466" y="166033"/>
                  <a:pt x="112731" y="165840"/>
                </a:cubicBezTo>
                <a:cubicBezTo>
                  <a:pt x="114742" y="164392"/>
                  <a:pt x="116511" y="162636"/>
                  <a:pt x="117972" y="160635"/>
                </a:cubicBezTo>
                <a:cubicBezTo>
                  <a:pt x="118481" y="159941"/>
                  <a:pt x="118329" y="158967"/>
                  <a:pt x="117632" y="158457"/>
                </a:cubicBezTo>
                <a:cubicBezTo>
                  <a:pt x="117355" y="158255"/>
                  <a:pt x="117034" y="158158"/>
                  <a:pt x="116716" y="158158"/>
                </a:cubicBezTo>
                <a:close/>
                <a:moveTo>
                  <a:pt x="57280" y="167118"/>
                </a:moveTo>
                <a:cubicBezTo>
                  <a:pt x="56419" y="167118"/>
                  <a:pt x="55722" y="167815"/>
                  <a:pt x="55722" y="168676"/>
                </a:cubicBezTo>
                <a:cubicBezTo>
                  <a:pt x="55722" y="169537"/>
                  <a:pt x="56419" y="170237"/>
                  <a:pt x="57280" y="170237"/>
                </a:cubicBezTo>
                <a:lnTo>
                  <a:pt x="64207" y="170237"/>
                </a:lnTo>
                <a:cubicBezTo>
                  <a:pt x="65066" y="170237"/>
                  <a:pt x="65766" y="169537"/>
                  <a:pt x="65766" y="168676"/>
                </a:cubicBezTo>
                <a:cubicBezTo>
                  <a:pt x="65766" y="167815"/>
                  <a:pt x="65066" y="167118"/>
                  <a:pt x="64207" y="167118"/>
                </a:cubicBezTo>
                <a:close/>
                <a:moveTo>
                  <a:pt x="71132" y="167118"/>
                </a:moveTo>
                <a:cubicBezTo>
                  <a:pt x="70271" y="167118"/>
                  <a:pt x="69574" y="167815"/>
                  <a:pt x="69574" y="168676"/>
                </a:cubicBezTo>
                <a:cubicBezTo>
                  <a:pt x="69574" y="169537"/>
                  <a:pt x="70271" y="170237"/>
                  <a:pt x="71132" y="170237"/>
                </a:cubicBezTo>
                <a:lnTo>
                  <a:pt x="78059" y="170237"/>
                </a:lnTo>
                <a:cubicBezTo>
                  <a:pt x="78918" y="170237"/>
                  <a:pt x="79617" y="169537"/>
                  <a:pt x="79617" y="168676"/>
                </a:cubicBezTo>
                <a:cubicBezTo>
                  <a:pt x="79617" y="167815"/>
                  <a:pt x="78918" y="167118"/>
                  <a:pt x="78059" y="167118"/>
                </a:cubicBezTo>
                <a:close/>
                <a:moveTo>
                  <a:pt x="84984" y="167118"/>
                </a:moveTo>
                <a:cubicBezTo>
                  <a:pt x="84122" y="167118"/>
                  <a:pt x="83426" y="167815"/>
                  <a:pt x="83426" y="168676"/>
                </a:cubicBezTo>
                <a:cubicBezTo>
                  <a:pt x="83426" y="169537"/>
                  <a:pt x="84122" y="170237"/>
                  <a:pt x="84984" y="170237"/>
                </a:cubicBezTo>
                <a:lnTo>
                  <a:pt x="91911" y="170237"/>
                </a:lnTo>
                <a:cubicBezTo>
                  <a:pt x="92772" y="170237"/>
                  <a:pt x="93469" y="169537"/>
                  <a:pt x="93469" y="168676"/>
                </a:cubicBezTo>
                <a:cubicBezTo>
                  <a:pt x="93469" y="167815"/>
                  <a:pt x="92772" y="167118"/>
                  <a:pt x="91911" y="167118"/>
                </a:cubicBezTo>
                <a:close/>
                <a:moveTo>
                  <a:pt x="105658" y="166109"/>
                </a:moveTo>
                <a:cubicBezTo>
                  <a:pt x="105503" y="166109"/>
                  <a:pt x="105345" y="166132"/>
                  <a:pt x="105190" y="166182"/>
                </a:cubicBezTo>
                <a:cubicBezTo>
                  <a:pt x="103220" y="166802"/>
                  <a:pt x="101169" y="167118"/>
                  <a:pt x="99108" y="167118"/>
                </a:cubicBezTo>
                <a:cubicBezTo>
                  <a:pt x="99099" y="167118"/>
                  <a:pt x="99091" y="167118"/>
                  <a:pt x="99083" y="167118"/>
                </a:cubicBezTo>
                <a:lnTo>
                  <a:pt x="98836" y="167118"/>
                </a:lnTo>
                <a:cubicBezTo>
                  <a:pt x="97974" y="167118"/>
                  <a:pt x="97277" y="167815"/>
                  <a:pt x="97277" y="168676"/>
                </a:cubicBezTo>
                <a:cubicBezTo>
                  <a:pt x="97277" y="169537"/>
                  <a:pt x="97974" y="170237"/>
                  <a:pt x="98836" y="170237"/>
                </a:cubicBezTo>
                <a:lnTo>
                  <a:pt x="99083" y="170237"/>
                </a:lnTo>
                <a:cubicBezTo>
                  <a:pt x="101471" y="170237"/>
                  <a:pt x="103847" y="169872"/>
                  <a:pt x="106128" y="169154"/>
                </a:cubicBezTo>
                <a:cubicBezTo>
                  <a:pt x="106948" y="168895"/>
                  <a:pt x="107403" y="168020"/>
                  <a:pt x="107144" y="167200"/>
                </a:cubicBezTo>
                <a:cubicBezTo>
                  <a:pt x="106933" y="166536"/>
                  <a:pt x="106320" y="166109"/>
                  <a:pt x="105658" y="166109"/>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76" name="Google Shape;1202;p32"/>
          <p:cNvSpPr/>
          <p:nvPr/>
        </p:nvSpPr>
        <p:spPr>
          <a:xfrm>
            <a:off x="5198760" y="3471840"/>
            <a:ext cx="811440" cy="811440"/>
          </a:xfrm>
          <a:custGeom>
            <a:avLst/>
            <a:gdLst>
              <a:gd name="textAreaLeft" fmla="*/ 0 w 811440"/>
              <a:gd name="textAreaRight" fmla="*/ 811800 w 811440"/>
              <a:gd name="textAreaTop" fmla="*/ 0 h 811440"/>
              <a:gd name="textAreaBottom" fmla="*/ 811800 h 811440"/>
            </a:gdLst>
            <a:ahLst/>
            <a:cxnLst/>
            <a:rect l="textAreaLeft" t="textAreaTop" r="textAreaRight" b="textAreaBottom"/>
            <a:pathLst>
              <a:path w="50521" h="50521">
                <a:moveTo>
                  <a:pt x="25259" y="1"/>
                </a:moveTo>
                <a:cubicBezTo>
                  <a:pt x="18561" y="1"/>
                  <a:pt x="12135" y="2662"/>
                  <a:pt x="7399" y="7401"/>
                </a:cubicBezTo>
                <a:cubicBezTo>
                  <a:pt x="2662" y="12138"/>
                  <a:pt x="1" y="18564"/>
                  <a:pt x="1" y="25262"/>
                </a:cubicBezTo>
                <a:cubicBezTo>
                  <a:pt x="1" y="31960"/>
                  <a:pt x="2662" y="38386"/>
                  <a:pt x="7399" y="43123"/>
                </a:cubicBezTo>
                <a:cubicBezTo>
                  <a:pt x="12135" y="47862"/>
                  <a:pt x="18561" y="50520"/>
                  <a:pt x="25259" y="50520"/>
                </a:cubicBezTo>
                <a:cubicBezTo>
                  <a:pt x="31960" y="50520"/>
                  <a:pt x="38383" y="47862"/>
                  <a:pt x="43122" y="43123"/>
                </a:cubicBezTo>
                <a:cubicBezTo>
                  <a:pt x="47859" y="38386"/>
                  <a:pt x="50520" y="31960"/>
                  <a:pt x="50520" y="25262"/>
                </a:cubicBezTo>
                <a:cubicBezTo>
                  <a:pt x="50520" y="18564"/>
                  <a:pt x="47859" y="12138"/>
                  <a:pt x="43122" y="7401"/>
                </a:cubicBezTo>
                <a:cubicBezTo>
                  <a:pt x="38383" y="2662"/>
                  <a:pt x="31960" y="1"/>
                  <a:pt x="2525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77" name="Google Shape;1203;p32"/>
          <p:cNvSpPr/>
          <p:nvPr/>
        </p:nvSpPr>
        <p:spPr>
          <a:xfrm>
            <a:off x="5301360" y="3574440"/>
            <a:ext cx="606240" cy="606240"/>
          </a:xfrm>
          <a:custGeom>
            <a:avLst/>
            <a:gdLst>
              <a:gd name="textAreaLeft" fmla="*/ 0 w 606240"/>
              <a:gd name="textAreaRight" fmla="*/ 606600 w 606240"/>
              <a:gd name="textAreaTop" fmla="*/ 0 h 606240"/>
              <a:gd name="textAreaBottom" fmla="*/ 606600 h 606240"/>
            </a:gdLst>
            <a:ahLst/>
            <a:cxnLst/>
            <a:rect l="textAreaLeft" t="textAreaTop" r="textAreaRight" b="textAreaBottom"/>
            <a:pathLst>
              <a:path w="37748" h="37748">
                <a:moveTo>
                  <a:pt x="18874" y="0"/>
                </a:moveTo>
                <a:cubicBezTo>
                  <a:pt x="13870" y="0"/>
                  <a:pt x="9070" y="1988"/>
                  <a:pt x="5529" y="5529"/>
                </a:cubicBezTo>
                <a:cubicBezTo>
                  <a:pt x="1991" y="9067"/>
                  <a:pt x="1" y="13868"/>
                  <a:pt x="1" y="18874"/>
                </a:cubicBezTo>
                <a:cubicBezTo>
                  <a:pt x="1" y="23880"/>
                  <a:pt x="1991" y="28681"/>
                  <a:pt x="5529" y="32219"/>
                </a:cubicBezTo>
                <a:cubicBezTo>
                  <a:pt x="9070" y="35760"/>
                  <a:pt x="13870" y="37748"/>
                  <a:pt x="18874" y="37748"/>
                </a:cubicBezTo>
                <a:cubicBezTo>
                  <a:pt x="23881" y="37748"/>
                  <a:pt x="28681" y="35760"/>
                  <a:pt x="32220" y="32219"/>
                </a:cubicBezTo>
                <a:cubicBezTo>
                  <a:pt x="35760" y="28681"/>
                  <a:pt x="37748" y="23880"/>
                  <a:pt x="37748" y="18874"/>
                </a:cubicBezTo>
                <a:cubicBezTo>
                  <a:pt x="37748" y="13868"/>
                  <a:pt x="35760" y="9067"/>
                  <a:pt x="32220" y="5529"/>
                </a:cubicBezTo>
                <a:cubicBezTo>
                  <a:pt x="28681" y="1988"/>
                  <a:pt x="23881" y="0"/>
                  <a:pt x="1887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78" name="Google Shape;1204;p32"/>
          <p:cNvSpPr/>
          <p:nvPr/>
        </p:nvSpPr>
        <p:spPr>
          <a:xfrm>
            <a:off x="4038840" y="3863880"/>
            <a:ext cx="811440" cy="811440"/>
          </a:xfrm>
          <a:custGeom>
            <a:avLst/>
            <a:gdLst>
              <a:gd name="textAreaLeft" fmla="*/ 0 w 811440"/>
              <a:gd name="textAreaRight" fmla="*/ 811800 w 811440"/>
              <a:gd name="textAreaTop" fmla="*/ 0 h 811440"/>
              <a:gd name="textAreaBottom" fmla="*/ 811800 h 811440"/>
            </a:gdLst>
            <a:ahLst/>
            <a:cxnLst/>
            <a:rect l="textAreaLeft" t="textAreaTop" r="textAreaRight" b="textAreaBottom"/>
            <a:pathLst>
              <a:path w="50521" h="50521">
                <a:moveTo>
                  <a:pt x="25262" y="1"/>
                </a:moveTo>
                <a:cubicBezTo>
                  <a:pt x="18564" y="1"/>
                  <a:pt x="12138" y="2662"/>
                  <a:pt x="7401" y="7398"/>
                </a:cubicBezTo>
                <a:cubicBezTo>
                  <a:pt x="2662" y="12135"/>
                  <a:pt x="1" y="18561"/>
                  <a:pt x="1" y="25259"/>
                </a:cubicBezTo>
                <a:cubicBezTo>
                  <a:pt x="1" y="31960"/>
                  <a:pt x="2662" y="38383"/>
                  <a:pt x="7401" y="43122"/>
                </a:cubicBezTo>
                <a:cubicBezTo>
                  <a:pt x="12138" y="47859"/>
                  <a:pt x="18564" y="50520"/>
                  <a:pt x="25262" y="50520"/>
                </a:cubicBezTo>
                <a:cubicBezTo>
                  <a:pt x="31960" y="50520"/>
                  <a:pt x="38386" y="47859"/>
                  <a:pt x="43122" y="43122"/>
                </a:cubicBezTo>
                <a:cubicBezTo>
                  <a:pt x="47861" y="38383"/>
                  <a:pt x="50520" y="31960"/>
                  <a:pt x="50520" y="25259"/>
                </a:cubicBezTo>
                <a:cubicBezTo>
                  <a:pt x="50520" y="18561"/>
                  <a:pt x="47861" y="12135"/>
                  <a:pt x="43122" y="7398"/>
                </a:cubicBezTo>
                <a:cubicBezTo>
                  <a:pt x="38386" y="2662"/>
                  <a:pt x="31960" y="1"/>
                  <a:pt x="2526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79" name="Google Shape;1205;p32"/>
          <p:cNvSpPr/>
          <p:nvPr/>
        </p:nvSpPr>
        <p:spPr>
          <a:xfrm>
            <a:off x="4141800" y="3966480"/>
            <a:ext cx="606240" cy="606240"/>
          </a:xfrm>
          <a:custGeom>
            <a:avLst/>
            <a:gdLst>
              <a:gd name="textAreaLeft" fmla="*/ 0 w 606240"/>
              <a:gd name="textAreaRight" fmla="*/ 606600 w 606240"/>
              <a:gd name="textAreaTop" fmla="*/ 0 h 606240"/>
              <a:gd name="textAreaBottom" fmla="*/ 606600 h 606240"/>
            </a:gdLst>
            <a:ahLst/>
            <a:cxnLst/>
            <a:rect l="textAreaLeft" t="textAreaTop" r="textAreaRight" b="textAreaBottom"/>
            <a:pathLst>
              <a:path w="37748" h="37748">
                <a:moveTo>
                  <a:pt x="18874" y="0"/>
                </a:moveTo>
                <a:cubicBezTo>
                  <a:pt x="13867" y="0"/>
                  <a:pt x="9067" y="1991"/>
                  <a:pt x="5529" y="5529"/>
                </a:cubicBezTo>
                <a:cubicBezTo>
                  <a:pt x="1988" y="9069"/>
                  <a:pt x="0" y="13870"/>
                  <a:pt x="0" y="18874"/>
                </a:cubicBezTo>
                <a:cubicBezTo>
                  <a:pt x="0" y="23880"/>
                  <a:pt x="1988" y="28681"/>
                  <a:pt x="5529" y="32222"/>
                </a:cubicBezTo>
                <a:cubicBezTo>
                  <a:pt x="9067" y="35760"/>
                  <a:pt x="13867" y="37748"/>
                  <a:pt x="18874" y="37748"/>
                </a:cubicBezTo>
                <a:cubicBezTo>
                  <a:pt x="23880" y="37748"/>
                  <a:pt x="28681" y="35760"/>
                  <a:pt x="32219" y="32222"/>
                </a:cubicBezTo>
                <a:cubicBezTo>
                  <a:pt x="35760" y="28681"/>
                  <a:pt x="37748" y="23880"/>
                  <a:pt x="37748" y="18874"/>
                </a:cubicBezTo>
                <a:cubicBezTo>
                  <a:pt x="37748" y="13870"/>
                  <a:pt x="35760" y="9069"/>
                  <a:pt x="32219" y="5529"/>
                </a:cubicBezTo>
                <a:cubicBezTo>
                  <a:pt x="28681" y="1991"/>
                  <a:pt x="23880" y="0"/>
                  <a:pt x="1887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80" name="Google Shape;1206;p32"/>
          <p:cNvSpPr/>
          <p:nvPr/>
        </p:nvSpPr>
        <p:spPr>
          <a:xfrm>
            <a:off x="3419640" y="2736720"/>
            <a:ext cx="811440" cy="811440"/>
          </a:xfrm>
          <a:custGeom>
            <a:avLst/>
            <a:gdLst>
              <a:gd name="textAreaLeft" fmla="*/ 0 w 811440"/>
              <a:gd name="textAreaRight" fmla="*/ 811800 w 811440"/>
              <a:gd name="textAreaTop" fmla="*/ 0 h 811440"/>
              <a:gd name="textAreaBottom" fmla="*/ 811800 h 811440"/>
            </a:gdLst>
            <a:ahLst/>
            <a:cxnLst/>
            <a:rect l="textAreaLeft" t="textAreaTop" r="textAreaRight" b="textAreaBottom"/>
            <a:pathLst>
              <a:path w="50520" h="50520">
                <a:moveTo>
                  <a:pt x="25261" y="0"/>
                </a:moveTo>
                <a:cubicBezTo>
                  <a:pt x="18560" y="0"/>
                  <a:pt x="12137" y="2662"/>
                  <a:pt x="7398" y="7398"/>
                </a:cubicBezTo>
                <a:cubicBezTo>
                  <a:pt x="2661" y="12134"/>
                  <a:pt x="0" y="18560"/>
                  <a:pt x="0" y="25259"/>
                </a:cubicBezTo>
                <a:cubicBezTo>
                  <a:pt x="0" y="31960"/>
                  <a:pt x="2661" y="38383"/>
                  <a:pt x="7398" y="43122"/>
                </a:cubicBezTo>
                <a:cubicBezTo>
                  <a:pt x="12137" y="47858"/>
                  <a:pt x="18560" y="50520"/>
                  <a:pt x="25261" y="50520"/>
                </a:cubicBezTo>
                <a:cubicBezTo>
                  <a:pt x="31959" y="50520"/>
                  <a:pt x="38385" y="47858"/>
                  <a:pt x="43122" y="43122"/>
                </a:cubicBezTo>
                <a:cubicBezTo>
                  <a:pt x="47858" y="38383"/>
                  <a:pt x="50519" y="31960"/>
                  <a:pt x="50519" y="25259"/>
                </a:cubicBezTo>
                <a:cubicBezTo>
                  <a:pt x="50519" y="18560"/>
                  <a:pt x="47858" y="12134"/>
                  <a:pt x="43122" y="7398"/>
                </a:cubicBezTo>
                <a:cubicBezTo>
                  <a:pt x="38385" y="2662"/>
                  <a:pt x="31959" y="0"/>
                  <a:pt x="25261"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81" name="Google Shape;1207;p32"/>
          <p:cNvSpPr/>
          <p:nvPr/>
        </p:nvSpPr>
        <p:spPr>
          <a:xfrm>
            <a:off x="3522240" y="2839320"/>
            <a:ext cx="606240" cy="606240"/>
          </a:xfrm>
          <a:custGeom>
            <a:avLst/>
            <a:gdLst>
              <a:gd name="textAreaLeft" fmla="*/ 0 w 606240"/>
              <a:gd name="textAreaRight" fmla="*/ 606600 w 606240"/>
              <a:gd name="textAreaTop" fmla="*/ 0 h 606240"/>
              <a:gd name="textAreaBottom" fmla="*/ 606600 h 606240"/>
            </a:gdLst>
            <a:ahLst/>
            <a:cxnLst/>
            <a:rect l="textAreaLeft" t="textAreaTop" r="textAreaRight" b="textAreaBottom"/>
            <a:pathLst>
              <a:path w="37748" h="37749">
                <a:moveTo>
                  <a:pt x="18874" y="1"/>
                </a:moveTo>
                <a:cubicBezTo>
                  <a:pt x="13868" y="1"/>
                  <a:pt x="9067" y="1991"/>
                  <a:pt x="5526" y="5529"/>
                </a:cubicBezTo>
                <a:cubicBezTo>
                  <a:pt x="1988" y="9070"/>
                  <a:pt x="0" y="13871"/>
                  <a:pt x="0" y="18875"/>
                </a:cubicBezTo>
                <a:cubicBezTo>
                  <a:pt x="0" y="23881"/>
                  <a:pt x="1988" y="28682"/>
                  <a:pt x="5526" y="32223"/>
                </a:cubicBezTo>
                <a:cubicBezTo>
                  <a:pt x="9067" y="35761"/>
                  <a:pt x="13868" y="37748"/>
                  <a:pt x="18874" y="37748"/>
                </a:cubicBezTo>
                <a:cubicBezTo>
                  <a:pt x="23878" y="37748"/>
                  <a:pt x="28678" y="35761"/>
                  <a:pt x="32219" y="32223"/>
                </a:cubicBezTo>
                <a:cubicBezTo>
                  <a:pt x="35757" y="28682"/>
                  <a:pt x="37748" y="23881"/>
                  <a:pt x="37748" y="18875"/>
                </a:cubicBezTo>
                <a:cubicBezTo>
                  <a:pt x="37748" y="13871"/>
                  <a:pt x="35757" y="9070"/>
                  <a:pt x="32219" y="5529"/>
                </a:cubicBezTo>
                <a:cubicBezTo>
                  <a:pt x="28678" y="1991"/>
                  <a:pt x="23878" y="1"/>
                  <a:pt x="18874"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82" name="Google Shape;1208;p32"/>
          <p:cNvSpPr/>
          <p:nvPr/>
        </p:nvSpPr>
        <p:spPr>
          <a:xfrm>
            <a:off x="4307760" y="1318680"/>
            <a:ext cx="811440" cy="811440"/>
          </a:xfrm>
          <a:custGeom>
            <a:avLst/>
            <a:gdLst>
              <a:gd name="textAreaLeft" fmla="*/ 0 w 811440"/>
              <a:gd name="textAreaRight" fmla="*/ 811800 w 811440"/>
              <a:gd name="textAreaTop" fmla="*/ 0 h 811440"/>
              <a:gd name="textAreaBottom" fmla="*/ 811800 h 811440"/>
            </a:gdLst>
            <a:ahLst/>
            <a:cxnLst/>
            <a:rect l="textAreaLeft" t="textAreaTop" r="textAreaRight" b="textAreaBottom"/>
            <a:pathLst>
              <a:path w="50520" h="50520">
                <a:moveTo>
                  <a:pt x="25258" y="1"/>
                </a:moveTo>
                <a:cubicBezTo>
                  <a:pt x="18560" y="1"/>
                  <a:pt x="12134" y="2662"/>
                  <a:pt x="7398" y="7398"/>
                </a:cubicBezTo>
                <a:cubicBezTo>
                  <a:pt x="2659" y="12137"/>
                  <a:pt x="0" y="18561"/>
                  <a:pt x="0" y="25262"/>
                </a:cubicBezTo>
                <a:cubicBezTo>
                  <a:pt x="0" y="31960"/>
                  <a:pt x="2659" y="38386"/>
                  <a:pt x="7398" y="43122"/>
                </a:cubicBezTo>
                <a:cubicBezTo>
                  <a:pt x="12134" y="47859"/>
                  <a:pt x="18560" y="50520"/>
                  <a:pt x="25258" y="50520"/>
                </a:cubicBezTo>
                <a:cubicBezTo>
                  <a:pt x="31957" y="50520"/>
                  <a:pt x="38383" y="47859"/>
                  <a:pt x="43119" y="43122"/>
                </a:cubicBezTo>
                <a:cubicBezTo>
                  <a:pt x="47858" y="38386"/>
                  <a:pt x="50519" y="31960"/>
                  <a:pt x="50519" y="25262"/>
                </a:cubicBezTo>
                <a:cubicBezTo>
                  <a:pt x="50519" y="18561"/>
                  <a:pt x="47858" y="12137"/>
                  <a:pt x="43119" y="7398"/>
                </a:cubicBezTo>
                <a:cubicBezTo>
                  <a:pt x="38383" y="2662"/>
                  <a:pt x="31957" y="1"/>
                  <a:pt x="25258"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83" name="Google Shape;1209;p32"/>
          <p:cNvSpPr/>
          <p:nvPr/>
        </p:nvSpPr>
        <p:spPr>
          <a:xfrm>
            <a:off x="4410360" y="1420920"/>
            <a:ext cx="606240" cy="606240"/>
          </a:xfrm>
          <a:custGeom>
            <a:avLst/>
            <a:gdLst>
              <a:gd name="textAreaLeft" fmla="*/ 0 w 606240"/>
              <a:gd name="textAreaRight" fmla="*/ 606600 w 606240"/>
              <a:gd name="textAreaTop" fmla="*/ 0 h 606240"/>
              <a:gd name="textAreaBottom" fmla="*/ 606600 h 606240"/>
            </a:gdLst>
            <a:ahLst/>
            <a:cxnLst/>
            <a:rect l="textAreaLeft" t="textAreaTop" r="textAreaRight" b="textAreaBottom"/>
            <a:pathLst>
              <a:path w="37749" h="37751">
                <a:moveTo>
                  <a:pt x="18874" y="0"/>
                </a:moveTo>
                <a:cubicBezTo>
                  <a:pt x="13868" y="0"/>
                  <a:pt x="9067" y="1990"/>
                  <a:pt x="5529" y="5529"/>
                </a:cubicBezTo>
                <a:cubicBezTo>
                  <a:pt x="1988" y="9069"/>
                  <a:pt x="1" y="13870"/>
                  <a:pt x="1" y="18877"/>
                </a:cubicBezTo>
                <a:cubicBezTo>
                  <a:pt x="1" y="23880"/>
                  <a:pt x="1988" y="28681"/>
                  <a:pt x="5529" y="32222"/>
                </a:cubicBezTo>
                <a:cubicBezTo>
                  <a:pt x="9067" y="35760"/>
                  <a:pt x="13868" y="37750"/>
                  <a:pt x="18874" y="37750"/>
                </a:cubicBezTo>
                <a:cubicBezTo>
                  <a:pt x="23881" y="37750"/>
                  <a:pt x="28681" y="35760"/>
                  <a:pt x="32220" y="32222"/>
                </a:cubicBezTo>
                <a:cubicBezTo>
                  <a:pt x="35760" y="28681"/>
                  <a:pt x="37748" y="23880"/>
                  <a:pt x="37748" y="18877"/>
                </a:cubicBezTo>
                <a:cubicBezTo>
                  <a:pt x="37748" y="13870"/>
                  <a:pt x="35760" y="9069"/>
                  <a:pt x="32220" y="5529"/>
                </a:cubicBezTo>
                <a:cubicBezTo>
                  <a:pt x="28681" y="1990"/>
                  <a:pt x="23881" y="0"/>
                  <a:pt x="1887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nvGrpSpPr>
          <p:cNvPr id="184" name="Google Shape;1219;p32"/>
          <p:cNvGrpSpPr/>
          <p:nvPr/>
        </p:nvGrpSpPr>
        <p:grpSpPr>
          <a:xfrm>
            <a:off x="5198760" y="2165760"/>
            <a:ext cx="811440" cy="811440"/>
            <a:chOff x="5198760" y="2165760"/>
            <a:chExt cx="811440" cy="811440"/>
          </a:xfrm>
        </p:grpSpPr>
        <p:sp>
          <p:nvSpPr>
            <p:cNvPr id="185" name="Google Shape;1220;p32"/>
            <p:cNvSpPr/>
            <p:nvPr/>
          </p:nvSpPr>
          <p:spPr>
            <a:xfrm>
              <a:off x="5198760" y="2165760"/>
              <a:ext cx="811440" cy="811440"/>
            </a:xfrm>
            <a:custGeom>
              <a:avLst/>
              <a:gdLst>
                <a:gd name="textAreaLeft" fmla="*/ 0 w 811440"/>
                <a:gd name="textAreaRight" fmla="*/ 811800 w 811440"/>
                <a:gd name="textAreaTop" fmla="*/ 0 h 811440"/>
                <a:gd name="textAreaBottom" fmla="*/ 811800 h 811440"/>
              </a:gdLst>
              <a:ahLst/>
              <a:cxnLst/>
              <a:rect l="textAreaLeft" t="textAreaTop" r="textAreaRight" b="textAreaBottom"/>
              <a:pathLst>
                <a:path w="50520" h="50521">
                  <a:moveTo>
                    <a:pt x="25261" y="1"/>
                  </a:moveTo>
                  <a:cubicBezTo>
                    <a:pt x="18563" y="1"/>
                    <a:pt x="12137" y="2662"/>
                    <a:pt x="7401" y="7401"/>
                  </a:cubicBezTo>
                  <a:cubicBezTo>
                    <a:pt x="2662" y="12138"/>
                    <a:pt x="0" y="18563"/>
                    <a:pt x="0" y="25262"/>
                  </a:cubicBezTo>
                  <a:cubicBezTo>
                    <a:pt x="0" y="31960"/>
                    <a:pt x="2662" y="38386"/>
                    <a:pt x="7401" y="43122"/>
                  </a:cubicBezTo>
                  <a:cubicBezTo>
                    <a:pt x="12137" y="47861"/>
                    <a:pt x="18563" y="50520"/>
                    <a:pt x="25261" y="50520"/>
                  </a:cubicBezTo>
                  <a:cubicBezTo>
                    <a:pt x="31960" y="50520"/>
                    <a:pt x="38385" y="47861"/>
                    <a:pt x="43122" y="43122"/>
                  </a:cubicBezTo>
                  <a:cubicBezTo>
                    <a:pt x="47861" y="38386"/>
                    <a:pt x="50520" y="31960"/>
                    <a:pt x="50520" y="25262"/>
                  </a:cubicBezTo>
                  <a:cubicBezTo>
                    <a:pt x="50520" y="18563"/>
                    <a:pt x="47861" y="12138"/>
                    <a:pt x="43122" y="7401"/>
                  </a:cubicBezTo>
                  <a:cubicBezTo>
                    <a:pt x="38385" y="2662"/>
                    <a:pt x="31960" y="1"/>
                    <a:pt x="2526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86" name="Google Shape;1221;p32"/>
            <p:cNvSpPr/>
            <p:nvPr/>
          </p:nvSpPr>
          <p:spPr>
            <a:xfrm>
              <a:off x="5301360" y="2268360"/>
              <a:ext cx="606240" cy="606240"/>
            </a:xfrm>
            <a:custGeom>
              <a:avLst/>
              <a:gdLst>
                <a:gd name="textAreaLeft" fmla="*/ 0 w 606240"/>
                <a:gd name="textAreaRight" fmla="*/ 606600 w 606240"/>
                <a:gd name="textAreaTop" fmla="*/ 0 h 606240"/>
                <a:gd name="textAreaBottom" fmla="*/ 606600 h 606240"/>
              </a:gdLst>
              <a:ahLst/>
              <a:cxnLst/>
              <a:rect l="textAreaLeft" t="textAreaTop" r="textAreaRight" b="textAreaBottom"/>
              <a:pathLst>
                <a:path w="37749" h="37749">
                  <a:moveTo>
                    <a:pt x="18874" y="1"/>
                  </a:moveTo>
                  <a:cubicBezTo>
                    <a:pt x="13868" y="1"/>
                    <a:pt x="9067" y="1989"/>
                    <a:pt x="5529" y="5529"/>
                  </a:cubicBezTo>
                  <a:cubicBezTo>
                    <a:pt x="1988" y="9068"/>
                    <a:pt x="1" y="13868"/>
                    <a:pt x="1" y="18875"/>
                  </a:cubicBezTo>
                  <a:cubicBezTo>
                    <a:pt x="1" y="23881"/>
                    <a:pt x="1988" y="28682"/>
                    <a:pt x="5529" y="32220"/>
                  </a:cubicBezTo>
                  <a:cubicBezTo>
                    <a:pt x="9067" y="35761"/>
                    <a:pt x="13868" y="37748"/>
                    <a:pt x="18874" y="37748"/>
                  </a:cubicBezTo>
                  <a:cubicBezTo>
                    <a:pt x="23881" y="37748"/>
                    <a:pt x="28681" y="35761"/>
                    <a:pt x="32220" y="32220"/>
                  </a:cubicBezTo>
                  <a:cubicBezTo>
                    <a:pt x="35760" y="28682"/>
                    <a:pt x="37748" y="23881"/>
                    <a:pt x="37748" y="18875"/>
                  </a:cubicBezTo>
                  <a:cubicBezTo>
                    <a:pt x="37748" y="13868"/>
                    <a:pt x="35760" y="9068"/>
                    <a:pt x="32220" y="5529"/>
                  </a:cubicBezTo>
                  <a:cubicBezTo>
                    <a:pt x="28681" y="1989"/>
                    <a:pt x="23881" y="1"/>
                    <a:pt x="18874"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grpSp>
        <p:nvGrpSpPr>
          <p:cNvPr id="187" name="Google Shape;1227;p32"/>
          <p:cNvGrpSpPr/>
          <p:nvPr/>
        </p:nvGrpSpPr>
        <p:grpSpPr>
          <a:xfrm>
            <a:off x="4267800" y="4106160"/>
            <a:ext cx="322560" cy="299160"/>
            <a:chOff x="4267800" y="4106160"/>
            <a:chExt cx="322560" cy="299160"/>
          </a:xfrm>
        </p:grpSpPr>
        <p:sp>
          <p:nvSpPr>
            <p:cNvPr id="188" name="Google Shape;1228;p32"/>
            <p:cNvSpPr/>
            <p:nvPr/>
          </p:nvSpPr>
          <p:spPr>
            <a:xfrm>
              <a:off x="4379400" y="4106160"/>
              <a:ext cx="85680" cy="73800"/>
            </a:xfrm>
            <a:custGeom>
              <a:avLst/>
              <a:gdLst>
                <a:gd name="textAreaLeft" fmla="*/ 0 w 85680"/>
                <a:gd name="textAreaRight" fmla="*/ 86040 w 85680"/>
                <a:gd name="textAreaTop" fmla="*/ 0 h 73800"/>
                <a:gd name="textAreaBottom" fmla="*/ 74160 h 73800"/>
              </a:gdLst>
              <a:ahLst/>
              <a:cxnLst/>
              <a:rect l="textAreaLeft" t="textAreaTop" r="textAreaRight" b="textAreaBottom"/>
              <a:pathLst>
                <a:path w="55683" h="48115">
                  <a:moveTo>
                    <a:pt x="16963" y="8155"/>
                  </a:moveTo>
                  <a:cubicBezTo>
                    <a:pt x="17615" y="8155"/>
                    <a:pt x="18268" y="8253"/>
                    <a:pt x="18920" y="8416"/>
                  </a:cubicBezTo>
                  <a:cubicBezTo>
                    <a:pt x="20453" y="8775"/>
                    <a:pt x="21204" y="9525"/>
                    <a:pt x="23422" y="11874"/>
                  </a:cubicBezTo>
                  <a:cubicBezTo>
                    <a:pt x="23878" y="12363"/>
                    <a:pt x="24400" y="12885"/>
                    <a:pt x="24922" y="13440"/>
                  </a:cubicBezTo>
                  <a:cubicBezTo>
                    <a:pt x="25705" y="14255"/>
                    <a:pt x="26749" y="14679"/>
                    <a:pt x="27858" y="14679"/>
                  </a:cubicBezTo>
                  <a:cubicBezTo>
                    <a:pt x="28967" y="14679"/>
                    <a:pt x="30011" y="14255"/>
                    <a:pt x="30794" y="13440"/>
                  </a:cubicBezTo>
                  <a:cubicBezTo>
                    <a:pt x="31316" y="12885"/>
                    <a:pt x="31805" y="12363"/>
                    <a:pt x="32294" y="11874"/>
                  </a:cubicBezTo>
                  <a:cubicBezTo>
                    <a:pt x="34480" y="9525"/>
                    <a:pt x="35263" y="8775"/>
                    <a:pt x="36796" y="8416"/>
                  </a:cubicBezTo>
                  <a:cubicBezTo>
                    <a:pt x="37468" y="8256"/>
                    <a:pt x="38125" y="8175"/>
                    <a:pt x="38763" y="8175"/>
                  </a:cubicBezTo>
                  <a:cubicBezTo>
                    <a:pt x="40198" y="8175"/>
                    <a:pt x="41536" y="8582"/>
                    <a:pt x="42733" y="9395"/>
                  </a:cubicBezTo>
                  <a:cubicBezTo>
                    <a:pt x="44690" y="10732"/>
                    <a:pt x="46092" y="12983"/>
                    <a:pt x="46680" y="15723"/>
                  </a:cubicBezTo>
                  <a:cubicBezTo>
                    <a:pt x="47332" y="18724"/>
                    <a:pt x="46908" y="21921"/>
                    <a:pt x="45473" y="24759"/>
                  </a:cubicBezTo>
                  <a:cubicBezTo>
                    <a:pt x="43222" y="29260"/>
                    <a:pt x="32620" y="36404"/>
                    <a:pt x="27858" y="39307"/>
                  </a:cubicBezTo>
                  <a:cubicBezTo>
                    <a:pt x="23095" y="36404"/>
                    <a:pt x="12494" y="29260"/>
                    <a:pt x="10211" y="24759"/>
                  </a:cubicBezTo>
                  <a:cubicBezTo>
                    <a:pt x="8808" y="21921"/>
                    <a:pt x="8384" y="18724"/>
                    <a:pt x="9004" y="15723"/>
                  </a:cubicBezTo>
                  <a:cubicBezTo>
                    <a:pt x="9623" y="12983"/>
                    <a:pt x="11026" y="10732"/>
                    <a:pt x="12983" y="9395"/>
                  </a:cubicBezTo>
                  <a:cubicBezTo>
                    <a:pt x="14190" y="8579"/>
                    <a:pt x="15528" y="8155"/>
                    <a:pt x="16963" y="8155"/>
                  </a:cubicBezTo>
                  <a:close/>
                  <a:moveTo>
                    <a:pt x="16944" y="1"/>
                  </a:moveTo>
                  <a:cubicBezTo>
                    <a:pt x="13887" y="1"/>
                    <a:pt x="10972" y="896"/>
                    <a:pt x="8384" y="2675"/>
                  </a:cubicBezTo>
                  <a:cubicBezTo>
                    <a:pt x="4698" y="5187"/>
                    <a:pt x="2088" y="9232"/>
                    <a:pt x="1044" y="14027"/>
                  </a:cubicBezTo>
                  <a:cubicBezTo>
                    <a:pt x="1" y="18789"/>
                    <a:pt x="686" y="23911"/>
                    <a:pt x="2936" y="28379"/>
                  </a:cubicBezTo>
                  <a:cubicBezTo>
                    <a:pt x="4763" y="32066"/>
                    <a:pt x="9102" y="36306"/>
                    <a:pt x="16147" y="41330"/>
                  </a:cubicBezTo>
                  <a:cubicBezTo>
                    <a:pt x="18790" y="43222"/>
                    <a:pt x="21236" y="44787"/>
                    <a:pt x="22835" y="45798"/>
                  </a:cubicBezTo>
                  <a:cubicBezTo>
                    <a:pt x="26129" y="47854"/>
                    <a:pt x="26618" y="48114"/>
                    <a:pt x="27858" y="48114"/>
                  </a:cubicBezTo>
                  <a:cubicBezTo>
                    <a:pt x="29098" y="48114"/>
                    <a:pt x="29587" y="47854"/>
                    <a:pt x="32881" y="45798"/>
                  </a:cubicBezTo>
                  <a:cubicBezTo>
                    <a:pt x="34480" y="44787"/>
                    <a:pt x="36926" y="43222"/>
                    <a:pt x="39536" y="41330"/>
                  </a:cubicBezTo>
                  <a:cubicBezTo>
                    <a:pt x="46614" y="36306"/>
                    <a:pt x="50953" y="32066"/>
                    <a:pt x="52780" y="28379"/>
                  </a:cubicBezTo>
                  <a:cubicBezTo>
                    <a:pt x="55030" y="23911"/>
                    <a:pt x="55683" y="18789"/>
                    <a:pt x="54672" y="14027"/>
                  </a:cubicBezTo>
                  <a:cubicBezTo>
                    <a:pt x="53628" y="9232"/>
                    <a:pt x="51018" y="5187"/>
                    <a:pt x="47332" y="2675"/>
                  </a:cubicBezTo>
                  <a:cubicBezTo>
                    <a:pt x="44744" y="896"/>
                    <a:pt x="41829" y="1"/>
                    <a:pt x="38761" y="1"/>
                  </a:cubicBezTo>
                  <a:cubicBezTo>
                    <a:pt x="37497" y="1"/>
                    <a:pt x="36207" y="152"/>
                    <a:pt x="34904" y="457"/>
                  </a:cubicBezTo>
                  <a:cubicBezTo>
                    <a:pt x="31772" y="1207"/>
                    <a:pt x="29783" y="2773"/>
                    <a:pt x="27858" y="4697"/>
                  </a:cubicBezTo>
                  <a:cubicBezTo>
                    <a:pt x="25933" y="2773"/>
                    <a:pt x="23944" y="1207"/>
                    <a:pt x="20779" y="457"/>
                  </a:cubicBezTo>
                  <a:cubicBezTo>
                    <a:pt x="19485" y="152"/>
                    <a:pt x="18203" y="1"/>
                    <a:pt x="16944" y="1"/>
                  </a:cubicBezTo>
                  <a:close/>
                </a:path>
              </a:pathLst>
            </a:custGeom>
            <a:solidFill>
              <a:srgbClr val="434343"/>
            </a:solidFill>
            <a:ln w="0">
              <a:noFill/>
            </a:ln>
          </p:spPr>
          <p:style>
            <a:lnRef idx="0">
              <a:scrgbClr r="0" g="0" b="0"/>
            </a:lnRef>
            <a:fillRef idx="0">
              <a:scrgbClr r="0" g="0" b="0"/>
            </a:fillRef>
            <a:effectRef idx="0">
              <a:scrgbClr r="0" g="0" b="0"/>
            </a:effectRef>
            <a:fontRef idx="minor"/>
          </p:style>
          <p:txBody>
            <a:bodyPr tIns="37080" bIns="37080" anchor="ctr">
              <a:noAutofit/>
            </a:bodyPr>
            <a:lstStyle/>
            <a:p>
              <a:endParaRPr lang="en-US" sz="1400" b="0" u="none" strike="noStrike">
                <a:solidFill>
                  <a:srgbClr val="FFFFFF"/>
                </a:solidFill>
                <a:effectLst/>
                <a:uFillTx/>
                <a:latin typeface="Arial"/>
              </a:endParaRPr>
            </a:p>
          </p:txBody>
        </p:sp>
        <p:sp>
          <p:nvSpPr>
            <p:cNvPr id="189" name="Google Shape;1229;p32"/>
            <p:cNvSpPr/>
            <p:nvPr/>
          </p:nvSpPr>
          <p:spPr>
            <a:xfrm>
              <a:off x="4365720" y="4295880"/>
              <a:ext cx="12240" cy="12240"/>
            </a:xfrm>
            <a:custGeom>
              <a:avLst/>
              <a:gdLst>
                <a:gd name="textAreaLeft" fmla="*/ 0 w 12240"/>
                <a:gd name="textAreaRight" fmla="*/ 12600 w 12240"/>
                <a:gd name="textAreaTop" fmla="*/ 0 h 12240"/>
                <a:gd name="textAreaBottom" fmla="*/ 12600 h 12240"/>
              </a:gdLst>
              <a:ahLst/>
              <a:cxnLst/>
              <a:rect l="textAreaLeft" t="textAreaTop" r="textAreaRight" b="textAreaBottom"/>
              <a:pathLst>
                <a:path w="8156" h="8165">
                  <a:moveTo>
                    <a:pt x="4094" y="1"/>
                  </a:moveTo>
                  <a:cubicBezTo>
                    <a:pt x="3825" y="1"/>
                    <a:pt x="3556" y="25"/>
                    <a:pt x="3295" y="74"/>
                  </a:cubicBezTo>
                  <a:cubicBezTo>
                    <a:pt x="3034" y="140"/>
                    <a:pt x="2773" y="205"/>
                    <a:pt x="2512" y="303"/>
                  </a:cubicBezTo>
                  <a:cubicBezTo>
                    <a:pt x="2284" y="401"/>
                    <a:pt x="2055" y="531"/>
                    <a:pt x="1827" y="694"/>
                  </a:cubicBezTo>
                  <a:cubicBezTo>
                    <a:pt x="1599" y="857"/>
                    <a:pt x="1403" y="1020"/>
                    <a:pt x="1207" y="1183"/>
                  </a:cubicBezTo>
                  <a:cubicBezTo>
                    <a:pt x="457" y="1966"/>
                    <a:pt x="0" y="3010"/>
                    <a:pt x="0" y="4087"/>
                  </a:cubicBezTo>
                  <a:cubicBezTo>
                    <a:pt x="0" y="4348"/>
                    <a:pt x="33" y="4609"/>
                    <a:pt x="98" y="4869"/>
                  </a:cubicBezTo>
                  <a:cubicBezTo>
                    <a:pt x="131" y="5130"/>
                    <a:pt x="229" y="5391"/>
                    <a:pt x="326" y="5652"/>
                  </a:cubicBezTo>
                  <a:cubicBezTo>
                    <a:pt x="424" y="5881"/>
                    <a:pt x="555" y="6109"/>
                    <a:pt x="685" y="6337"/>
                  </a:cubicBezTo>
                  <a:cubicBezTo>
                    <a:pt x="848" y="6566"/>
                    <a:pt x="1011" y="6761"/>
                    <a:pt x="1207" y="6957"/>
                  </a:cubicBezTo>
                  <a:cubicBezTo>
                    <a:pt x="1403" y="7153"/>
                    <a:pt x="1599" y="7316"/>
                    <a:pt x="1827" y="7479"/>
                  </a:cubicBezTo>
                  <a:cubicBezTo>
                    <a:pt x="2055" y="7610"/>
                    <a:pt x="2284" y="7740"/>
                    <a:pt x="2512" y="7838"/>
                  </a:cubicBezTo>
                  <a:cubicBezTo>
                    <a:pt x="2773" y="7936"/>
                    <a:pt x="3034" y="8034"/>
                    <a:pt x="3295" y="8066"/>
                  </a:cubicBezTo>
                  <a:cubicBezTo>
                    <a:pt x="3556" y="8131"/>
                    <a:pt x="3817" y="8164"/>
                    <a:pt x="4078" y="8164"/>
                  </a:cubicBezTo>
                  <a:cubicBezTo>
                    <a:pt x="4339" y="8164"/>
                    <a:pt x="4632" y="8131"/>
                    <a:pt x="4893" y="8066"/>
                  </a:cubicBezTo>
                  <a:cubicBezTo>
                    <a:pt x="5154" y="8034"/>
                    <a:pt x="5415" y="7936"/>
                    <a:pt x="5643" y="7838"/>
                  </a:cubicBezTo>
                  <a:cubicBezTo>
                    <a:pt x="5904" y="7740"/>
                    <a:pt x="6133" y="7610"/>
                    <a:pt x="6361" y="7479"/>
                  </a:cubicBezTo>
                  <a:cubicBezTo>
                    <a:pt x="6589" y="7316"/>
                    <a:pt x="6785" y="7153"/>
                    <a:pt x="6981" y="6957"/>
                  </a:cubicBezTo>
                  <a:cubicBezTo>
                    <a:pt x="7144" y="6761"/>
                    <a:pt x="7340" y="6566"/>
                    <a:pt x="7470" y="6337"/>
                  </a:cubicBezTo>
                  <a:cubicBezTo>
                    <a:pt x="7633" y="6109"/>
                    <a:pt x="7764" y="5881"/>
                    <a:pt x="7862" y="5652"/>
                  </a:cubicBezTo>
                  <a:cubicBezTo>
                    <a:pt x="7960" y="5391"/>
                    <a:pt x="8025" y="5130"/>
                    <a:pt x="8090" y="4869"/>
                  </a:cubicBezTo>
                  <a:cubicBezTo>
                    <a:pt x="8155" y="4609"/>
                    <a:pt x="8155" y="4348"/>
                    <a:pt x="8155" y="4087"/>
                  </a:cubicBezTo>
                  <a:cubicBezTo>
                    <a:pt x="8155" y="3010"/>
                    <a:pt x="7731" y="1966"/>
                    <a:pt x="6981" y="1183"/>
                  </a:cubicBezTo>
                  <a:cubicBezTo>
                    <a:pt x="6785" y="1020"/>
                    <a:pt x="6589" y="857"/>
                    <a:pt x="6361" y="694"/>
                  </a:cubicBezTo>
                  <a:cubicBezTo>
                    <a:pt x="6133" y="531"/>
                    <a:pt x="5904" y="401"/>
                    <a:pt x="5643" y="303"/>
                  </a:cubicBezTo>
                  <a:cubicBezTo>
                    <a:pt x="5415" y="205"/>
                    <a:pt x="5154" y="140"/>
                    <a:pt x="4893" y="74"/>
                  </a:cubicBezTo>
                  <a:cubicBezTo>
                    <a:pt x="4632" y="25"/>
                    <a:pt x="4363" y="1"/>
                    <a:pt x="4094" y="1"/>
                  </a:cubicBezTo>
                  <a:close/>
                </a:path>
              </a:pathLst>
            </a:custGeom>
            <a:solidFill>
              <a:srgbClr val="434343"/>
            </a:solidFill>
            <a:ln w="0">
              <a:noFill/>
            </a:ln>
          </p:spPr>
          <p:style>
            <a:lnRef idx="0">
              <a:scrgbClr r="0" g="0" b="0"/>
            </a:lnRef>
            <a:fillRef idx="0">
              <a:scrgbClr r="0" g="0" b="0"/>
            </a:fillRef>
            <a:effectRef idx="0">
              <a:scrgbClr r="0" g="0" b="0"/>
            </a:effectRef>
            <a:fontRef idx="minor"/>
          </p:style>
          <p:txBody>
            <a:bodyPr tIns="6120" bIns="6120" anchor="ctr">
              <a:noAutofit/>
            </a:bodyPr>
            <a:lstStyle/>
            <a:p>
              <a:endParaRPr lang="en-US" sz="1400" b="0" u="none" strike="noStrike">
                <a:solidFill>
                  <a:srgbClr val="FFFFFF"/>
                </a:solidFill>
                <a:effectLst/>
                <a:uFillTx/>
                <a:latin typeface="Arial"/>
              </a:endParaRPr>
            </a:p>
          </p:txBody>
        </p:sp>
        <p:sp>
          <p:nvSpPr>
            <p:cNvPr id="190" name="Google Shape;1230;p32"/>
            <p:cNvSpPr/>
            <p:nvPr/>
          </p:nvSpPr>
          <p:spPr>
            <a:xfrm>
              <a:off x="4267800" y="4174560"/>
              <a:ext cx="322560" cy="230760"/>
            </a:xfrm>
            <a:custGeom>
              <a:avLst/>
              <a:gdLst>
                <a:gd name="textAreaLeft" fmla="*/ 0 w 322560"/>
                <a:gd name="textAreaRight" fmla="*/ 322920 w 322560"/>
                <a:gd name="textAreaTop" fmla="*/ 0 h 230760"/>
                <a:gd name="textAreaBottom" fmla="*/ 231120 h 230760"/>
              </a:gdLst>
              <a:ahLst/>
              <a:cxnLst/>
              <a:rect l="textAreaLeft" t="textAreaTop" r="textAreaRight" b="textAreaBottom"/>
              <a:pathLst>
                <a:path w="208898" h="149661">
                  <a:moveTo>
                    <a:pt x="103764" y="16539"/>
                  </a:moveTo>
                  <a:lnTo>
                    <a:pt x="103764" y="24792"/>
                  </a:lnTo>
                  <a:lnTo>
                    <a:pt x="96490" y="30141"/>
                  </a:lnTo>
                  <a:lnTo>
                    <a:pt x="96490" y="16539"/>
                  </a:lnTo>
                  <a:close/>
                  <a:moveTo>
                    <a:pt x="138863" y="9134"/>
                  </a:moveTo>
                  <a:lnTo>
                    <a:pt x="189424" y="46255"/>
                  </a:lnTo>
                  <a:lnTo>
                    <a:pt x="189424" y="56498"/>
                  </a:lnTo>
                  <a:lnTo>
                    <a:pt x="141277" y="21138"/>
                  </a:lnTo>
                  <a:cubicBezTo>
                    <a:pt x="140559" y="20616"/>
                    <a:pt x="139711" y="20355"/>
                    <a:pt x="138863" y="20355"/>
                  </a:cubicBezTo>
                  <a:cubicBezTo>
                    <a:pt x="138015" y="20355"/>
                    <a:pt x="137167" y="20616"/>
                    <a:pt x="136449" y="21138"/>
                  </a:cubicBezTo>
                  <a:lnTo>
                    <a:pt x="88302" y="56400"/>
                  </a:lnTo>
                  <a:lnTo>
                    <a:pt x="88302" y="46255"/>
                  </a:lnTo>
                  <a:lnTo>
                    <a:pt x="138863" y="9134"/>
                  </a:lnTo>
                  <a:close/>
                  <a:moveTo>
                    <a:pt x="27303" y="47821"/>
                  </a:moveTo>
                  <a:lnTo>
                    <a:pt x="27303" y="104710"/>
                  </a:lnTo>
                  <a:lnTo>
                    <a:pt x="8155" y="104710"/>
                  </a:lnTo>
                  <a:lnTo>
                    <a:pt x="8155" y="47821"/>
                  </a:lnTo>
                  <a:close/>
                  <a:moveTo>
                    <a:pt x="150182" y="78256"/>
                  </a:moveTo>
                  <a:lnTo>
                    <a:pt x="150182" y="115083"/>
                  </a:lnTo>
                  <a:lnTo>
                    <a:pt x="149693" y="115083"/>
                  </a:lnTo>
                  <a:cubicBezTo>
                    <a:pt x="148877" y="111430"/>
                    <a:pt x="146855" y="108005"/>
                    <a:pt x="143723" y="105493"/>
                  </a:cubicBezTo>
                  <a:lnTo>
                    <a:pt x="127544" y="91369"/>
                  </a:lnTo>
                  <a:lnTo>
                    <a:pt x="127544" y="78256"/>
                  </a:lnTo>
                  <a:close/>
                  <a:moveTo>
                    <a:pt x="138863" y="29489"/>
                  </a:moveTo>
                  <a:lnTo>
                    <a:pt x="181856" y="61065"/>
                  </a:lnTo>
                  <a:lnTo>
                    <a:pt x="181856" y="115083"/>
                  </a:lnTo>
                  <a:lnTo>
                    <a:pt x="158337" y="115083"/>
                  </a:lnTo>
                  <a:lnTo>
                    <a:pt x="158337" y="74145"/>
                  </a:lnTo>
                  <a:cubicBezTo>
                    <a:pt x="158337" y="71895"/>
                    <a:pt x="156510" y="70068"/>
                    <a:pt x="154259" y="70068"/>
                  </a:cubicBezTo>
                  <a:lnTo>
                    <a:pt x="123466" y="70068"/>
                  </a:lnTo>
                  <a:cubicBezTo>
                    <a:pt x="121215" y="70068"/>
                    <a:pt x="119389" y="71895"/>
                    <a:pt x="119389" y="74145"/>
                  </a:cubicBezTo>
                  <a:lnTo>
                    <a:pt x="119389" y="84258"/>
                  </a:lnTo>
                  <a:lnTo>
                    <a:pt x="94141" y="62239"/>
                  </a:lnTo>
                  <a:lnTo>
                    <a:pt x="138863" y="29489"/>
                  </a:lnTo>
                  <a:close/>
                  <a:moveTo>
                    <a:pt x="49282" y="55187"/>
                  </a:moveTo>
                  <a:cubicBezTo>
                    <a:pt x="61352" y="55187"/>
                    <a:pt x="75688" y="56695"/>
                    <a:pt x="82659" y="63055"/>
                  </a:cubicBezTo>
                  <a:cubicBezTo>
                    <a:pt x="82691" y="63087"/>
                    <a:pt x="82724" y="63120"/>
                    <a:pt x="82757" y="63120"/>
                  </a:cubicBezTo>
                  <a:lnTo>
                    <a:pt x="138439" y="111691"/>
                  </a:lnTo>
                  <a:cubicBezTo>
                    <a:pt x="138471" y="111724"/>
                    <a:pt x="138504" y="111756"/>
                    <a:pt x="138569" y="111789"/>
                  </a:cubicBezTo>
                  <a:cubicBezTo>
                    <a:pt x="142484" y="114920"/>
                    <a:pt x="143136" y="120694"/>
                    <a:pt x="139972" y="124608"/>
                  </a:cubicBezTo>
                  <a:cubicBezTo>
                    <a:pt x="138471" y="126533"/>
                    <a:pt x="136286" y="127707"/>
                    <a:pt x="133872" y="128001"/>
                  </a:cubicBezTo>
                  <a:cubicBezTo>
                    <a:pt x="133532" y="128037"/>
                    <a:pt x="133193" y="128055"/>
                    <a:pt x="132857" y="128055"/>
                  </a:cubicBezTo>
                  <a:cubicBezTo>
                    <a:pt x="130774" y="128055"/>
                    <a:pt x="128786" y="127364"/>
                    <a:pt x="127185" y="126044"/>
                  </a:cubicBezTo>
                  <a:lnTo>
                    <a:pt x="80571" y="88270"/>
                  </a:lnTo>
                  <a:cubicBezTo>
                    <a:pt x="79823" y="87663"/>
                    <a:pt x="78917" y="87368"/>
                    <a:pt x="78015" y="87368"/>
                  </a:cubicBezTo>
                  <a:cubicBezTo>
                    <a:pt x="76832" y="87368"/>
                    <a:pt x="75658" y="87876"/>
                    <a:pt x="74863" y="88857"/>
                  </a:cubicBezTo>
                  <a:cubicBezTo>
                    <a:pt x="73427" y="90618"/>
                    <a:pt x="73688" y="93195"/>
                    <a:pt x="75450" y="94598"/>
                  </a:cubicBezTo>
                  <a:lnTo>
                    <a:pt x="122064" y="132405"/>
                  </a:lnTo>
                  <a:cubicBezTo>
                    <a:pt x="125162" y="134884"/>
                    <a:pt x="128914" y="136188"/>
                    <a:pt x="132828" y="136188"/>
                  </a:cubicBezTo>
                  <a:cubicBezTo>
                    <a:pt x="133480" y="136188"/>
                    <a:pt x="134100" y="136156"/>
                    <a:pt x="134753" y="136091"/>
                  </a:cubicBezTo>
                  <a:cubicBezTo>
                    <a:pt x="139352" y="135601"/>
                    <a:pt x="143462" y="133318"/>
                    <a:pt x="146365" y="129730"/>
                  </a:cubicBezTo>
                  <a:cubicBezTo>
                    <a:pt x="147931" y="127740"/>
                    <a:pt x="149008" y="125554"/>
                    <a:pt x="149595" y="123238"/>
                  </a:cubicBezTo>
                  <a:lnTo>
                    <a:pt x="191218" y="123238"/>
                  </a:lnTo>
                  <a:cubicBezTo>
                    <a:pt x="196274" y="123238"/>
                    <a:pt x="200482" y="127218"/>
                    <a:pt x="200612" y="132111"/>
                  </a:cubicBezTo>
                  <a:cubicBezTo>
                    <a:pt x="200677" y="134623"/>
                    <a:pt x="199764" y="136971"/>
                    <a:pt x="198035" y="138733"/>
                  </a:cubicBezTo>
                  <a:cubicBezTo>
                    <a:pt x="196306" y="140527"/>
                    <a:pt x="193958" y="141505"/>
                    <a:pt x="191479" y="141505"/>
                  </a:cubicBezTo>
                  <a:lnTo>
                    <a:pt x="85431" y="141473"/>
                  </a:lnTo>
                  <a:cubicBezTo>
                    <a:pt x="62630" y="141473"/>
                    <a:pt x="55030" y="125065"/>
                    <a:pt x="52648" y="111299"/>
                  </a:cubicBezTo>
                  <a:cubicBezTo>
                    <a:pt x="51702" y="105689"/>
                    <a:pt x="50724" y="101285"/>
                    <a:pt x="49745" y="98154"/>
                  </a:cubicBezTo>
                  <a:cubicBezTo>
                    <a:pt x="48962" y="95577"/>
                    <a:pt x="47495" y="90782"/>
                    <a:pt x="43352" y="90782"/>
                  </a:cubicBezTo>
                  <a:lnTo>
                    <a:pt x="35458" y="90782"/>
                  </a:lnTo>
                  <a:lnTo>
                    <a:pt x="35458" y="55780"/>
                  </a:lnTo>
                  <a:cubicBezTo>
                    <a:pt x="39073" y="55481"/>
                    <a:pt x="43957" y="55187"/>
                    <a:pt x="49282" y="55187"/>
                  </a:cubicBezTo>
                  <a:close/>
                  <a:moveTo>
                    <a:pt x="138863" y="0"/>
                  </a:moveTo>
                  <a:cubicBezTo>
                    <a:pt x="138015" y="0"/>
                    <a:pt x="137167" y="261"/>
                    <a:pt x="136449" y="783"/>
                  </a:cubicBezTo>
                  <a:lnTo>
                    <a:pt x="111919" y="18790"/>
                  </a:lnTo>
                  <a:lnTo>
                    <a:pt x="111919" y="12461"/>
                  </a:lnTo>
                  <a:cubicBezTo>
                    <a:pt x="111919" y="10211"/>
                    <a:pt x="110092" y="8384"/>
                    <a:pt x="107841" y="8384"/>
                  </a:cubicBezTo>
                  <a:lnTo>
                    <a:pt x="92412" y="8384"/>
                  </a:lnTo>
                  <a:cubicBezTo>
                    <a:pt x="90161" y="8384"/>
                    <a:pt x="88335" y="10211"/>
                    <a:pt x="88335" y="12461"/>
                  </a:cubicBezTo>
                  <a:lnTo>
                    <a:pt x="88335" y="36111"/>
                  </a:lnTo>
                  <a:lnTo>
                    <a:pt x="81811" y="40906"/>
                  </a:lnTo>
                  <a:cubicBezTo>
                    <a:pt x="80767" y="41689"/>
                    <a:pt x="80147" y="42896"/>
                    <a:pt x="80147" y="44200"/>
                  </a:cubicBezTo>
                  <a:lnTo>
                    <a:pt x="80147" y="52029"/>
                  </a:lnTo>
                  <a:cubicBezTo>
                    <a:pt x="71152" y="48114"/>
                    <a:pt x="59340" y="47032"/>
                    <a:pt x="48989" y="47032"/>
                  </a:cubicBezTo>
                  <a:cubicBezTo>
                    <a:pt x="43987" y="47032"/>
                    <a:pt x="39327" y="47285"/>
                    <a:pt x="35490" y="47593"/>
                  </a:cubicBezTo>
                  <a:lnTo>
                    <a:pt x="35490" y="43744"/>
                  </a:lnTo>
                  <a:cubicBezTo>
                    <a:pt x="35490" y="41493"/>
                    <a:pt x="33664" y="39666"/>
                    <a:pt x="31413" y="39666"/>
                  </a:cubicBezTo>
                  <a:lnTo>
                    <a:pt x="4077" y="39666"/>
                  </a:lnTo>
                  <a:cubicBezTo>
                    <a:pt x="1827" y="39666"/>
                    <a:pt x="0" y="41493"/>
                    <a:pt x="0" y="43744"/>
                  </a:cubicBezTo>
                  <a:lnTo>
                    <a:pt x="0" y="108788"/>
                  </a:lnTo>
                  <a:cubicBezTo>
                    <a:pt x="0" y="111039"/>
                    <a:pt x="1827" y="112865"/>
                    <a:pt x="4077" y="112865"/>
                  </a:cubicBezTo>
                  <a:lnTo>
                    <a:pt x="31413" y="112865"/>
                  </a:lnTo>
                  <a:cubicBezTo>
                    <a:pt x="33664" y="112865"/>
                    <a:pt x="35490" y="111039"/>
                    <a:pt x="35490" y="108788"/>
                  </a:cubicBezTo>
                  <a:lnTo>
                    <a:pt x="35490" y="98937"/>
                  </a:lnTo>
                  <a:lnTo>
                    <a:pt x="41395" y="98937"/>
                  </a:lnTo>
                  <a:cubicBezTo>
                    <a:pt x="42014" y="100502"/>
                    <a:pt x="43189" y="104286"/>
                    <a:pt x="44624" y="112669"/>
                  </a:cubicBezTo>
                  <a:cubicBezTo>
                    <a:pt x="48734" y="136515"/>
                    <a:pt x="63217" y="149628"/>
                    <a:pt x="85431" y="149628"/>
                  </a:cubicBezTo>
                  <a:lnTo>
                    <a:pt x="191479" y="149660"/>
                  </a:lnTo>
                  <a:cubicBezTo>
                    <a:pt x="196176" y="149660"/>
                    <a:pt x="200580" y="147801"/>
                    <a:pt x="203874" y="144441"/>
                  </a:cubicBezTo>
                  <a:cubicBezTo>
                    <a:pt x="207169" y="141049"/>
                    <a:pt x="208898" y="136612"/>
                    <a:pt x="208767" y="131883"/>
                  </a:cubicBezTo>
                  <a:cubicBezTo>
                    <a:pt x="208506" y="122619"/>
                    <a:pt x="200645" y="115083"/>
                    <a:pt x="191218" y="115083"/>
                  </a:cubicBezTo>
                  <a:lnTo>
                    <a:pt x="190011" y="115083"/>
                  </a:lnTo>
                  <a:lnTo>
                    <a:pt x="190011" y="67067"/>
                  </a:lnTo>
                  <a:lnTo>
                    <a:pt x="191087" y="67850"/>
                  </a:lnTo>
                  <a:cubicBezTo>
                    <a:pt x="191805" y="68372"/>
                    <a:pt x="192653" y="68633"/>
                    <a:pt x="193501" y="68633"/>
                  </a:cubicBezTo>
                  <a:cubicBezTo>
                    <a:pt x="194121" y="68633"/>
                    <a:pt x="194773" y="68502"/>
                    <a:pt x="195360" y="68209"/>
                  </a:cubicBezTo>
                  <a:cubicBezTo>
                    <a:pt x="196730" y="67491"/>
                    <a:pt x="197579" y="66088"/>
                    <a:pt x="197579" y="64555"/>
                  </a:cubicBezTo>
                  <a:lnTo>
                    <a:pt x="197579" y="44200"/>
                  </a:lnTo>
                  <a:cubicBezTo>
                    <a:pt x="197579" y="42896"/>
                    <a:pt x="196959" y="41689"/>
                    <a:pt x="195915" y="40906"/>
                  </a:cubicBezTo>
                  <a:lnTo>
                    <a:pt x="141277" y="783"/>
                  </a:lnTo>
                  <a:cubicBezTo>
                    <a:pt x="140559" y="261"/>
                    <a:pt x="139711" y="0"/>
                    <a:pt x="138863" y="0"/>
                  </a:cubicBezTo>
                  <a:close/>
                </a:path>
              </a:pathLst>
            </a:custGeom>
            <a:solidFill>
              <a:srgbClr val="43434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grpSp>
      <p:grpSp>
        <p:nvGrpSpPr>
          <p:cNvPr id="191" name="Google Shape;1231;p32"/>
          <p:cNvGrpSpPr/>
          <p:nvPr/>
        </p:nvGrpSpPr>
        <p:grpSpPr>
          <a:xfrm>
            <a:off x="5457960" y="3703320"/>
            <a:ext cx="299880" cy="300240"/>
            <a:chOff x="5457960" y="3703320"/>
            <a:chExt cx="299880" cy="300240"/>
          </a:xfrm>
        </p:grpSpPr>
        <p:sp>
          <p:nvSpPr>
            <p:cNvPr id="192" name="Google Shape;1232;p32"/>
            <p:cNvSpPr/>
            <p:nvPr/>
          </p:nvSpPr>
          <p:spPr>
            <a:xfrm>
              <a:off x="5707800" y="370332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34823" h="34822">
                  <a:moveTo>
                    <a:pt x="17386" y="8925"/>
                  </a:moveTo>
                  <a:cubicBezTo>
                    <a:pt x="22081" y="8925"/>
                    <a:pt x="25846" y="12742"/>
                    <a:pt x="25846" y="17385"/>
                  </a:cubicBezTo>
                  <a:cubicBezTo>
                    <a:pt x="25846" y="22080"/>
                    <a:pt x="22081" y="25846"/>
                    <a:pt x="17386" y="25846"/>
                  </a:cubicBezTo>
                  <a:cubicBezTo>
                    <a:pt x="12743" y="25846"/>
                    <a:pt x="8926" y="22080"/>
                    <a:pt x="8926" y="17385"/>
                  </a:cubicBezTo>
                  <a:cubicBezTo>
                    <a:pt x="8926" y="12742"/>
                    <a:pt x="12743" y="8925"/>
                    <a:pt x="17386" y="8925"/>
                  </a:cubicBezTo>
                  <a:close/>
                  <a:moveTo>
                    <a:pt x="17386" y="0"/>
                  </a:moveTo>
                  <a:cubicBezTo>
                    <a:pt x="7791" y="0"/>
                    <a:pt x="1" y="7790"/>
                    <a:pt x="1" y="17385"/>
                  </a:cubicBezTo>
                  <a:cubicBezTo>
                    <a:pt x="1" y="27032"/>
                    <a:pt x="7791" y="34822"/>
                    <a:pt x="17386" y="34822"/>
                  </a:cubicBezTo>
                  <a:cubicBezTo>
                    <a:pt x="27033" y="34822"/>
                    <a:pt x="34823" y="27032"/>
                    <a:pt x="34823" y="17385"/>
                  </a:cubicBezTo>
                  <a:cubicBezTo>
                    <a:pt x="34823" y="7790"/>
                    <a:pt x="27033" y="0"/>
                    <a:pt x="17386" y="0"/>
                  </a:cubicBezTo>
                  <a:close/>
                </a:path>
              </a:pathLst>
            </a:custGeom>
            <a:solidFill>
              <a:srgbClr val="434343"/>
            </a:solidFill>
            <a:ln w="0">
              <a:noFill/>
            </a:ln>
          </p:spPr>
          <p:style>
            <a:lnRef idx="0">
              <a:scrgbClr r="0" g="0" b="0"/>
            </a:lnRef>
            <a:fillRef idx="0">
              <a:scrgbClr r="0" g="0" b="0"/>
            </a:fillRef>
            <a:effectRef idx="0">
              <a:scrgbClr r="0" g="0" b="0"/>
            </a:effectRef>
            <a:fontRef idx="minor"/>
          </p:style>
          <p:txBody>
            <a:bodyPr tIns="25200" bIns="25200" anchor="ctr">
              <a:noAutofit/>
            </a:bodyPr>
            <a:lstStyle/>
            <a:p>
              <a:endParaRPr lang="en-US" sz="1400" b="0" u="none" strike="noStrike">
                <a:solidFill>
                  <a:srgbClr val="FFFFFF"/>
                </a:solidFill>
                <a:effectLst/>
                <a:uFillTx/>
                <a:latin typeface="Arial"/>
              </a:endParaRPr>
            </a:p>
          </p:txBody>
        </p:sp>
        <p:sp>
          <p:nvSpPr>
            <p:cNvPr id="193" name="Google Shape;1233;p32"/>
            <p:cNvSpPr/>
            <p:nvPr/>
          </p:nvSpPr>
          <p:spPr>
            <a:xfrm>
              <a:off x="5457960" y="384732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34822" h="34771">
                  <a:moveTo>
                    <a:pt x="17385" y="8925"/>
                  </a:moveTo>
                  <a:cubicBezTo>
                    <a:pt x="22080" y="8925"/>
                    <a:pt x="25846" y="12691"/>
                    <a:pt x="25846" y="17386"/>
                  </a:cubicBezTo>
                  <a:cubicBezTo>
                    <a:pt x="25846" y="22080"/>
                    <a:pt x="22080" y="25846"/>
                    <a:pt x="17385" y="25846"/>
                  </a:cubicBezTo>
                  <a:cubicBezTo>
                    <a:pt x="12742" y="25846"/>
                    <a:pt x="8925" y="22080"/>
                    <a:pt x="8925" y="17386"/>
                  </a:cubicBezTo>
                  <a:cubicBezTo>
                    <a:pt x="8925" y="12691"/>
                    <a:pt x="12742" y="8925"/>
                    <a:pt x="17385" y="8925"/>
                  </a:cubicBezTo>
                  <a:close/>
                  <a:moveTo>
                    <a:pt x="17385" y="1"/>
                  </a:moveTo>
                  <a:cubicBezTo>
                    <a:pt x="7790" y="1"/>
                    <a:pt x="0" y="7739"/>
                    <a:pt x="0" y="17386"/>
                  </a:cubicBezTo>
                  <a:cubicBezTo>
                    <a:pt x="0" y="27033"/>
                    <a:pt x="7790" y="34771"/>
                    <a:pt x="17385" y="34771"/>
                  </a:cubicBezTo>
                  <a:cubicBezTo>
                    <a:pt x="27032" y="34771"/>
                    <a:pt x="34822" y="27033"/>
                    <a:pt x="34822" y="17386"/>
                  </a:cubicBezTo>
                  <a:cubicBezTo>
                    <a:pt x="34822" y="7739"/>
                    <a:pt x="27032" y="1"/>
                    <a:pt x="17385" y="1"/>
                  </a:cubicBezTo>
                  <a:close/>
                </a:path>
              </a:pathLst>
            </a:custGeom>
            <a:solidFill>
              <a:srgbClr val="434343"/>
            </a:solidFill>
            <a:ln w="0">
              <a:noFill/>
            </a:ln>
          </p:spPr>
          <p:style>
            <a:lnRef idx="0">
              <a:scrgbClr r="0" g="0" b="0"/>
            </a:lnRef>
            <a:fillRef idx="0">
              <a:scrgbClr r="0" g="0" b="0"/>
            </a:fillRef>
            <a:effectRef idx="0">
              <a:scrgbClr r="0" g="0" b="0"/>
            </a:effectRef>
            <a:fontRef idx="minor"/>
          </p:style>
          <p:txBody>
            <a:bodyPr tIns="25200" bIns="25200" anchor="ctr">
              <a:noAutofit/>
            </a:bodyPr>
            <a:lstStyle/>
            <a:p>
              <a:endParaRPr lang="en-US" sz="1400" b="0" u="none" strike="noStrike">
                <a:solidFill>
                  <a:srgbClr val="FFFFFF"/>
                </a:solidFill>
                <a:effectLst/>
                <a:uFillTx/>
                <a:latin typeface="Arial"/>
              </a:endParaRPr>
            </a:p>
          </p:txBody>
        </p:sp>
        <p:sp>
          <p:nvSpPr>
            <p:cNvPr id="194" name="Google Shape;1234;p32"/>
            <p:cNvSpPr/>
            <p:nvPr/>
          </p:nvSpPr>
          <p:spPr>
            <a:xfrm>
              <a:off x="5532840" y="377208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34771" h="34823">
                  <a:moveTo>
                    <a:pt x="17386" y="8926"/>
                  </a:moveTo>
                  <a:cubicBezTo>
                    <a:pt x="22080" y="8926"/>
                    <a:pt x="25846" y="12743"/>
                    <a:pt x="25846" y="17386"/>
                  </a:cubicBezTo>
                  <a:cubicBezTo>
                    <a:pt x="25846" y="22080"/>
                    <a:pt x="22080" y="25846"/>
                    <a:pt x="17386" y="25846"/>
                  </a:cubicBezTo>
                  <a:cubicBezTo>
                    <a:pt x="12691" y="25846"/>
                    <a:pt x="8925" y="22080"/>
                    <a:pt x="8925" y="17386"/>
                  </a:cubicBezTo>
                  <a:cubicBezTo>
                    <a:pt x="8925" y="12743"/>
                    <a:pt x="12691" y="8926"/>
                    <a:pt x="17386" y="8926"/>
                  </a:cubicBezTo>
                  <a:close/>
                  <a:moveTo>
                    <a:pt x="17386" y="1"/>
                  </a:moveTo>
                  <a:cubicBezTo>
                    <a:pt x="7739" y="1"/>
                    <a:pt x="1" y="7791"/>
                    <a:pt x="1" y="17386"/>
                  </a:cubicBezTo>
                  <a:cubicBezTo>
                    <a:pt x="1" y="27033"/>
                    <a:pt x="7739" y="34823"/>
                    <a:pt x="17386" y="34823"/>
                  </a:cubicBezTo>
                  <a:cubicBezTo>
                    <a:pt x="27033" y="34823"/>
                    <a:pt x="34771" y="27033"/>
                    <a:pt x="34771" y="17386"/>
                  </a:cubicBezTo>
                  <a:cubicBezTo>
                    <a:pt x="34771" y="7791"/>
                    <a:pt x="27033" y="1"/>
                    <a:pt x="17386" y="1"/>
                  </a:cubicBezTo>
                  <a:close/>
                </a:path>
              </a:pathLst>
            </a:custGeom>
            <a:solidFill>
              <a:srgbClr val="434343"/>
            </a:solidFill>
            <a:ln w="0">
              <a:noFill/>
            </a:ln>
          </p:spPr>
          <p:style>
            <a:lnRef idx="0">
              <a:scrgbClr r="0" g="0" b="0"/>
            </a:lnRef>
            <a:fillRef idx="0">
              <a:scrgbClr r="0" g="0" b="0"/>
            </a:fillRef>
            <a:effectRef idx="0">
              <a:scrgbClr r="0" g="0" b="0"/>
            </a:effectRef>
            <a:fontRef idx="minor"/>
          </p:style>
          <p:txBody>
            <a:bodyPr tIns="25200" bIns="25200" anchor="ctr">
              <a:noAutofit/>
            </a:bodyPr>
            <a:lstStyle/>
            <a:p>
              <a:endParaRPr lang="en-US" sz="1400" b="0" u="none" strike="noStrike">
                <a:solidFill>
                  <a:srgbClr val="FFFFFF"/>
                </a:solidFill>
                <a:effectLst/>
                <a:uFillTx/>
                <a:latin typeface="Arial"/>
              </a:endParaRPr>
            </a:p>
          </p:txBody>
        </p:sp>
        <p:sp>
          <p:nvSpPr>
            <p:cNvPr id="195" name="Google Shape;1235;p32"/>
            <p:cNvSpPr/>
            <p:nvPr/>
          </p:nvSpPr>
          <p:spPr>
            <a:xfrm>
              <a:off x="5586120" y="382536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34822" h="34772">
                  <a:moveTo>
                    <a:pt x="17437" y="8926"/>
                  </a:moveTo>
                  <a:cubicBezTo>
                    <a:pt x="22080" y="8926"/>
                    <a:pt x="25897" y="12691"/>
                    <a:pt x="25897" y="17386"/>
                  </a:cubicBezTo>
                  <a:cubicBezTo>
                    <a:pt x="25897" y="22080"/>
                    <a:pt x="22080" y="25846"/>
                    <a:pt x="17437" y="25846"/>
                  </a:cubicBezTo>
                  <a:cubicBezTo>
                    <a:pt x="12742" y="25846"/>
                    <a:pt x="8976" y="22080"/>
                    <a:pt x="8976" y="17386"/>
                  </a:cubicBezTo>
                  <a:cubicBezTo>
                    <a:pt x="8976" y="12691"/>
                    <a:pt x="12742" y="8926"/>
                    <a:pt x="17437" y="8926"/>
                  </a:cubicBezTo>
                  <a:close/>
                  <a:moveTo>
                    <a:pt x="17437" y="1"/>
                  </a:moveTo>
                  <a:cubicBezTo>
                    <a:pt x="7790" y="1"/>
                    <a:pt x="0" y="7739"/>
                    <a:pt x="0" y="17386"/>
                  </a:cubicBezTo>
                  <a:cubicBezTo>
                    <a:pt x="0" y="27033"/>
                    <a:pt x="7790" y="34771"/>
                    <a:pt x="17437" y="34771"/>
                  </a:cubicBezTo>
                  <a:cubicBezTo>
                    <a:pt x="27032" y="34771"/>
                    <a:pt x="34822" y="27033"/>
                    <a:pt x="34822" y="17386"/>
                  </a:cubicBezTo>
                  <a:cubicBezTo>
                    <a:pt x="34822" y="7739"/>
                    <a:pt x="27032" y="1"/>
                    <a:pt x="17437" y="1"/>
                  </a:cubicBezTo>
                  <a:close/>
                </a:path>
              </a:pathLst>
            </a:custGeom>
            <a:solidFill>
              <a:srgbClr val="434343"/>
            </a:solidFill>
            <a:ln w="0">
              <a:noFill/>
            </a:ln>
          </p:spPr>
          <p:style>
            <a:lnRef idx="0">
              <a:scrgbClr r="0" g="0" b="0"/>
            </a:lnRef>
            <a:fillRef idx="0">
              <a:scrgbClr r="0" g="0" b="0"/>
            </a:fillRef>
            <a:effectRef idx="0">
              <a:scrgbClr r="0" g="0" b="0"/>
            </a:effectRef>
            <a:fontRef idx="minor"/>
          </p:style>
          <p:txBody>
            <a:bodyPr tIns="25200" bIns="25200" anchor="ctr">
              <a:noAutofit/>
            </a:bodyPr>
            <a:lstStyle/>
            <a:p>
              <a:endParaRPr lang="en-US" sz="1400" b="0" u="none" strike="noStrike">
                <a:solidFill>
                  <a:srgbClr val="FFFFFF"/>
                </a:solidFill>
                <a:effectLst/>
                <a:uFillTx/>
                <a:latin typeface="Arial"/>
              </a:endParaRPr>
            </a:p>
          </p:txBody>
        </p:sp>
        <p:sp>
          <p:nvSpPr>
            <p:cNvPr id="196" name="Google Shape;1236;p32"/>
            <p:cNvSpPr/>
            <p:nvPr/>
          </p:nvSpPr>
          <p:spPr>
            <a:xfrm>
              <a:off x="5619960" y="3737160"/>
              <a:ext cx="104040" cy="104400"/>
            </a:xfrm>
            <a:custGeom>
              <a:avLst/>
              <a:gdLst>
                <a:gd name="textAreaLeft" fmla="*/ 0 w 104040"/>
                <a:gd name="textAreaRight" fmla="*/ 104400 w 104040"/>
                <a:gd name="textAreaTop" fmla="*/ 0 h 104400"/>
                <a:gd name="textAreaBottom" fmla="*/ 104760 h 104400"/>
              </a:gdLst>
              <a:ahLst/>
              <a:cxnLst/>
              <a:rect l="textAreaLeft" t="textAreaTop" r="textAreaRight" b="textAreaBottom"/>
              <a:pathLst>
                <a:path w="72070" h="72173">
                  <a:moveTo>
                    <a:pt x="65724" y="1"/>
                  </a:moveTo>
                  <a:lnTo>
                    <a:pt x="1" y="65878"/>
                  </a:lnTo>
                  <a:lnTo>
                    <a:pt x="6346" y="72172"/>
                  </a:lnTo>
                  <a:lnTo>
                    <a:pt x="72069" y="6294"/>
                  </a:lnTo>
                  <a:lnTo>
                    <a:pt x="65724" y="1"/>
                  </a:lnTo>
                  <a:close/>
                </a:path>
              </a:pathLst>
            </a:custGeom>
            <a:solidFill>
              <a:srgbClr val="434343"/>
            </a:solidFill>
            <a:ln w="0">
              <a:noFill/>
            </a:ln>
          </p:spPr>
          <p:style>
            <a:lnRef idx="0">
              <a:scrgbClr r="0" g="0" b="0"/>
            </a:lnRef>
            <a:fillRef idx="0">
              <a:scrgbClr r="0" g="0" b="0"/>
            </a:fillRef>
            <a:effectRef idx="0">
              <a:scrgbClr r="0" g="0" b="0"/>
            </a:effectRef>
            <a:fontRef idx="minor"/>
          </p:style>
          <p:txBody>
            <a:bodyPr tIns="52200" bIns="52200" anchor="ctr">
              <a:noAutofit/>
            </a:bodyPr>
            <a:lstStyle/>
            <a:p>
              <a:endParaRPr lang="en-US" sz="1400" b="0" u="none" strike="noStrike">
                <a:solidFill>
                  <a:srgbClr val="FFFFFF"/>
                </a:solidFill>
                <a:effectLst/>
                <a:uFillTx/>
                <a:latin typeface="Arial"/>
              </a:endParaRPr>
            </a:p>
          </p:txBody>
        </p:sp>
        <p:sp>
          <p:nvSpPr>
            <p:cNvPr id="197" name="Google Shape;1237;p32"/>
            <p:cNvSpPr/>
            <p:nvPr/>
          </p:nvSpPr>
          <p:spPr>
            <a:xfrm>
              <a:off x="5566680" y="3805920"/>
              <a:ext cx="35640" cy="35280"/>
            </a:xfrm>
            <a:custGeom>
              <a:avLst/>
              <a:gdLst>
                <a:gd name="textAreaLeft" fmla="*/ 0 w 35640"/>
                <a:gd name="textAreaRight" fmla="*/ 36000 w 35640"/>
                <a:gd name="textAreaTop" fmla="*/ 0 h 35280"/>
                <a:gd name="textAreaBottom" fmla="*/ 35640 h 35280"/>
              </a:gdLst>
              <a:ahLst/>
              <a:cxnLst/>
              <a:rect l="textAreaLeft" t="textAreaTop" r="textAreaRight" b="textAreaBottom"/>
              <a:pathLst>
                <a:path w="24712" h="24660">
                  <a:moveTo>
                    <a:pt x="6294" y="0"/>
                  </a:moveTo>
                  <a:lnTo>
                    <a:pt x="1" y="6345"/>
                  </a:lnTo>
                  <a:lnTo>
                    <a:pt x="18417" y="24659"/>
                  </a:lnTo>
                  <a:lnTo>
                    <a:pt x="24711" y="18365"/>
                  </a:lnTo>
                  <a:lnTo>
                    <a:pt x="6294" y="0"/>
                  </a:lnTo>
                  <a:close/>
                </a:path>
              </a:pathLst>
            </a:custGeom>
            <a:solidFill>
              <a:srgbClr val="434343"/>
            </a:solidFill>
            <a:ln w="0">
              <a:noFill/>
            </a:ln>
          </p:spPr>
          <p:style>
            <a:lnRef idx="0">
              <a:scrgbClr r="0" g="0" b="0"/>
            </a:lnRef>
            <a:fillRef idx="0">
              <a:scrgbClr r="0" g="0" b="0"/>
            </a:fillRef>
            <a:effectRef idx="0">
              <a:scrgbClr r="0" g="0" b="0"/>
            </a:effectRef>
            <a:fontRef idx="minor"/>
          </p:style>
          <p:txBody>
            <a:bodyPr tIns="17640" bIns="17640" anchor="ctr">
              <a:noAutofit/>
            </a:bodyPr>
            <a:lstStyle/>
            <a:p>
              <a:endParaRPr lang="en-US" sz="1400" b="0" u="none" strike="noStrike">
                <a:solidFill>
                  <a:srgbClr val="FFFFFF"/>
                </a:solidFill>
                <a:effectLst/>
                <a:uFillTx/>
                <a:latin typeface="Arial"/>
              </a:endParaRPr>
            </a:p>
          </p:txBody>
        </p:sp>
        <p:sp>
          <p:nvSpPr>
            <p:cNvPr id="198" name="Google Shape;1238;p32"/>
            <p:cNvSpPr/>
            <p:nvPr/>
          </p:nvSpPr>
          <p:spPr>
            <a:xfrm>
              <a:off x="5491800" y="380592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39724" h="39723">
                  <a:moveTo>
                    <a:pt x="33430" y="0"/>
                  </a:moveTo>
                  <a:lnTo>
                    <a:pt x="1" y="33429"/>
                  </a:lnTo>
                  <a:lnTo>
                    <a:pt x="6346" y="39723"/>
                  </a:lnTo>
                  <a:lnTo>
                    <a:pt x="39724" y="6345"/>
                  </a:lnTo>
                  <a:lnTo>
                    <a:pt x="33430" y="0"/>
                  </a:lnTo>
                  <a:close/>
                </a:path>
              </a:pathLst>
            </a:custGeom>
            <a:solidFill>
              <a:srgbClr val="434343"/>
            </a:solidFill>
            <a:ln w="0">
              <a:noFill/>
            </a:ln>
          </p:spPr>
          <p:style>
            <a:lnRef idx="0">
              <a:scrgbClr r="0" g="0" b="0"/>
            </a:lnRef>
            <a:fillRef idx="0">
              <a:scrgbClr r="0" g="0" b="0"/>
            </a:fillRef>
            <a:effectRef idx="0">
              <a:scrgbClr r="0" g="0" b="0"/>
            </a:effectRef>
            <a:fontRef idx="minor"/>
          </p:style>
          <p:txBody>
            <a:bodyPr tIns="28800" bIns="28800" anchor="ctr">
              <a:noAutofit/>
            </a:bodyPr>
            <a:lstStyle/>
            <a:p>
              <a:endParaRPr lang="en-US" sz="1400" b="0" u="none" strike="noStrike">
                <a:solidFill>
                  <a:srgbClr val="FFFFFF"/>
                </a:solidFill>
                <a:effectLst/>
                <a:uFillTx/>
                <a:latin typeface="Arial"/>
              </a:endParaRPr>
            </a:p>
          </p:txBody>
        </p:sp>
        <p:sp>
          <p:nvSpPr>
            <p:cNvPr id="199" name="Google Shape;1239;p32"/>
            <p:cNvSpPr/>
            <p:nvPr/>
          </p:nvSpPr>
          <p:spPr>
            <a:xfrm>
              <a:off x="5457960" y="3990960"/>
              <a:ext cx="299880" cy="12600"/>
            </a:xfrm>
            <a:custGeom>
              <a:avLst/>
              <a:gdLst>
                <a:gd name="textAreaLeft" fmla="*/ 0 w 299880"/>
                <a:gd name="textAreaRight" fmla="*/ 300240 w 299880"/>
                <a:gd name="textAreaTop" fmla="*/ 0 h 12600"/>
                <a:gd name="textAreaBottom" fmla="*/ 12960 h 12600"/>
              </a:gdLst>
              <a:ahLst/>
              <a:cxnLst/>
              <a:rect l="textAreaLeft" t="textAreaTop" r="textAreaRight" b="textAreaBottom"/>
              <a:pathLst>
                <a:path w="207023" h="8977">
                  <a:moveTo>
                    <a:pt x="1" y="0"/>
                  </a:moveTo>
                  <a:lnTo>
                    <a:pt x="1" y="8977"/>
                  </a:lnTo>
                  <a:lnTo>
                    <a:pt x="207023" y="8977"/>
                  </a:lnTo>
                  <a:lnTo>
                    <a:pt x="207023" y="0"/>
                  </a:lnTo>
                  <a:close/>
                </a:path>
              </a:pathLst>
            </a:custGeom>
            <a:solidFill>
              <a:srgbClr val="434343"/>
            </a:solidFill>
            <a:ln w="0">
              <a:noFill/>
            </a:ln>
          </p:spPr>
          <p:style>
            <a:lnRef idx="0">
              <a:scrgbClr r="0" g="0" b="0"/>
            </a:lnRef>
            <a:fillRef idx="0">
              <a:scrgbClr r="0" g="0" b="0"/>
            </a:fillRef>
            <a:effectRef idx="0">
              <a:scrgbClr r="0" g="0" b="0"/>
            </a:effectRef>
            <a:fontRef idx="minor"/>
          </p:style>
          <p:txBody>
            <a:bodyPr tIns="6480" bIns="6480" anchor="ctr">
              <a:noAutofit/>
            </a:bodyPr>
            <a:lstStyle/>
            <a:p>
              <a:endParaRPr lang="en-US" sz="1400" b="0" u="none" strike="noStrike">
                <a:solidFill>
                  <a:srgbClr val="FFFFFF"/>
                </a:solidFill>
                <a:effectLst/>
                <a:uFillTx/>
                <a:latin typeface="Arial"/>
              </a:endParaRPr>
            </a:p>
          </p:txBody>
        </p:sp>
        <p:sp>
          <p:nvSpPr>
            <p:cNvPr id="200" name="Google Shape;1240;p32"/>
            <p:cNvSpPr/>
            <p:nvPr/>
          </p:nvSpPr>
          <p:spPr>
            <a:xfrm>
              <a:off x="5726880" y="3809880"/>
              <a:ext cx="12600" cy="187200"/>
            </a:xfrm>
            <a:custGeom>
              <a:avLst/>
              <a:gdLst>
                <a:gd name="textAreaLeft" fmla="*/ 0 w 12600"/>
                <a:gd name="textAreaRight" fmla="*/ 12960 w 12600"/>
                <a:gd name="textAreaTop" fmla="*/ 0 h 187200"/>
                <a:gd name="textAreaBottom" fmla="*/ 187560 h 187200"/>
              </a:gdLst>
              <a:ahLst/>
              <a:cxnLst/>
              <a:rect l="textAreaLeft" t="textAreaTop" r="textAreaRight" b="textAreaBottom"/>
              <a:pathLst>
                <a:path w="8926" h="129383">
                  <a:moveTo>
                    <a:pt x="0" y="0"/>
                  </a:moveTo>
                  <a:lnTo>
                    <a:pt x="0" y="129383"/>
                  </a:lnTo>
                  <a:lnTo>
                    <a:pt x="8925" y="129383"/>
                  </a:lnTo>
                  <a:lnTo>
                    <a:pt x="8925" y="0"/>
                  </a:lnTo>
                  <a:close/>
                </a:path>
              </a:pathLst>
            </a:custGeom>
            <a:solidFill>
              <a:srgbClr val="43434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201" name="Google Shape;1241;p32"/>
            <p:cNvSpPr/>
            <p:nvPr/>
          </p:nvSpPr>
          <p:spPr>
            <a:xfrm>
              <a:off x="5608080" y="3903840"/>
              <a:ext cx="12600" cy="93240"/>
            </a:xfrm>
            <a:custGeom>
              <a:avLst/>
              <a:gdLst>
                <a:gd name="textAreaLeft" fmla="*/ 0 w 12600"/>
                <a:gd name="textAreaRight" fmla="*/ 12960 w 12600"/>
                <a:gd name="textAreaTop" fmla="*/ 0 h 93240"/>
                <a:gd name="textAreaBottom" fmla="*/ 93600 h 93240"/>
              </a:gdLst>
              <a:ahLst/>
              <a:cxnLst/>
              <a:rect l="textAreaLeft" t="textAreaTop" r="textAreaRight" b="textAreaBottom"/>
              <a:pathLst>
                <a:path w="8926" h="64641">
                  <a:moveTo>
                    <a:pt x="1" y="1"/>
                  </a:moveTo>
                  <a:lnTo>
                    <a:pt x="1" y="64641"/>
                  </a:lnTo>
                  <a:lnTo>
                    <a:pt x="8926" y="64641"/>
                  </a:lnTo>
                  <a:lnTo>
                    <a:pt x="8926" y="1"/>
                  </a:lnTo>
                  <a:close/>
                </a:path>
              </a:pathLst>
            </a:custGeom>
            <a:solidFill>
              <a:srgbClr val="434343"/>
            </a:solidFill>
            <a:ln w="0">
              <a:noFill/>
            </a:ln>
          </p:spPr>
          <p:style>
            <a:lnRef idx="0">
              <a:scrgbClr r="0" g="0" b="0"/>
            </a:lnRef>
            <a:fillRef idx="0">
              <a:scrgbClr r="0" g="0" b="0"/>
            </a:fillRef>
            <a:effectRef idx="0">
              <a:scrgbClr r="0" g="0" b="0"/>
            </a:effectRef>
            <a:fontRef idx="minor"/>
          </p:style>
          <p:txBody>
            <a:bodyPr tIns="46800" bIns="46800" anchor="ctr">
              <a:noAutofit/>
            </a:bodyPr>
            <a:lstStyle/>
            <a:p>
              <a:endParaRPr lang="en-US" sz="1400" b="0" u="none" strike="noStrike">
                <a:solidFill>
                  <a:srgbClr val="FFFFFF"/>
                </a:solidFill>
                <a:effectLst/>
                <a:uFillTx/>
                <a:latin typeface="Arial"/>
              </a:endParaRPr>
            </a:p>
          </p:txBody>
        </p:sp>
        <p:sp>
          <p:nvSpPr>
            <p:cNvPr id="202" name="Google Shape;1242;p32"/>
            <p:cNvSpPr/>
            <p:nvPr/>
          </p:nvSpPr>
          <p:spPr>
            <a:xfrm>
              <a:off x="5476680" y="3922560"/>
              <a:ext cx="12600" cy="74520"/>
            </a:xfrm>
            <a:custGeom>
              <a:avLst/>
              <a:gdLst>
                <a:gd name="textAreaLeft" fmla="*/ 0 w 12600"/>
                <a:gd name="textAreaRight" fmla="*/ 12960 w 12600"/>
                <a:gd name="textAreaTop" fmla="*/ 0 h 74520"/>
                <a:gd name="textAreaBottom" fmla="*/ 74880 h 74520"/>
              </a:gdLst>
              <a:ahLst/>
              <a:cxnLst/>
              <a:rect l="textAreaLeft" t="textAreaTop" r="textAreaRight" b="textAreaBottom"/>
              <a:pathLst>
                <a:path w="8926" h="51744">
                  <a:moveTo>
                    <a:pt x="1" y="1"/>
                  </a:moveTo>
                  <a:lnTo>
                    <a:pt x="1" y="51744"/>
                  </a:lnTo>
                  <a:lnTo>
                    <a:pt x="8925" y="51744"/>
                  </a:lnTo>
                  <a:lnTo>
                    <a:pt x="8925" y="1"/>
                  </a:lnTo>
                  <a:close/>
                </a:path>
              </a:pathLst>
            </a:custGeom>
            <a:solidFill>
              <a:srgbClr val="434343"/>
            </a:solidFill>
            <a:ln w="0">
              <a:noFill/>
            </a:ln>
          </p:spPr>
          <p:style>
            <a:lnRef idx="0">
              <a:scrgbClr r="0" g="0" b="0"/>
            </a:lnRef>
            <a:fillRef idx="0">
              <a:scrgbClr r="0" g="0" b="0"/>
            </a:fillRef>
            <a:effectRef idx="0">
              <a:scrgbClr r="0" g="0" b="0"/>
            </a:effectRef>
            <a:fontRef idx="minor"/>
          </p:style>
          <p:txBody>
            <a:bodyPr tIns="37440" bIns="37440" anchor="ctr">
              <a:noAutofit/>
            </a:bodyPr>
            <a:lstStyle/>
            <a:p>
              <a:endParaRPr lang="en-US" sz="1400" b="0" u="none" strike="noStrike">
                <a:solidFill>
                  <a:srgbClr val="FFFFFF"/>
                </a:solidFill>
                <a:effectLst/>
                <a:uFillTx/>
                <a:latin typeface="Arial"/>
              </a:endParaRPr>
            </a:p>
          </p:txBody>
        </p:sp>
        <p:sp>
          <p:nvSpPr>
            <p:cNvPr id="203" name="Google Shape;1243;p32"/>
            <p:cNvSpPr/>
            <p:nvPr/>
          </p:nvSpPr>
          <p:spPr>
            <a:xfrm>
              <a:off x="5551560" y="3866040"/>
              <a:ext cx="12600" cy="131040"/>
            </a:xfrm>
            <a:custGeom>
              <a:avLst/>
              <a:gdLst>
                <a:gd name="textAreaLeft" fmla="*/ 0 w 12600"/>
                <a:gd name="textAreaRight" fmla="*/ 12960 w 12600"/>
                <a:gd name="textAreaTop" fmla="*/ 0 h 131040"/>
                <a:gd name="textAreaBottom" fmla="*/ 131400 h 131040"/>
              </a:gdLst>
              <a:ahLst/>
              <a:cxnLst/>
              <a:rect l="textAreaLeft" t="textAreaTop" r="textAreaRight" b="textAreaBottom"/>
              <a:pathLst>
                <a:path w="8977" h="90589">
                  <a:moveTo>
                    <a:pt x="1" y="0"/>
                  </a:moveTo>
                  <a:lnTo>
                    <a:pt x="1" y="90589"/>
                  </a:lnTo>
                  <a:lnTo>
                    <a:pt x="8977" y="90589"/>
                  </a:lnTo>
                  <a:lnTo>
                    <a:pt x="8977" y="0"/>
                  </a:lnTo>
                  <a:close/>
                </a:path>
              </a:pathLst>
            </a:custGeom>
            <a:solidFill>
              <a:srgbClr val="434343"/>
            </a:solidFill>
            <a:ln w="0">
              <a:noFill/>
            </a:ln>
          </p:spPr>
          <p:style>
            <a:lnRef idx="0">
              <a:scrgbClr r="0" g="0" b="0"/>
            </a:lnRef>
            <a:fillRef idx="0">
              <a:scrgbClr r="0" g="0" b="0"/>
            </a:fillRef>
            <a:effectRef idx="0">
              <a:scrgbClr r="0" g="0" b="0"/>
            </a:effectRef>
            <a:fontRef idx="minor"/>
          </p:style>
          <p:txBody>
            <a:bodyPr tIns="65520" bIns="65520" anchor="ctr">
              <a:noAutofit/>
            </a:bodyPr>
            <a:lstStyle/>
            <a:p>
              <a:endParaRPr lang="en-US" sz="1400" b="0" u="none" strike="noStrike">
                <a:solidFill>
                  <a:srgbClr val="FFFFFF"/>
                </a:solidFill>
                <a:effectLst/>
                <a:uFillTx/>
                <a:latin typeface="Arial"/>
              </a:endParaRPr>
            </a:p>
          </p:txBody>
        </p:sp>
      </p:grpSp>
      <p:sp>
        <p:nvSpPr>
          <p:cNvPr id="204" name="Google Shape;1250;p32"/>
          <p:cNvSpPr/>
          <p:nvPr/>
        </p:nvSpPr>
        <p:spPr>
          <a:xfrm>
            <a:off x="4992480" y="2672280"/>
            <a:ext cx="39240" cy="305640"/>
          </a:xfrm>
          <a:prstGeom prst="rect">
            <a:avLst/>
          </a:prstGeom>
          <a:solidFill>
            <a:srgbClr val="66AA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grpSp>
        <p:nvGrpSpPr>
          <p:cNvPr id="205" name="Google Shape;9504;p 1"/>
          <p:cNvGrpSpPr/>
          <p:nvPr/>
        </p:nvGrpSpPr>
        <p:grpSpPr>
          <a:xfrm>
            <a:off x="4572000" y="1559520"/>
            <a:ext cx="320040" cy="317880"/>
            <a:chOff x="4572000" y="1559520"/>
            <a:chExt cx="320040" cy="317880"/>
          </a:xfrm>
        </p:grpSpPr>
        <p:sp>
          <p:nvSpPr>
            <p:cNvPr id="206" name="Google Shape;9505;p 1"/>
            <p:cNvSpPr/>
            <p:nvPr/>
          </p:nvSpPr>
          <p:spPr>
            <a:xfrm>
              <a:off x="4591080" y="1582560"/>
              <a:ext cx="166320" cy="163440"/>
            </a:xfrm>
            <a:custGeom>
              <a:avLst/>
              <a:gdLst>
                <a:gd name="textAreaLeft" fmla="*/ 0 w 166320"/>
                <a:gd name="textAreaRight" fmla="*/ 166680 w 166320"/>
                <a:gd name="textAreaTop" fmla="*/ 0 h 163440"/>
                <a:gd name="textAreaBottom" fmla="*/ 163800 h 163440"/>
              </a:gdLst>
              <a:ahLst/>
              <a:cxnLst/>
              <a:rect l="textAreaLeft" t="textAreaTop" r="textAreaRight" b="textAreaBottom"/>
              <a:pathLst>
                <a:path w="5240" h="5144">
                  <a:moveTo>
                    <a:pt x="2668" y="0"/>
                  </a:moveTo>
                  <a:cubicBezTo>
                    <a:pt x="2013" y="0"/>
                    <a:pt x="1358" y="250"/>
                    <a:pt x="858" y="750"/>
                  </a:cubicBezTo>
                  <a:cubicBezTo>
                    <a:pt x="620" y="989"/>
                    <a:pt x="429" y="1286"/>
                    <a:pt x="298" y="1608"/>
                  </a:cubicBezTo>
                  <a:cubicBezTo>
                    <a:pt x="263" y="1679"/>
                    <a:pt x="298" y="1762"/>
                    <a:pt x="370" y="1798"/>
                  </a:cubicBezTo>
                  <a:cubicBezTo>
                    <a:pt x="388" y="1804"/>
                    <a:pt x="407" y="1807"/>
                    <a:pt x="426" y="1807"/>
                  </a:cubicBezTo>
                  <a:cubicBezTo>
                    <a:pt x="484" y="1807"/>
                    <a:pt x="542" y="1780"/>
                    <a:pt x="560" y="1727"/>
                  </a:cubicBezTo>
                  <a:cubicBezTo>
                    <a:pt x="679" y="1441"/>
                    <a:pt x="846" y="1191"/>
                    <a:pt x="1060" y="977"/>
                  </a:cubicBezTo>
                  <a:cubicBezTo>
                    <a:pt x="1495" y="536"/>
                    <a:pt x="2075" y="316"/>
                    <a:pt x="2656" y="316"/>
                  </a:cubicBezTo>
                  <a:cubicBezTo>
                    <a:pt x="3236" y="316"/>
                    <a:pt x="3817" y="536"/>
                    <a:pt x="4251" y="977"/>
                  </a:cubicBezTo>
                  <a:cubicBezTo>
                    <a:pt x="4692" y="1405"/>
                    <a:pt x="4930" y="1977"/>
                    <a:pt x="4930" y="2584"/>
                  </a:cubicBezTo>
                  <a:cubicBezTo>
                    <a:pt x="4930" y="3191"/>
                    <a:pt x="4692" y="3763"/>
                    <a:pt x="4251" y="4191"/>
                  </a:cubicBezTo>
                  <a:cubicBezTo>
                    <a:pt x="3823" y="4620"/>
                    <a:pt x="3263" y="4858"/>
                    <a:pt x="2644" y="4858"/>
                  </a:cubicBezTo>
                  <a:cubicBezTo>
                    <a:pt x="2037" y="4858"/>
                    <a:pt x="1477" y="4620"/>
                    <a:pt x="1037" y="4191"/>
                  </a:cubicBezTo>
                  <a:cubicBezTo>
                    <a:pt x="536" y="3679"/>
                    <a:pt x="298" y="2989"/>
                    <a:pt x="405" y="2274"/>
                  </a:cubicBezTo>
                  <a:cubicBezTo>
                    <a:pt x="417" y="2191"/>
                    <a:pt x="358" y="2120"/>
                    <a:pt x="286" y="2108"/>
                  </a:cubicBezTo>
                  <a:cubicBezTo>
                    <a:pt x="279" y="2107"/>
                    <a:pt x="272" y="2106"/>
                    <a:pt x="265" y="2106"/>
                  </a:cubicBezTo>
                  <a:cubicBezTo>
                    <a:pt x="191" y="2106"/>
                    <a:pt x="131" y="2162"/>
                    <a:pt x="120" y="2227"/>
                  </a:cubicBezTo>
                  <a:cubicBezTo>
                    <a:pt x="1" y="3024"/>
                    <a:pt x="263" y="3822"/>
                    <a:pt x="846" y="4394"/>
                  </a:cubicBezTo>
                  <a:cubicBezTo>
                    <a:pt x="1334" y="4894"/>
                    <a:pt x="1977" y="5144"/>
                    <a:pt x="2668" y="5144"/>
                  </a:cubicBezTo>
                  <a:cubicBezTo>
                    <a:pt x="3346" y="5144"/>
                    <a:pt x="3989" y="4870"/>
                    <a:pt x="4477" y="4394"/>
                  </a:cubicBezTo>
                  <a:cubicBezTo>
                    <a:pt x="4966" y="3906"/>
                    <a:pt x="5228" y="3263"/>
                    <a:pt x="5228" y="2584"/>
                  </a:cubicBezTo>
                  <a:cubicBezTo>
                    <a:pt x="5239" y="1870"/>
                    <a:pt x="4966" y="1227"/>
                    <a:pt x="4477" y="750"/>
                  </a:cubicBezTo>
                  <a:cubicBezTo>
                    <a:pt x="3977" y="250"/>
                    <a:pt x="3323" y="0"/>
                    <a:pt x="2668" y="0"/>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81720" bIns="81720" anchor="ctr">
              <a:noAutofit/>
            </a:bodyPr>
            <a:lstStyle/>
            <a:p>
              <a:endParaRPr lang="en-US" sz="1400" b="0" u="none" strike="noStrike">
                <a:solidFill>
                  <a:srgbClr val="FFFFFF"/>
                </a:solidFill>
                <a:effectLst/>
                <a:uFillTx/>
                <a:latin typeface="Arial"/>
              </a:endParaRPr>
            </a:p>
          </p:txBody>
        </p:sp>
        <p:sp>
          <p:nvSpPr>
            <p:cNvPr id="207" name="Google Shape;9506;p 1"/>
            <p:cNvSpPr/>
            <p:nvPr/>
          </p:nvSpPr>
          <p:spPr>
            <a:xfrm>
              <a:off x="4572000" y="1559520"/>
              <a:ext cx="320040" cy="317880"/>
            </a:xfrm>
            <a:custGeom>
              <a:avLst/>
              <a:gdLst>
                <a:gd name="textAreaLeft" fmla="*/ 0 w 320040"/>
                <a:gd name="textAreaRight" fmla="*/ 320400 w 320040"/>
                <a:gd name="textAreaTop" fmla="*/ 0 h 317880"/>
                <a:gd name="textAreaBottom" fmla="*/ 318240 h 317880"/>
              </a:gdLst>
              <a:ahLst/>
              <a:cxnLst/>
              <a:rect l="textAreaLeft" t="textAreaTop" r="textAreaRight" b="textAreaBottom"/>
              <a:pathLst>
                <a:path w="10062" h="10003">
                  <a:moveTo>
                    <a:pt x="5668" y="5502"/>
                  </a:moveTo>
                  <a:lnTo>
                    <a:pt x="5977" y="5811"/>
                  </a:lnTo>
                  <a:lnTo>
                    <a:pt x="5799" y="5990"/>
                  </a:lnTo>
                  <a:lnTo>
                    <a:pt x="5489" y="5680"/>
                  </a:lnTo>
                  <a:lnTo>
                    <a:pt x="5584" y="5585"/>
                  </a:lnTo>
                  <a:lnTo>
                    <a:pt x="5668" y="5502"/>
                  </a:lnTo>
                  <a:close/>
                  <a:moveTo>
                    <a:pt x="8347" y="7597"/>
                  </a:moveTo>
                  <a:lnTo>
                    <a:pt x="8501" y="7752"/>
                  </a:lnTo>
                  <a:lnTo>
                    <a:pt x="7739" y="8502"/>
                  </a:lnTo>
                  <a:lnTo>
                    <a:pt x="7585" y="8359"/>
                  </a:lnTo>
                  <a:lnTo>
                    <a:pt x="8347" y="7597"/>
                  </a:lnTo>
                  <a:close/>
                  <a:moveTo>
                    <a:pt x="8704" y="7954"/>
                  </a:moveTo>
                  <a:lnTo>
                    <a:pt x="8894" y="8157"/>
                  </a:lnTo>
                  <a:lnTo>
                    <a:pt x="8132" y="8907"/>
                  </a:lnTo>
                  <a:lnTo>
                    <a:pt x="7989" y="8764"/>
                  </a:lnTo>
                  <a:lnTo>
                    <a:pt x="7942" y="8716"/>
                  </a:lnTo>
                  <a:lnTo>
                    <a:pt x="8704" y="7954"/>
                  </a:lnTo>
                  <a:close/>
                  <a:moveTo>
                    <a:pt x="9097" y="8359"/>
                  </a:moveTo>
                  <a:lnTo>
                    <a:pt x="9621" y="8895"/>
                  </a:lnTo>
                  <a:cubicBezTo>
                    <a:pt x="9728" y="8966"/>
                    <a:pt x="9728" y="9121"/>
                    <a:pt x="9644" y="9228"/>
                  </a:cubicBezTo>
                  <a:lnTo>
                    <a:pt x="9216" y="9657"/>
                  </a:lnTo>
                  <a:cubicBezTo>
                    <a:pt x="9168" y="9699"/>
                    <a:pt x="9109" y="9719"/>
                    <a:pt x="9048" y="9719"/>
                  </a:cubicBezTo>
                  <a:cubicBezTo>
                    <a:pt x="8987" y="9719"/>
                    <a:pt x="8924" y="9699"/>
                    <a:pt x="8871" y="9657"/>
                  </a:cubicBezTo>
                  <a:lnTo>
                    <a:pt x="8335" y="9121"/>
                  </a:lnTo>
                  <a:lnTo>
                    <a:pt x="9097" y="8359"/>
                  </a:lnTo>
                  <a:close/>
                  <a:moveTo>
                    <a:pt x="3282" y="1"/>
                  </a:moveTo>
                  <a:cubicBezTo>
                    <a:pt x="2441" y="1"/>
                    <a:pt x="1602" y="322"/>
                    <a:pt x="965" y="965"/>
                  </a:cubicBezTo>
                  <a:cubicBezTo>
                    <a:pt x="334" y="1584"/>
                    <a:pt x="0" y="2406"/>
                    <a:pt x="0" y="3287"/>
                  </a:cubicBezTo>
                  <a:cubicBezTo>
                    <a:pt x="0" y="4156"/>
                    <a:pt x="334" y="4978"/>
                    <a:pt x="965" y="5609"/>
                  </a:cubicBezTo>
                  <a:cubicBezTo>
                    <a:pt x="1608" y="6240"/>
                    <a:pt x="2441" y="6573"/>
                    <a:pt x="3286" y="6573"/>
                  </a:cubicBezTo>
                  <a:cubicBezTo>
                    <a:pt x="3989" y="6573"/>
                    <a:pt x="4703" y="6347"/>
                    <a:pt x="5275" y="5883"/>
                  </a:cubicBezTo>
                  <a:lnTo>
                    <a:pt x="5608" y="6216"/>
                  </a:lnTo>
                  <a:cubicBezTo>
                    <a:pt x="5477" y="6418"/>
                    <a:pt x="5501" y="6692"/>
                    <a:pt x="5680" y="6871"/>
                  </a:cubicBezTo>
                  <a:lnTo>
                    <a:pt x="6370" y="7561"/>
                  </a:lnTo>
                  <a:cubicBezTo>
                    <a:pt x="6400" y="7585"/>
                    <a:pt x="6436" y="7597"/>
                    <a:pt x="6471" y="7597"/>
                  </a:cubicBezTo>
                  <a:cubicBezTo>
                    <a:pt x="6507" y="7597"/>
                    <a:pt x="6543" y="7585"/>
                    <a:pt x="6573" y="7561"/>
                  </a:cubicBezTo>
                  <a:cubicBezTo>
                    <a:pt x="6632" y="7502"/>
                    <a:pt x="6632" y="7407"/>
                    <a:pt x="6573" y="7347"/>
                  </a:cubicBezTo>
                  <a:lnTo>
                    <a:pt x="5894" y="6668"/>
                  </a:lnTo>
                  <a:cubicBezTo>
                    <a:pt x="5799" y="6573"/>
                    <a:pt x="5799" y="6418"/>
                    <a:pt x="5894" y="6323"/>
                  </a:cubicBezTo>
                  <a:lnTo>
                    <a:pt x="6323" y="5895"/>
                  </a:lnTo>
                  <a:cubicBezTo>
                    <a:pt x="6370" y="5847"/>
                    <a:pt x="6430" y="5811"/>
                    <a:pt x="6489" y="5811"/>
                  </a:cubicBezTo>
                  <a:cubicBezTo>
                    <a:pt x="6549" y="5811"/>
                    <a:pt x="6608" y="5847"/>
                    <a:pt x="6644" y="5895"/>
                  </a:cubicBezTo>
                  <a:lnTo>
                    <a:pt x="8156" y="7395"/>
                  </a:lnTo>
                  <a:lnTo>
                    <a:pt x="7394" y="8157"/>
                  </a:lnTo>
                  <a:lnTo>
                    <a:pt x="6966" y="7716"/>
                  </a:lnTo>
                  <a:cubicBezTo>
                    <a:pt x="6936" y="7686"/>
                    <a:pt x="6897" y="7672"/>
                    <a:pt x="6858" y="7672"/>
                  </a:cubicBezTo>
                  <a:cubicBezTo>
                    <a:pt x="6820" y="7672"/>
                    <a:pt x="6781" y="7686"/>
                    <a:pt x="6751" y="7716"/>
                  </a:cubicBezTo>
                  <a:cubicBezTo>
                    <a:pt x="6692" y="7776"/>
                    <a:pt x="6692" y="7871"/>
                    <a:pt x="6751" y="7930"/>
                  </a:cubicBezTo>
                  <a:lnTo>
                    <a:pt x="8668" y="9847"/>
                  </a:lnTo>
                  <a:cubicBezTo>
                    <a:pt x="8775" y="9955"/>
                    <a:pt x="8906" y="10002"/>
                    <a:pt x="9049" y="10002"/>
                  </a:cubicBezTo>
                  <a:cubicBezTo>
                    <a:pt x="9180" y="10002"/>
                    <a:pt x="9311" y="9955"/>
                    <a:pt x="9418" y="9847"/>
                  </a:cubicBezTo>
                  <a:lnTo>
                    <a:pt x="9847" y="9419"/>
                  </a:lnTo>
                  <a:cubicBezTo>
                    <a:pt x="10061" y="9228"/>
                    <a:pt x="10061" y="8883"/>
                    <a:pt x="9847" y="8669"/>
                  </a:cubicBezTo>
                  <a:lnTo>
                    <a:pt x="6858" y="5680"/>
                  </a:lnTo>
                  <a:cubicBezTo>
                    <a:pt x="6751" y="5573"/>
                    <a:pt x="6620" y="5525"/>
                    <a:pt x="6489" y="5525"/>
                  </a:cubicBezTo>
                  <a:cubicBezTo>
                    <a:pt x="6382" y="5525"/>
                    <a:pt x="6299" y="5561"/>
                    <a:pt x="6204" y="5609"/>
                  </a:cubicBezTo>
                  <a:lnTo>
                    <a:pt x="5870" y="5275"/>
                  </a:lnTo>
                  <a:cubicBezTo>
                    <a:pt x="6144" y="4930"/>
                    <a:pt x="6334" y="4537"/>
                    <a:pt x="6454" y="4097"/>
                  </a:cubicBezTo>
                  <a:cubicBezTo>
                    <a:pt x="6465" y="4025"/>
                    <a:pt x="6430" y="3942"/>
                    <a:pt x="6346" y="3918"/>
                  </a:cubicBezTo>
                  <a:cubicBezTo>
                    <a:pt x="6339" y="3917"/>
                    <a:pt x="6332" y="3916"/>
                    <a:pt x="6324" y="3916"/>
                  </a:cubicBezTo>
                  <a:cubicBezTo>
                    <a:pt x="6258" y="3916"/>
                    <a:pt x="6189" y="3961"/>
                    <a:pt x="6168" y="4025"/>
                  </a:cubicBezTo>
                  <a:cubicBezTo>
                    <a:pt x="6037" y="4537"/>
                    <a:pt x="5775" y="5013"/>
                    <a:pt x="5394" y="5383"/>
                  </a:cubicBezTo>
                  <a:cubicBezTo>
                    <a:pt x="4816" y="5960"/>
                    <a:pt x="4051" y="6249"/>
                    <a:pt x="3285" y="6249"/>
                  </a:cubicBezTo>
                  <a:cubicBezTo>
                    <a:pt x="2519" y="6249"/>
                    <a:pt x="1751" y="5960"/>
                    <a:pt x="1167" y="5383"/>
                  </a:cubicBezTo>
                  <a:cubicBezTo>
                    <a:pt x="608" y="4823"/>
                    <a:pt x="298" y="4073"/>
                    <a:pt x="298" y="3263"/>
                  </a:cubicBezTo>
                  <a:cubicBezTo>
                    <a:pt x="298" y="2466"/>
                    <a:pt x="608" y="1715"/>
                    <a:pt x="1167" y="1156"/>
                  </a:cubicBezTo>
                  <a:cubicBezTo>
                    <a:pt x="1751" y="572"/>
                    <a:pt x="2519" y="281"/>
                    <a:pt x="3285" y="281"/>
                  </a:cubicBezTo>
                  <a:cubicBezTo>
                    <a:pt x="4051" y="281"/>
                    <a:pt x="4816" y="572"/>
                    <a:pt x="5394" y="1156"/>
                  </a:cubicBezTo>
                  <a:cubicBezTo>
                    <a:pt x="6013" y="1763"/>
                    <a:pt x="6323" y="2608"/>
                    <a:pt x="6263" y="3478"/>
                  </a:cubicBezTo>
                  <a:cubicBezTo>
                    <a:pt x="6263" y="3549"/>
                    <a:pt x="6323" y="3620"/>
                    <a:pt x="6394" y="3644"/>
                  </a:cubicBezTo>
                  <a:cubicBezTo>
                    <a:pt x="6465" y="3644"/>
                    <a:pt x="6549" y="3585"/>
                    <a:pt x="6561" y="3501"/>
                  </a:cubicBezTo>
                  <a:cubicBezTo>
                    <a:pt x="6620" y="2549"/>
                    <a:pt x="6275" y="1632"/>
                    <a:pt x="5608" y="965"/>
                  </a:cubicBezTo>
                  <a:cubicBezTo>
                    <a:pt x="4965" y="322"/>
                    <a:pt x="4123" y="1"/>
                    <a:pt x="3282" y="1"/>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208" name="Google Shape;9507;p 1"/>
            <p:cNvSpPr/>
            <p:nvPr/>
          </p:nvSpPr>
          <p:spPr>
            <a:xfrm>
              <a:off x="4638960" y="1604880"/>
              <a:ext cx="75240" cy="86040"/>
            </a:xfrm>
            <a:custGeom>
              <a:avLst/>
              <a:gdLst>
                <a:gd name="textAreaLeft" fmla="*/ 0 w 75240"/>
                <a:gd name="textAreaRight" fmla="*/ 75600 w 75240"/>
                <a:gd name="textAreaTop" fmla="*/ 0 h 86040"/>
                <a:gd name="textAreaBottom" fmla="*/ 86400 h 86040"/>
              </a:gdLst>
              <a:ahLst/>
              <a:cxnLst/>
              <a:rect l="textAreaLeft" t="textAreaTop" r="textAreaRight" b="textAreaBottom"/>
              <a:pathLst>
                <a:path w="2371" h="2719">
                  <a:moveTo>
                    <a:pt x="1218" y="276"/>
                  </a:moveTo>
                  <a:cubicBezTo>
                    <a:pt x="1233" y="276"/>
                    <a:pt x="1248" y="277"/>
                    <a:pt x="1263" y="278"/>
                  </a:cubicBezTo>
                  <a:cubicBezTo>
                    <a:pt x="1703" y="313"/>
                    <a:pt x="2061" y="647"/>
                    <a:pt x="2084" y="1099"/>
                  </a:cubicBezTo>
                  <a:cubicBezTo>
                    <a:pt x="2073" y="1456"/>
                    <a:pt x="1858" y="1802"/>
                    <a:pt x="1537" y="1944"/>
                  </a:cubicBezTo>
                  <a:cubicBezTo>
                    <a:pt x="1430" y="1992"/>
                    <a:pt x="1370" y="2099"/>
                    <a:pt x="1370" y="2218"/>
                  </a:cubicBezTo>
                  <a:cubicBezTo>
                    <a:pt x="1370" y="2313"/>
                    <a:pt x="1275" y="2409"/>
                    <a:pt x="1180" y="2409"/>
                  </a:cubicBezTo>
                  <a:cubicBezTo>
                    <a:pt x="1072" y="2409"/>
                    <a:pt x="989" y="2313"/>
                    <a:pt x="989" y="2218"/>
                  </a:cubicBezTo>
                  <a:cubicBezTo>
                    <a:pt x="989" y="1944"/>
                    <a:pt x="1132" y="1694"/>
                    <a:pt x="1382" y="1587"/>
                  </a:cubicBezTo>
                  <a:cubicBezTo>
                    <a:pt x="1561" y="1504"/>
                    <a:pt x="1680" y="1325"/>
                    <a:pt x="1668" y="1111"/>
                  </a:cubicBezTo>
                  <a:cubicBezTo>
                    <a:pt x="1656" y="873"/>
                    <a:pt x="1465" y="682"/>
                    <a:pt x="1227" y="670"/>
                  </a:cubicBezTo>
                  <a:lnTo>
                    <a:pt x="1191" y="670"/>
                  </a:lnTo>
                  <a:cubicBezTo>
                    <a:pt x="1072" y="670"/>
                    <a:pt x="953" y="706"/>
                    <a:pt x="870" y="801"/>
                  </a:cubicBezTo>
                  <a:cubicBezTo>
                    <a:pt x="763" y="885"/>
                    <a:pt x="715" y="1028"/>
                    <a:pt x="715" y="1159"/>
                  </a:cubicBezTo>
                  <a:cubicBezTo>
                    <a:pt x="715" y="1266"/>
                    <a:pt x="632" y="1349"/>
                    <a:pt x="525" y="1349"/>
                  </a:cubicBezTo>
                  <a:cubicBezTo>
                    <a:pt x="418" y="1349"/>
                    <a:pt x="334" y="1266"/>
                    <a:pt x="334" y="1159"/>
                  </a:cubicBezTo>
                  <a:cubicBezTo>
                    <a:pt x="334" y="920"/>
                    <a:pt x="429" y="682"/>
                    <a:pt x="608" y="516"/>
                  </a:cubicBezTo>
                  <a:cubicBezTo>
                    <a:pt x="775" y="359"/>
                    <a:pt x="995" y="276"/>
                    <a:pt x="1218" y="276"/>
                  </a:cubicBezTo>
                  <a:close/>
                  <a:moveTo>
                    <a:pt x="1163" y="0"/>
                  </a:moveTo>
                  <a:cubicBezTo>
                    <a:pt x="872" y="0"/>
                    <a:pt x="586" y="108"/>
                    <a:pt x="370" y="313"/>
                  </a:cubicBezTo>
                  <a:cubicBezTo>
                    <a:pt x="132" y="539"/>
                    <a:pt x="1" y="849"/>
                    <a:pt x="1" y="1159"/>
                  </a:cubicBezTo>
                  <a:cubicBezTo>
                    <a:pt x="1" y="1432"/>
                    <a:pt x="227" y="1647"/>
                    <a:pt x="489" y="1647"/>
                  </a:cubicBezTo>
                  <a:cubicBezTo>
                    <a:pt x="763" y="1647"/>
                    <a:pt x="989" y="1432"/>
                    <a:pt x="989" y="1159"/>
                  </a:cubicBezTo>
                  <a:cubicBezTo>
                    <a:pt x="989" y="1099"/>
                    <a:pt x="1001" y="1051"/>
                    <a:pt x="1049" y="1028"/>
                  </a:cubicBezTo>
                  <a:cubicBezTo>
                    <a:pt x="1078" y="998"/>
                    <a:pt x="1115" y="977"/>
                    <a:pt x="1161" y="977"/>
                  </a:cubicBezTo>
                  <a:cubicBezTo>
                    <a:pt x="1171" y="977"/>
                    <a:pt x="1181" y="978"/>
                    <a:pt x="1191" y="980"/>
                  </a:cubicBezTo>
                  <a:cubicBezTo>
                    <a:pt x="1287" y="980"/>
                    <a:pt x="1358" y="1075"/>
                    <a:pt x="1370" y="1159"/>
                  </a:cubicBezTo>
                  <a:cubicBezTo>
                    <a:pt x="1370" y="1230"/>
                    <a:pt x="1322" y="1313"/>
                    <a:pt x="1263" y="1337"/>
                  </a:cubicBezTo>
                  <a:cubicBezTo>
                    <a:pt x="930" y="1504"/>
                    <a:pt x="703" y="1849"/>
                    <a:pt x="703" y="2230"/>
                  </a:cubicBezTo>
                  <a:cubicBezTo>
                    <a:pt x="703" y="2504"/>
                    <a:pt x="930" y="2718"/>
                    <a:pt x="1191" y="2718"/>
                  </a:cubicBezTo>
                  <a:cubicBezTo>
                    <a:pt x="1465" y="2718"/>
                    <a:pt x="1680" y="2504"/>
                    <a:pt x="1680" y="2230"/>
                  </a:cubicBezTo>
                  <a:lnTo>
                    <a:pt x="1680" y="2218"/>
                  </a:lnTo>
                  <a:cubicBezTo>
                    <a:pt x="2096" y="2004"/>
                    <a:pt x="2370" y="1563"/>
                    <a:pt x="2334" y="1087"/>
                  </a:cubicBezTo>
                  <a:cubicBezTo>
                    <a:pt x="2311" y="504"/>
                    <a:pt x="1834" y="27"/>
                    <a:pt x="1251" y="4"/>
                  </a:cubicBezTo>
                  <a:cubicBezTo>
                    <a:pt x="1222" y="1"/>
                    <a:pt x="1192" y="0"/>
                    <a:pt x="1163" y="0"/>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43200" bIns="43200" anchor="ctr">
              <a:noAutofit/>
            </a:bodyPr>
            <a:lstStyle/>
            <a:p>
              <a:endParaRPr lang="en-US" sz="1400" b="0" u="none" strike="noStrike">
                <a:solidFill>
                  <a:srgbClr val="FFFFFF"/>
                </a:solidFill>
                <a:effectLst/>
                <a:uFillTx/>
                <a:latin typeface="Arial"/>
              </a:endParaRPr>
            </a:p>
          </p:txBody>
        </p:sp>
        <p:sp>
          <p:nvSpPr>
            <p:cNvPr id="209" name="Google Shape;9508;p 1"/>
            <p:cNvSpPr/>
            <p:nvPr/>
          </p:nvSpPr>
          <p:spPr>
            <a:xfrm>
              <a:off x="4660920" y="1692720"/>
              <a:ext cx="30600" cy="32040"/>
            </a:xfrm>
            <a:custGeom>
              <a:avLst/>
              <a:gdLst>
                <a:gd name="textAreaLeft" fmla="*/ 0 w 30600"/>
                <a:gd name="textAreaRight" fmla="*/ 30960 w 30600"/>
                <a:gd name="textAreaTop" fmla="*/ 0 h 32040"/>
                <a:gd name="textAreaBottom" fmla="*/ 32400 h 32040"/>
              </a:gdLst>
              <a:ahLst/>
              <a:cxnLst/>
              <a:rect l="textAreaLeft" t="textAreaTop" r="textAreaRight" b="textAreaBottom"/>
              <a:pathLst>
                <a:path w="977" h="1013">
                  <a:moveTo>
                    <a:pt x="489" y="298"/>
                  </a:moveTo>
                  <a:cubicBezTo>
                    <a:pt x="596" y="298"/>
                    <a:pt x="679" y="381"/>
                    <a:pt x="679" y="488"/>
                  </a:cubicBezTo>
                  <a:lnTo>
                    <a:pt x="679" y="500"/>
                  </a:lnTo>
                  <a:cubicBezTo>
                    <a:pt x="679" y="607"/>
                    <a:pt x="596" y="702"/>
                    <a:pt x="489" y="702"/>
                  </a:cubicBezTo>
                  <a:cubicBezTo>
                    <a:pt x="381" y="702"/>
                    <a:pt x="298" y="607"/>
                    <a:pt x="298" y="500"/>
                  </a:cubicBezTo>
                  <a:lnTo>
                    <a:pt x="298" y="488"/>
                  </a:lnTo>
                  <a:cubicBezTo>
                    <a:pt x="298" y="381"/>
                    <a:pt x="381" y="298"/>
                    <a:pt x="489" y="298"/>
                  </a:cubicBezTo>
                  <a:close/>
                  <a:moveTo>
                    <a:pt x="489" y="0"/>
                  </a:moveTo>
                  <a:cubicBezTo>
                    <a:pt x="215" y="0"/>
                    <a:pt x="0" y="226"/>
                    <a:pt x="0" y="488"/>
                  </a:cubicBezTo>
                  <a:lnTo>
                    <a:pt x="0" y="524"/>
                  </a:lnTo>
                  <a:cubicBezTo>
                    <a:pt x="0" y="786"/>
                    <a:pt x="215" y="1012"/>
                    <a:pt x="489" y="1012"/>
                  </a:cubicBezTo>
                  <a:cubicBezTo>
                    <a:pt x="751" y="1012"/>
                    <a:pt x="977" y="786"/>
                    <a:pt x="977" y="524"/>
                  </a:cubicBezTo>
                  <a:lnTo>
                    <a:pt x="977" y="488"/>
                  </a:lnTo>
                  <a:cubicBezTo>
                    <a:pt x="977" y="226"/>
                    <a:pt x="751" y="0"/>
                    <a:pt x="489" y="0"/>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16200" bIns="16200" anchor="ctr">
              <a:noAutofit/>
            </a:bodyPr>
            <a:lstStyle/>
            <a:p>
              <a:endParaRPr lang="en-US" sz="1400" b="0" u="none" strike="noStrike">
                <a:solidFill>
                  <a:srgbClr val="FFFFFF"/>
                </a:solidFill>
                <a:effectLst/>
                <a:uFillTx/>
                <a:latin typeface="Arial"/>
              </a:endParaRPr>
            </a:p>
          </p:txBody>
        </p:sp>
      </p:grpSp>
      <p:grpSp>
        <p:nvGrpSpPr>
          <p:cNvPr id="210" name="Google Shape;8108;p 1"/>
          <p:cNvGrpSpPr/>
          <p:nvPr/>
        </p:nvGrpSpPr>
        <p:grpSpPr>
          <a:xfrm>
            <a:off x="5425920" y="2412000"/>
            <a:ext cx="366840" cy="331200"/>
            <a:chOff x="5425920" y="2412000"/>
            <a:chExt cx="366840" cy="331200"/>
          </a:xfrm>
        </p:grpSpPr>
        <p:sp>
          <p:nvSpPr>
            <p:cNvPr id="211" name="Google Shape;8109;p 1"/>
            <p:cNvSpPr/>
            <p:nvPr/>
          </p:nvSpPr>
          <p:spPr>
            <a:xfrm>
              <a:off x="5569200" y="2412000"/>
              <a:ext cx="91080" cy="91440"/>
            </a:xfrm>
            <a:custGeom>
              <a:avLst/>
              <a:gdLst>
                <a:gd name="textAreaLeft" fmla="*/ 0 w 91080"/>
                <a:gd name="textAreaRight" fmla="*/ 91440 w 91080"/>
                <a:gd name="textAreaTop" fmla="*/ 0 h 91440"/>
                <a:gd name="textAreaBottom" fmla="*/ 91800 h 91440"/>
              </a:gdLst>
              <a:ahLst/>
              <a:cxnLst/>
              <a:rect l="textAreaLeft" t="textAreaTop" r="textAreaRight" b="textAreaBottom"/>
              <a:pathLst>
                <a:path w="2882" h="2894">
                  <a:moveTo>
                    <a:pt x="1429" y="703"/>
                  </a:moveTo>
                  <a:cubicBezTo>
                    <a:pt x="1846" y="703"/>
                    <a:pt x="2167" y="1036"/>
                    <a:pt x="2167" y="1453"/>
                  </a:cubicBezTo>
                  <a:cubicBezTo>
                    <a:pt x="2167" y="1870"/>
                    <a:pt x="1834" y="2191"/>
                    <a:pt x="1429" y="2191"/>
                  </a:cubicBezTo>
                  <a:cubicBezTo>
                    <a:pt x="1024" y="2191"/>
                    <a:pt x="679" y="1870"/>
                    <a:pt x="679" y="1453"/>
                  </a:cubicBezTo>
                  <a:cubicBezTo>
                    <a:pt x="679" y="1048"/>
                    <a:pt x="1013" y="703"/>
                    <a:pt x="1429" y="703"/>
                  </a:cubicBezTo>
                  <a:close/>
                  <a:moveTo>
                    <a:pt x="1441" y="0"/>
                  </a:moveTo>
                  <a:cubicBezTo>
                    <a:pt x="1358" y="0"/>
                    <a:pt x="1274" y="84"/>
                    <a:pt x="1274" y="167"/>
                  </a:cubicBezTo>
                  <a:lnTo>
                    <a:pt x="1274" y="393"/>
                  </a:lnTo>
                  <a:cubicBezTo>
                    <a:pt x="1096" y="417"/>
                    <a:pt x="953" y="476"/>
                    <a:pt x="822" y="584"/>
                  </a:cubicBezTo>
                  <a:lnTo>
                    <a:pt x="655" y="417"/>
                  </a:lnTo>
                  <a:cubicBezTo>
                    <a:pt x="626" y="387"/>
                    <a:pt x="581" y="372"/>
                    <a:pt x="536" y="372"/>
                  </a:cubicBezTo>
                  <a:cubicBezTo>
                    <a:pt x="492" y="372"/>
                    <a:pt x="447" y="387"/>
                    <a:pt x="417" y="417"/>
                  </a:cubicBezTo>
                  <a:cubicBezTo>
                    <a:pt x="358" y="476"/>
                    <a:pt x="358" y="596"/>
                    <a:pt x="417" y="655"/>
                  </a:cubicBezTo>
                  <a:lnTo>
                    <a:pt x="584" y="822"/>
                  </a:lnTo>
                  <a:cubicBezTo>
                    <a:pt x="477" y="953"/>
                    <a:pt x="417" y="1119"/>
                    <a:pt x="381" y="1286"/>
                  </a:cubicBezTo>
                  <a:lnTo>
                    <a:pt x="167" y="1286"/>
                  </a:lnTo>
                  <a:cubicBezTo>
                    <a:pt x="72" y="1286"/>
                    <a:pt x="0" y="1358"/>
                    <a:pt x="0" y="1453"/>
                  </a:cubicBezTo>
                  <a:cubicBezTo>
                    <a:pt x="0" y="1536"/>
                    <a:pt x="72" y="1608"/>
                    <a:pt x="167" y="1608"/>
                  </a:cubicBezTo>
                  <a:lnTo>
                    <a:pt x="381" y="1608"/>
                  </a:lnTo>
                  <a:cubicBezTo>
                    <a:pt x="417" y="1786"/>
                    <a:pt x="477" y="1941"/>
                    <a:pt x="584" y="2072"/>
                  </a:cubicBezTo>
                  <a:lnTo>
                    <a:pt x="417" y="2239"/>
                  </a:lnTo>
                  <a:cubicBezTo>
                    <a:pt x="358" y="2298"/>
                    <a:pt x="358" y="2417"/>
                    <a:pt x="417" y="2477"/>
                  </a:cubicBezTo>
                  <a:cubicBezTo>
                    <a:pt x="441" y="2501"/>
                    <a:pt x="489" y="2524"/>
                    <a:pt x="536" y="2524"/>
                  </a:cubicBezTo>
                  <a:cubicBezTo>
                    <a:pt x="572" y="2524"/>
                    <a:pt x="620" y="2501"/>
                    <a:pt x="655" y="2477"/>
                  </a:cubicBezTo>
                  <a:lnTo>
                    <a:pt x="810" y="2310"/>
                  </a:lnTo>
                  <a:cubicBezTo>
                    <a:pt x="953" y="2417"/>
                    <a:pt x="1108" y="2477"/>
                    <a:pt x="1274" y="2501"/>
                  </a:cubicBezTo>
                  <a:lnTo>
                    <a:pt x="1274" y="2727"/>
                  </a:lnTo>
                  <a:cubicBezTo>
                    <a:pt x="1274" y="2822"/>
                    <a:pt x="1346" y="2893"/>
                    <a:pt x="1441" y="2893"/>
                  </a:cubicBezTo>
                  <a:cubicBezTo>
                    <a:pt x="1536" y="2893"/>
                    <a:pt x="1608" y="2822"/>
                    <a:pt x="1608" y="2727"/>
                  </a:cubicBezTo>
                  <a:lnTo>
                    <a:pt x="1608" y="2501"/>
                  </a:lnTo>
                  <a:cubicBezTo>
                    <a:pt x="1786" y="2477"/>
                    <a:pt x="1929" y="2417"/>
                    <a:pt x="2072" y="2310"/>
                  </a:cubicBezTo>
                  <a:lnTo>
                    <a:pt x="2227" y="2477"/>
                  </a:lnTo>
                  <a:cubicBezTo>
                    <a:pt x="2263" y="2501"/>
                    <a:pt x="2310" y="2524"/>
                    <a:pt x="2346" y="2524"/>
                  </a:cubicBezTo>
                  <a:cubicBezTo>
                    <a:pt x="2394" y="2524"/>
                    <a:pt x="2441" y="2501"/>
                    <a:pt x="2465" y="2477"/>
                  </a:cubicBezTo>
                  <a:cubicBezTo>
                    <a:pt x="2525" y="2417"/>
                    <a:pt x="2525" y="2298"/>
                    <a:pt x="2465" y="2239"/>
                  </a:cubicBezTo>
                  <a:lnTo>
                    <a:pt x="2298" y="2072"/>
                  </a:lnTo>
                  <a:cubicBezTo>
                    <a:pt x="2406" y="1941"/>
                    <a:pt x="2465" y="1774"/>
                    <a:pt x="2501" y="1608"/>
                  </a:cubicBezTo>
                  <a:lnTo>
                    <a:pt x="2715" y="1608"/>
                  </a:lnTo>
                  <a:cubicBezTo>
                    <a:pt x="2810" y="1608"/>
                    <a:pt x="2882" y="1536"/>
                    <a:pt x="2882" y="1453"/>
                  </a:cubicBezTo>
                  <a:cubicBezTo>
                    <a:pt x="2882" y="1358"/>
                    <a:pt x="2810" y="1286"/>
                    <a:pt x="2727" y="1286"/>
                  </a:cubicBezTo>
                  <a:lnTo>
                    <a:pt x="2501" y="1286"/>
                  </a:lnTo>
                  <a:cubicBezTo>
                    <a:pt x="2465" y="1108"/>
                    <a:pt x="2406" y="953"/>
                    <a:pt x="2310" y="822"/>
                  </a:cubicBezTo>
                  <a:lnTo>
                    <a:pt x="2465" y="655"/>
                  </a:lnTo>
                  <a:cubicBezTo>
                    <a:pt x="2525" y="596"/>
                    <a:pt x="2525" y="476"/>
                    <a:pt x="2465" y="417"/>
                  </a:cubicBezTo>
                  <a:cubicBezTo>
                    <a:pt x="2435" y="387"/>
                    <a:pt x="2391" y="372"/>
                    <a:pt x="2346" y="372"/>
                  </a:cubicBezTo>
                  <a:cubicBezTo>
                    <a:pt x="2301" y="372"/>
                    <a:pt x="2257" y="387"/>
                    <a:pt x="2227" y="417"/>
                  </a:cubicBezTo>
                  <a:lnTo>
                    <a:pt x="2072" y="584"/>
                  </a:lnTo>
                  <a:cubicBezTo>
                    <a:pt x="1929" y="476"/>
                    <a:pt x="1775" y="417"/>
                    <a:pt x="1608" y="393"/>
                  </a:cubicBezTo>
                  <a:lnTo>
                    <a:pt x="1608" y="167"/>
                  </a:lnTo>
                  <a:cubicBezTo>
                    <a:pt x="1608" y="84"/>
                    <a:pt x="1536" y="0"/>
                    <a:pt x="1441" y="0"/>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anchor="ctr">
              <a:noAutofit/>
            </a:bodyPr>
            <a:lstStyle/>
            <a:p>
              <a:endParaRPr lang="en-US" sz="1400" b="0" u="none" strike="noStrike">
                <a:solidFill>
                  <a:srgbClr val="FFFFFF"/>
                </a:solidFill>
                <a:effectLst/>
                <a:uFillTx/>
                <a:latin typeface="Arial"/>
              </a:endParaRPr>
            </a:p>
          </p:txBody>
        </p:sp>
        <p:sp>
          <p:nvSpPr>
            <p:cNvPr id="212" name="Google Shape;8110;p 1"/>
            <p:cNvSpPr/>
            <p:nvPr/>
          </p:nvSpPr>
          <p:spPr>
            <a:xfrm>
              <a:off x="5596920" y="2440440"/>
              <a:ext cx="34200" cy="34920"/>
            </a:xfrm>
            <a:custGeom>
              <a:avLst/>
              <a:gdLst>
                <a:gd name="textAreaLeft" fmla="*/ 0 w 34200"/>
                <a:gd name="textAreaRight" fmla="*/ 34560 w 34200"/>
                <a:gd name="textAreaTop" fmla="*/ 0 h 34920"/>
                <a:gd name="textAreaBottom" fmla="*/ 35280 h 34920"/>
              </a:gdLst>
              <a:ahLst/>
              <a:cxnLst/>
              <a:rect l="textAreaLeft" t="textAreaTop" r="textAreaRight" b="textAreaBottom"/>
              <a:pathLst>
                <a:path w="1096" h="1108">
                  <a:moveTo>
                    <a:pt x="548" y="345"/>
                  </a:moveTo>
                  <a:cubicBezTo>
                    <a:pt x="667" y="345"/>
                    <a:pt x="751" y="441"/>
                    <a:pt x="751" y="560"/>
                  </a:cubicBezTo>
                  <a:cubicBezTo>
                    <a:pt x="751" y="679"/>
                    <a:pt x="667" y="762"/>
                    <a:pt x="548" y="762"/>
                  </a:cubicBezTo>
                  <a:cubicBezTo>
                    <a:pt x="429" y="762"/>
                    <a:pt x="334" y="679"/>
                    <a:pt x="334" y="560"/>
                  </a:cubicBezTo>
                  <a:cubicBezTo>
                    <a:pt x="334" y="441"/>
                    <a:pt x="429" y="345"/>
                    <a:pt x="548" y="345"/>
                  </a:cubicBezTo>
                  <a:close/>
                  <a:moveTo>
                    <a:pt x="548" y="0"/>
                  </a:moveTo>
                  <a:cubicBezTo>
                    <a:pt x="251" y="0"/>
                    <a:pt x="1" y="262"/>
                    <a:pt x="1" y="560"/>
                  </a:cubicBezTo>
                  <a:cubicBezTo>
                    <a:pt x="1" y="857"/>
                    <a:pt x="251" y="1107"/>
                    <a:pt x="548" y="1107"/>
                  </a:cubicBezTo>
                  <a:cubicBezTo>
                    <a:pt x="846" y="1107"/>
                    <a:pt x="1096" y="857"/>
                    <a:pt x="1096" y="560"/>
                  </a:cubicBezTo>
                  <a:cubicBezTo>
                    <a:pt x="1096" y="262"/>
                    <a:pt x="846" y="0"/>
                    <a:pt x="548" y="0"/>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17640" bIns="17640" anchor="ctr">
              <a:noAutofit/>
            </a:bodyPr>
            <a:lstStyle/>
            <a:p>
              <a:endParaRPr lang="en-US" sz="1400" b="0" u="none" strike="noStrike">
                <a:solidFill>
                  <a:srgbClr val="FFFFFF"/>
                </a:solidFill>
                <a:effectLst/>
                <a:uFillTx/>
                <a:latin typeface="Arial"/>
              </a:endParaRPr>
            </a:p>
          </p:txBody>
        </p:sp>
        <p:sp>
          <p:nvSpPr>
            <p:cNvPr id="213" name="Google Shape;8111;p 1"/>
            <p:cNvSpPr/>
            <p:nvPr/>
          </p:nvSpPr>
          <p:spPr>
            <a:xfrm>
              <a:off x="5582520" y="2444760"/>
              <a:ext cx="210240" cy="228600"/>
            </a:xfrm>
            <a:custGeom>
              <a:avLst/>
              <a:gdLst>
                <a:gd name="textAreaLeft" fmla="*/ 0 w 210240"/>
                <a:gd name="textAreaRight" fmla="*/ 210600 w 210240"/>
                <a:gd name="textAreaTop" fmla="*/ 0 h 228600"/>
                <a:gd name="textAreaBottom" fmla="*/ 228960 h 228600"/>
              </a:gdLst>
              <a:ahLst/>
              <a:cxnLst/>
              <a:rect l="textAreaLeft" t="textAreaTop" r="textAreaRight" b="textAreaBottom"/>
              <a:pathLst>
                <a:path w="6644" h="7228">
                  <a:moveTo>
                    <a:pt x="4179" y="334"/>
                  </a:moveTo>
                  <a:lnTo>
                    <a:pt x="4179" y="762"/>
                  </a:lnTo>
                  <a:lnTo>
                    <a:pt x="4179" y="786"/>
                  </a:lnTo>
                  <a:cubicBezTo>
                    <a:pt x="4179" y="869"/>
                    <a:pt x="4239" y="941"/>
                    <a:pt x="4334" y="965"/>
                  </a:cubicBezTo>
                  <a:cubicBezTo>
                    <a:pt x="4596" y="988"/>
                    <a:pt x="4846" y="1107"/>
                    <a:pt x="5072" y="1274"/>
                  </a:cubicBezTo>
                  <a:cubicBezTo>
                    <a:pt x="5102" y="1299"/>
                    <a:pt x="5138" y="1311"/>
                    <a:pt x="5174" y="1311"/>
                  </a:cubicBezTo>
                  <a:cubicBezTo>
                    <a:pt x="5225" y="1311"/>
                    <a:pt x="5276" y="1287"/>
                    <a:pt x="5310" y="1238"/>
                  </a:cubicBezTo>
                  <a:lnTo>
                    <a:pt x="5322" y="1227"/>
                  </a:lnTo>
                  <a:lnTo>
                    <a:pt x="5620" y="929"/>
                  </a:lnTo>
                  <a:lnTo>
                    <a:pt x="5715" y="1024"/>
                  </a:lnTo>
                  <a:lnTo>
                    <a:pt x="5418" y="1322"/>
                  </a:lnTo>
                  <a:lnTo>
                    <a:pt x="5406" y="1334"/>
                  </a:lnTo>
                  <a:cubicBezTo>
                    <a:pt x="5322" y="1393"/>
                    <a:pt x="5322" y="1500"/>
                    <a:pt x="5370" y="1572"/>
                  </a:cubicBezTo>
                  <a:cubicBezTo>
                    <a:pt x="5537" y="1798"/>
                    <a:pt x="5632" y="2048"/>
                    <a:pt x="5679" y="2310"/>
                  </a:cubicBezTo>
                  <a:cubicBezTo>
                    <a:pt x="5703" y="2405"/>
                    <a:pt x="5775" y="2465"/>
                    <a:pt x="5858" y="2465"/>
                  </a:cubicBezTo>
                  <a:lnTo>
                    <a:pt x="6311" y="2465"/>
                  </a:lnTo>
                  <a:lnTo>
                    <a:pt x="6311" y="2572"/>
                  </a:lnTo>
                  <a:lnTo>
                    <a:pt x="5846" y="2572"/>
                  </a:lnTo>
                  <a:cubicBezTo>
                    <a:pt x="5763" y="2572"/>
                    <a:pt x="5679" y="2631"/>
                    <a:pt x="5668" y="2715"/>
                  </a:cubicBezTo>
                  <a:cubicBezTo>
                    <a:pt x="5632" y="2989"/>
                    <a:pt x="5525" y="3239"/>
                    <a:pt x="5358" y="3465"/>
                  </a:cubicBezTo>
                  <a:cubicBezTo>
                    <a:pt x="5298" y="3536"/>
                    <a:pt x="5310" y="3643"/>
                    <a:pt x="5382" y="3703"/>
                  </a:cubicBezTo>
                  <a:lnTo>
                    <a:pt x="5406" y="3715"/>
                  </a:lnTo>
                  <a:lnTo>
                    <a:pt x="5715" y="4024"/>
                  </a:lnTo>
                  <a:lnTo>
                    <a:pt x="5620" y="4120"/>
                  </a:lnTo>
                  <a:lnTo>
                    <a:pt x="5310" y="3798"/>
                  </a:lnTo>
                  <a:cubicBezTo>
                    <a:pt x="5310" y="3798"/>
                    <a:pt x="5310" y="3786"/>
                    <a:pt x="5298" y="3786"/>
                  </a:cubicBezTo>
                  <a:cubicBezTo>
                    <a:pt x="5266" y="3747"/>
                    <a:pt x="5218" y="3729"/>
                    <a:pt x="5171" y="3729"/>
                  </a:cubicBezTo>
                  <a:cubicBezTo>
                    <a:pt x="5132" y="3729"/>
                    <a:pt x="5092" y="3741"/>
                    <a:pt x="5060" y="3763"/>
                  </a:cubicBezTo>
                  <a:cubicBezTo>
                    <a:pt x="4846" y="3917"/>
                    <a:pt x="4584" y="4024"/>
                    <a:pt x="4310" y="4072"/>
                  </a:cubicBezTo>
                  <a:cubicBezTo>
                    <a:pt x="4227" y="4084"/>
                    <a:pt x="4167" y="4155"/>
                    <a:pt x="4167" y="4251"/>
                  </a:cubicBezTo>
                  <a:lnTo>
                    <a:pt x="4167" y="4263"/>
                  </a:lnTo>
                  <a:lnTo>
                    <a:pt x="4167" y="4715"/>
                  </a:lnTo>
                  <a:lnTo>
                    <a:pt x="4060" y="4715"/>
                  </a:lnTo>
                  <a:lnTo>
                    <a:pt x="4060" y="4275"/>
                  </a:lnTo>
                  <a:lnTo>
                    <a:pt x="4060" y="4263"/>
                  </a:lnTo>
                  <a:cubicBezTo>
                    <a:pt x="4060" y="4179"/>
                    <a:pt x="4001" y="4096"/>
                    <a:pt x="3917" y="4084"/>
                  </a:cubicBezTo>
                  <a:cubicBezTo>
                    <a:pt x="3644" y="4060"/>
                    <a:pt x="3393" y="3941"/>
                    <a:pt x="3167" y="3774"/>
                  </a:cubicBezTo>
                  <a:cubicBezTo>
                    <a:pt x="3136" y="3749"/>
                    <a:pt x="3099" y="3736"/>
                    <a:pt x="3061" y="3736"/>
                  </a:cubicBezTo>
                  <a:cubicBezTo>
                    <a:pt x="3012" y="3736"/>
                    <a:pt x="2963" y="3758"/>
                    <a:pt x="2929" y="3798"/>
                  </a:cubicBezTo>
                  <a:cubicBezTo>
                    <a:pt x="2929" y="3798"/>
                    <a:pt x="2929" y="3822"/>
                    <a:pt x="2917" y="3822"/>
                  </a:cubicBezTo>
                  <a:lnTo>
                    <a:pt x="2608" y="4132"/>
                  </a:lnTo>
                  <a:lnTo>
                    <a:pt x="2512" y="4036"/>
                  </a:lnTo>
                  <a:lnTo>
                    <a:pt x="2810" y="3739"/>
                  </a:lnTo>
                  <a:lnTo>
                    <a:pt x="2822" y="3727"/>
                  </a:lnTo>
                  <a:cubicBezTo>
                    <a:pt x="2822" y="3727"/>
                    <a:pt x="2846" y="3727"/>
                    <a:pt x="2846" y="3715"/>
                  </a:cubicBezTo>
                  <a:cubicBezTo>
                    <a:pt x="2917" y="3655"/>
                    <a:pt x="2917" y="3548"/>
                    <a:pt x="2870" y="3477"/>
                  </a:cubicBezTo>
                  <a:cubicBezTo>
                    <a:pt x="2703" y="3262"/>
                    <a:pt x="2608" y="3001"/>
                    <a:pt x="2560" y="2727"/>
                  </a:cubicBezTo>
                  <a:cubicBezTo>
                    <a:pt x="2548" y="2643"/>
                    <a:pt x="2465" y="2584"/>
                    <a:pt x="2381" y="2584"/>
                  </a:cubicBezTo>
                  <a:lnTo>
                    <a:pt x="1929" y="2584"/>
                  </a:lnTo>
                  <a:lnTo>
                    <a:pt x="1929" y="2465"/>
                  </a:lnTo>
                  <a:lnTo>
                    <a:pt x="2381" y="2465"/>
                  </a:lnTo>
                  <a:cubicBezTo>
                    <a:pt x="2465" y="2465"/>
                    <a:pt x="2548" y="2405"/>
                    <a:pt x="2560" y="2310"/>
                  </a:cubicBezTo>
                  <a:cubicBezTo>
                    <a:pt x="2584" y="2048"/>
                    <a:pt x="2703" y="1798"/>
                    <a:pt x="2870" y="1572"/>
                  </a:cubicBezTo>
                  <a:cubicBezTo>
                    <a:pt x="2929" y="1500"/>
                    <a:pt x="2917" y="1393"/>
                    <a:pt x="2846" y="1334"/>
                  </a:cubicBezTo>
                  <a:lnTo>
                    <a:pt x="2822" y="1322"/>
                  </a:lnTo>
                  <a:lnTo>
                    <a:pt x="2524" y="1024"/>
                  </a:lnTo>
                  <a:lnTo>
                    <a:pt x="2620" y="929"/>
                  </a:lnTo>
                  <a:lnTo>
                    <a:pt x="2917" y="1227"/>
                  </a:lnTo>
                  <a:lnTo>
                    <a:pt x="2929" y="1238"/>
                  </a:lnTo>
                  <a:cubicBezTo>
                    <a:pt x="2963" y="1286"/>
                    <a:pt x="3012" y="1306"/>
                    <a:pt x="3062" y="1306"/>
                  </a:cubicBezTo>
                  <a:cubicBezTo>
                    <a:pt x="3099" y="1306"/>
                    <a:pt x="3137" y="1295"/>
                    <a:pt x="3167" y="1274"/>
                  </a:cubicBezTo>
                  <a:cubicBezTo>
                    <a:pt x="3393" y="1107"/>
                    <a:pt x="3644" y="1000"/>
                    <a:pt x="3917" y="953"/>
                  </a:cubicBezTo>
                  <a:cubicBezTo>
                    <a:pt x="4001" y="941"/>
                    <a:pt x="4060" y="869"/>
                    <a:pt x="4060" y="774"/>
                  </a:cubicBezTo>
                  <a:lnTo>
                    <a:pt x="4060" y="762"/>
                  </a:lnTo>
                  <a:lnTo>
                    <a:pt x="4060" y="334"/>
                  </a:lnTo>
                  <a:close/>
                  <a:moveTo>
                    <a:pt x="3894" y="0"/>
                  </a:moveTo>
                  <a:cubicBezTo>
                    <a:pt x="3810" y="0"/>
                    <a:pt x="3739" y="84"/>
                    <a:pt x="3739" y="167"/>
                  </a:cubicBezTo>
                  <a:lnTo>
                    <a:pt x="3739" y="667"/>
                  </a:lnTo>
                  <a:cubicBezTo>
                    <a:pt x="3513" y="703"/>
                    <a:pt x="3298" y="798"/>
                    <a:pt x="3108" y="929"/>
                  </a:cubicBezTo>
                  <a:lnTo>
                    <a:pt x="2762" y="584"/>
                  </a:lnTo>
                  <a:cubicBezTo>
                    <a:pt x="2733" y="554"/>
                    <a:pt x="2688" y="539"/>
                    <a:pt x="2643" y="539"/>
                  </a:cubicBezTo>
                  <a:cubicBezTo>
                    <a:pt x="2599" y="539"/>
                    <a:pt x="2554" y="554"/>
                    <a:pt x="2524" y="584"/>
                  </a:cubicBezTo>
                  <a:lnTo>
                    <a:pt x="2203" y="917"/>
                  </a:lnTo>
                  <a:cubicBezTo>
                    <a:pt x="2167" y="941"/>
                    <a:pt x="2155" y="988"/>
                    <a:pt x="2155" y="1036"/>
                  </a:cubicBezTo>
                  <a:cubicBezTo>
                    <a:pt x="2155" y="1084"/>
                    <a:pt x="2167" y="1119"/>
                    <a:pt x="2203" y="1155"/>
                  </a:cubicBezTo>
                  <a:lnTo>
                    <a:pt x="2536" y="1500"/>
                  </a:lnTo>
                  <a:cubicBezTo>
                    <a:pt x="2417" y="1691"/>
                    <a:pt x="2334" y="1893"/>
                    <a:pt x="2274" y="2119"/>
                  </a:cubicBezTo>
                  <a:lnTo>
                    <a:pt x="1786" y="2119"/>
                  </a:lnTo>
                  <a:cubicBezTo>
                    <a:pt x="1691" y="2119"/>
                    <a:pt x="1619" y="2191"/>
                    <a:pt x="1619" y="2286"/>
                  </a:cubicBezTo>
                  <a:lnTo>
                    <a:pt x="1619" y="2751"/>
                  </a:lnTo>
                  <a:cubicBezTo>
                    <a:pt x="1619" y="2834"/>
                    <a:pt x="1691" y="2905"/>
                    <a:pt x="1786" y="2905"/>
                  </a:cubicBezTo>
                  <a:lnTo>
                    <a:pt x="2274" y="2905"/>
                  </a:lnTo>
                  <a:cubicBezTo>
                    <a:pt x="2322" y="3084"/>
                    <a:pt x="2381" y="3251"/>
                    <a:pt x="2465" y="3417"/>
                  </a:cubicBezTo>
                  <a:lnTo>
                    <a:pt x="1084" y="3417"/>
                  </a:lnTo>
                  <a:cubicBezTo>
                    <a:pt x="988" y="3417"/>
                    <a:pt x="917" y="3489"/>
                    <a:pt x="917" y="3584"/>
                  </a:cubicBezTo>
                  <a:cubicBezTo>
                    <a:pt x="917" y="3667"/>
                    <a:pt x="988" y="3739"/>
                    <a:pt x="1084" y="3739"/>
                  </a:cubicBezTo>
                  <a:lnTo>
                    <a:pt x="2334" y="3739"/>
                  </a:lnTo>
                  <a:lnTo>
                    <a:pt x="2203" y="3882"/>
                  </a:lnTo>
                  <a:cubicBezTo>
                    <a:pt x="2143" y="3941"/>
                    <a:pt x="2143" y="4060"/>
                    <a:pt x="2203" y="4120"/>
                  </a:cubicBezTo>
                  <a:lnTo>
                    <a:pt x="2524" y="4441"/>
                  </a:lnTo>
                  <a:cubicBezTo>
                    <a:pt x="2560" y="4477"/>
                    <a:pt x="2608" y="4489"/>
                    <a:pt x="2643" y="4489"/>
                  </a:cubicBezTo>
                  <a:cubicBezTo>
                    <a:pt x="2691" y="4489"/>
                    <a:pt x="2739" y="4477"/>
                    <a:pt x="2762" y="4441"/>
                  </a:cubicBezTo>
                  <a:lnTo>
                    <a:pt x="3108" y="4096"/>
                  </a:lnTo>
                  <a:cubicBezTo>
                    <a:pt x="3286" y="4215"/>
                    <a:pt x="3489" y="4310"/>
                    <a:pt x="3703" y="4358"/>
                  </a:cubicBezTo>
                  <a:lnTo>
                    <a:pt x="3703" y="4370"/>
                  </a:lnTo>
                  <a:lnTo>
                    <a:pt x="3703" y="5144"/>
                  </a:lnTo>
                  <a:lnTo>
                    <a:pt x="155" y="5144"/>
                  </a:lnTo>
                  <a:cubicBezTo>
                    <a:pt x="72" y="5144"/>
                    <a:pt x="0" y="5215"/>
                    <a:pt x="0" y="5310"/>
                  </a:cubicBezTo>
                  <a:cubicBezTo>
                    <a:pt x="0" y="5394"/>
                    <a:pt x="72" y="5465"/>
                    <a:pt x="155" y="5465"/>
                  </a:cubicBezTo>
                  <a:lnTo>
                    <a:pt x="4417" y="5465"/>
                  </a:lnTo>
                  <a:lnTo>
                    <a:pt x="4120" y="7037"/>
                  </a:lnTo>
                  <a:cubicBezTo>
                    <a:pt x="4108" y="7120"/>
                    <a:pt x="4167" y="7215"/>
                    <a:pt x="4251" y="7227"/>
                  </a:cubicBezTo>
                  <a:lnTo>
                    <a:pt x="4286" y="7227"/>
                  </a:lnTo>
                  <a:cubicBezTo>
                    <a:pt x="4358" y="7227"/>
                    <a:pt x="4429" y="7168"/>
                    <a:pt x="4441" y="7096"/>
                  </a:cubicBezTo>
                  <a:lnTo>
                    <a:pt x="4787" y="5322"/>
                  </a:lnTo>
                  <a:cubicBezTo>
                    <a:pt x="4798" y="5275"/>
                    <a:pt x="4787" y="5215"/>
                    <a:pt x="4763" y="5191"/>
                  </a:cubicBezTo>
                  <a:cubicBezTo>
                    <a:pt x="4727" y="5144"/>
                    <a:pt x="4679" y="5132"/>
                    <a:pt x="4620" y="5132"/>
                  </a:cubicBezTo>
                  <a:lnTo>
                    <a:pt x="4048" y="5132"/>
                  </a:lnTo>
                  <a:lnTo>
                    <a:pt x="4048" y="5013"/>
                  </a:lnTo>
                  <a:lnTo>
                    <a:pt x="4370" y="5013"/>
                  </a:lnTo>
                  <a:cubicBezTo>
                    <a:pt x="4465" y="5013"/>
                    <a:pt x="4536" y="4929"/>
                    <a:pt x="4536" y="4846"/>
                  </a:cubicBezTo>
                  <a:lnTo>
                    <a:pt x="4536" y="4358"/>
                  </a:lnTo>
                  <a:cubicBezTo>
                    <a:pt x="4763" y="4310"/>
                    <a:pt x="4965" y="4215"/>
                    <a:pt x="5168" y="4084"/>
                  </a:cubicBezTo>
                  <a:lnTo>
                    <a:pt x="5501" y="4429"/>
                  </a:lnTo>
                  <a:cubicBezTo>
                    <a:pt x="5537" y="4453"/>
                    <a:pt x="5584" y="4477"/>
                    <a:pt x="5620" y="4477"/>
                  </a:cubicBezTo>
                  <a:cubicBezTo>
                    <a:pt x="5668" y="4477"/>
                    <a:pt x="5715" y="4453"/>
                    <a:pt x="5739" y="4429"/>
                  </a:cubicBezTo>
                  <a:lnTo>
                    <a:pt x="6072" y="4096"/>
                  </a:lnTo>
                  <a:cubicBezTo>
                    <a:pt x="6096" y="4072"/>
                    <a:pt x="6108" y="4024"/>
                    <a:pt x="6108" y="3977"/>
                  </a:cubicBezTo>
                  <a:cubicBezTo>
                    <a:pt x="6108" y="3941"/>
                    <a:pt x="6096" y="3894"/>
                    <a:pt x="6072" y="3858"/>
                  </a:cubicBezTo>
                  <a:lnTo>
                    <a:pt x="5727" y="3524"/>
                  </a:lnTo>
                  <a:cubicBezTo>
                    <a:pt x="5846" y="3322"/>
                    <a:pt x="5930" y="3120"/>
                    <a:pt x="5989" y="2893"/>
                  </a:cubicBezTo>
                  <a:lnTo>
                    <a:pt x="6489" y="2893"/>
                  </a:lnTo>
                  <a:cubicBezTo>
                    <a:pt x="6572" y="2893"/>
                    <a:pt x="6644" y="2822"/>
                    <a:pt x="6644" y="2727"/>
                  </a:cubicBezTo>
                  <a:lnTo>
                    <a:pt x="6644" y="2274"/>
                  </a:lnTo>
                  <a:cubicBezTo>
                    <a:pt x="6632" y="2191"/>
                    <a:pt x="6561" y="2119"/>
                    <a:pt x="6477" y="2119"/>
                  </a:cubicBezTo>
                  <a:lnTo>
                    <a:pt x="5977" y="2119"/>
                  </a:lnTo>
                  <a:cubicBezTo>
                    <a:pt x="5941" y="1893"/>
                    <a:pt x="5846" y="1691"/>
                    <a:pt x="5715" y="1500"/>
                  </a:cubicBezTo>
                  <a:lnTo>
                    <a:pt x="6060" y="1155"/>
                  </a:lnTo>
                  <a:cubicBezTo>
                    <a:pt x="6084" y="1119"/>
                    <a:pt x="6096" y="1084"/>
                    <a:pt x="6096" y="1036"/>
                  </a:cubicBezTo>
                  <a:cubicBezTo>
                    <a:pt x="6096" y="988"/>
                    <a:pt x="6084" y="941"/>
                    <a:pt x="6060" y="917"/>
                  </a:cubicBezTo>
                  <a:lnTo>
                    <a:pt x="5727" y="584"/>
                  </a:lnTo>
                  <a:cubicBezTo>
                    <a:pt x="5697" y="554"/>
                    <a:pt x="5653" y="539"/>
                    <a:pt x="5608" y="539"/>
                  </a:cubicBezTo>
                  <a:cubicBezTo>
                    <a:pt x="5563" y="539"/>
                    <a:pt x="5519" y="554"/>
                    <a:pt x="5489" y="584"/>
                  </a:cubicBezTo>
                  <a:lnTo>
                    <a:pt x="5144" y="929"/>
                  </a:lnTo>
                  <a:cubicBezTo>
                    <a:pt x="4953" y="810"/>
                    <a:pt x="4751" y="726"/>
                    <a:pt x="4525" y="667"/>
                  </a:cubicBezTo>
                  <a:lnTo>
                    <a:pt x="4525" y="167"/>
                  </a:lnTo>
                  <a:cubicBezTo>
                    <a:pt x="4525" y="84"/>
                    <a:pt x="4453" y="0"/>
                    <a:pt x="4358" y="0"/>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214" name="Google Shape;8112;p 1"/>
            <p:cNvSpPr/>
            <p:nvPr/>
          </p:nvSpPr>
          <p:spPr>
            <a:xfrm>
              <a:off x="5676120" y="2487240"/>
              <a:ext cx="73440" cy="73080"/>
            </a:xfrm>
            <a:custGeom>
              <a:avLst/>
              <a:gdLst>
                <a:gd name="textAreaLeft" fmla="*/ 0 w 73440"/>
                <a:gd name="textAreaRight" fmla="*/ 73800 w 73440"/>
                <a:gd name="textAreaTop" fmla="*/ 0 h 73080"/>
                <a:gd name="textAreaBottom" fmla="*/ 73440 h 73080"/>
              </a:gdLst>
              <a:ahLst/>
              <a:cxnLst/>
              <a:rect l="textAreaLeft" t="textAreaTop" r="textAreaRight" b="textAreaBottom"/>
              <a:pathLst>
                <a:path w="2335" h="2323">
                  <a:moveTo>
                    <a:pt x="1156" y="322"/>
                  </a:moveTo>
                  <a:cubicBezTo>
                    <a:pt x="1620" y="322"/>
                    <a:pt x="1989" y="703"/>
                    <a:pt x="1989" y="1167"/>
                  </a:cubicBezTo>
                  <a:cubicBezTo>
                    <a:pt x="1989" y="1620"/>
                    <a:pt x="1620" y="2001"/>
                    <a:pt x="1156" y="2001"/>
                  </a:cubicBezTo>
                  <a:cubicBezTo>
                    <a:pt x="691" y="2001"/>
                    <a:pt x="322" y="1620"/>
                    <a:pt x="322" y="1167"/>
                  </a:cubicBezTo>
                  <a:cubicBezTo>
                    <a:pt x="322" y="703"/>
                    <a:pt x="691" y="322"/>
                    <a:pt x="1156" y="322"/>
                  </a:cubicBezTo>
                  <a:close/>
                  <a:moveTo>
                    <a:pt x="1156" y="1"/>
                  </a:moveTo>
                  <a:cubicBezTo>
                    <a:pt x="513" y="1"/>
                    <a:pt x="1" y="524"/>
                    <a:pt x="1" y="1167"/>
                  </a:cubicBezTo>
                  <a:cubicBezTo>
                    <a:pt x="1" y="1798"/>
                    <a:pt x="513" y="2322"/>
                    <a:pt x="1156" y="2322"/>
                  </a:cubicBezTo>
                  <a:cubicBezTo>
                    <a:pt x="1799" y="2322"/>
                    <a:pt x="2323" y="1798"/>
                    <a:pt x="2323" y="1167"/>
                  </a:cubicBezTo>
                  <a:cubicBezTo>
                    <a:pt x="2334" y="524"/>
                    <a:pt x="1811" y="1"/>
                    <a:pt x="1156" y="1"/>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36720" bIns="36720" anchor="ctr">
              <a:noAutofit/>
            </a:bodyPr>
            <a:lstStyle/>
            <a:p>
              <a:endParaRPr lang="en-US" sz="1400" b="0" u="none" strike="noStrike">
                <a:solidFill>
                  <a:srgbClr val="FFFFFF"/>
                </a:solidFill>
                <a:effectLst/>
                <a:uFillTx/>
                <a:latin typeface="Arial"/>
              </a:endParaRPr>
            </a:p>
          </p:txBody>
        </p:sp>
        <p:sp>
          <p:nvSpPr>
            <p:cNvPr id="215" name="Google Shape;8113;p 1"/>
            <p:cNvSpPr/>
            <p:nvPr/>
          </p:nvSpPr>
          <p:spPr>
            <a:xfrm>
              <a:off x="5693760" y="2505240"/>
              <a:ext cx="38160" cy="38160"/>
            </a:xfrm>
            <a:custGeom>
              <a:avLst/>
              <a:gdLst>
                <a:gd name="textAreaLeft" fmla="*/ 0 w 38160"/>
                <a:gd name="textAreaRight" fmla="*/ 38520 w 38160"/>
                <a:gd name="textAreaTop" fmla="*/ 0 h 38160"/>
                <a:gd name="textAreaBottom" fmla="*/ 38520 h 38160"/>
              </a:gdLst>
              <a:ahLst/>
              <a:cxnLst/>
              <a:rect l="textAreaLeft" t="textAreaTop" r="textAreaRight" b="textAreaBottom"/>
              <a:pathLst>
                <a:path w="1215" h="1215">
                  <a:moveTo>
                    <a:pt x="608" y="322"/>
                  </a:moveTo>
                  <a:cubicBezTo>
                    <a:pt x="763" y="322"/>
                    <a:pt x="882" y="441"/>
                    <a:pt x="882" y="595"/>
                  </a:cubicBezTo>
                  <a:cubicBezTo>
                    <a:pt x="882" y="738"/>
                    <a:pt x="763" y="857"/>
                    <a:pt x="608" y="857"/>
                  </a:cubicBezTo>
                  <a:cubicBezTo>
                    <a:pt x="465" y="857"/>
                    <a:pt x="346" y="738"/>
                    <a:pt x="346" y="595"/>
                  </a:cubicBezTo>
                  <a:cubicBezTo>
                    <a:pt x="346" y="441"/>
                    <a:pt x="465" y="322"/>
                    <a:pt x="608" y="322"/>
                  </a:cubicBezTo>
                  <a:close/>
                  <a:moveTo>
                    <a:pt x="608" y="0"/>
                  </a:moveTo>
                  <a:cubicBezTo>
                    <a:pt x="286" y="0"/>
                    <a:pt x="1" y="262"/>
                    <a:pt x="1" y="607"/>
                  </a:cubicBezTo>
                  <a:cubicBezTo>
                    <a:pt x="1" y="929"/>
                    <a:pt x="262" y="1215"/>
                    <a:pt x="608" y="1215"/>
                  </a:cubicBezTo>
                  <a:cubicBezTo>
                    <a:pt x="941" y="1215"/>
                    <a:pt x="1215" y="953"/>
                    <a:pt x="1215" y="607"/>
                  </a:cubicBezTo>
                  <a:cubicBezTo>
                    <a:pt x="1215" y="262"/>
                    <a:pt x="953" y="0"/>
                    <a:pt x="608" y="0"/>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19080" bIns="19080" anchor="ctr">
              <a:noAutofit/>
            </a:bodyPr>
            <a:lstStyle/>
            <a:p>
              <a:endParaRPr lang="en-US" sz="1400" b="0" u="none" strike="noStrike">
                <a:solidFill>
                  <a:srgbClr val="FFFFFF"/>
                </a:solidFill>
                <a:effectLst/>
                <a:uFillTx/>
                <a:latin typeface="Arial"/>
              </a:endParaRPr>
            </a:p>
          </p:txBody>
        </p:sp>
        <p:sp>
          <p:nvSpPr>
            <p:cNvPr id="216" name="Google Shape;8114;p 1"/>
            <p:cNvSpPr/>
            <p:nvPr/>
          </p:nvSpPr>
          <p:spPr>
            <a:xfrm>
              <a:off x="5425920" y="2517840"/>
              <a:ext cx="293760" cy="225360"/>
            </a:xfrm>
            <a:custGeom>
              <a:avLst/>
              <a:gdLst>
                <a:gd name="textAreaLeft" fmla="*/ 0 w 293760"/>
                <a:gd name="textAreaRight" fmla="*/ 294120 w 293760"/>
                <a:gd name="textAreaTop" fmla="*/ 0 h 225360"/>
                <a:gd name="textAreaBottom" fmla="*/ 225720 h 225360"/>
              </a:gdLst>
              <a:ahLst/>
              <a:cxnLst/>
              <a:rect l="textAreaLeft" t="textAreaTop" r="textAreaRight" b="textAreaBottom"/>
              <a:pathLst>
                <a:path w="9287" h="7124">
                  <a:moveTo>
                    <a:pt x="155" y="1"/>
                  </a:moveTo>
                  <a:cubicBezTo>
                    <a:pt x="72" y="1"/>
                    <a:pt x="0" y="72"/>
                    <a:pt x="0" y="168"/>
                  </a:cubicBezTo>
                  <a:lnTo>
                    <a:pt x="0" y="6954"/>
                  </a:lnTo>
                  <a:cubicBezTo>
                    <a:pt x="0" y="7121"/>
                    <a:pt x="143" y="7121"/>
                    <a:pt x="262" y="7121"/>
                  </a:cubicBezTo>
                  <a:cubicBezTo>
                    <a:pt x="351" y="7121"/>
                    <a:pt x="2483" y="7124"/>
                    <a:pt x="4603" y="7124"/>
                  </a:cubicBezTo>
                  <a:cubicBezTo>
                    <a:pt x="6724" y="7124"/>
                    <a:pt x="8835" y="7121"/>
                    <a:pt x="8882" y="7109"/>
                  </a:cubicBezTo>
                  <a:cubicBezTo>
                    <a:pt x="8942" y="7085"/>
                    <a:pt x="8989" y="7026"/>
                    <a:pt x="9001" y="6966"/>
                  </a:cubicBezTo>
                  <a:lnTo>
                    <a:pt x="9287" y="5466"/>
                  </a:lnTo>
                  <a:cubicBezTo>
                    <a:pt x="9275" y="5395"/>
                    <a:pt x="9216" y="5299"/>
                    <a:pt x="9120" y="5287"/>
                  </a:cubicBezTo>
                  <a:cubicBezTo>
                    <a:pt x="9113" y="5286"/>
                    <a:pt x="9106" y="5286"/>
                    <a:pt x="9099" y="5286"/>
                  </a:cubicBezTo>
                  <a:cubicBezTo>
                    <a:pt x="9021" y="5286"/>
                    <a:pt x="8941" y="5342"/>
                    <a:pt x="8930" y="5418"/>
                  </a:cubicBezTo>
                  <a:lnTo>
                    <a:pt x="8680" y="6788"/>
                  </a:lnTo>
                  <a:lnTo>
                    <a:pt x="357" y="6788"/>
                  </a:lnTo>
                  <a:lnTo>
                    <a:pt x="1036" y="3192"/>
                  </a:lnTo>
                  <a:lnTo>
                    <a:pt x="4429" y="3192"/>
                  </a:lnTo>
                  <a:cubicBezTo>
                    <a:pt x="4524" y="3192"/>
                    <a:pt x="4596" y="3120"/>
                    <a:pt x="4596" y="3025"/>
                  </a:cubicBezTo>
                  <a:cubicBezTo>
                    <a:pt x="4596" y="2930"/>
                    <a:pt x="4524" y="2858"/>
                    <a:pt x="4429" y="2858"/>
                  </a:cubicBezTo>
                  <a:lnTo>
                    <a:pt x="905" y="2858"/>
                  </a:lnTo>
                  <a:cubicBezTo>
                    <a:pt x="834" y="2858"/>
                    <a:pt x="750" y="2918"/>
                    <a:pt x="738" y="2989"/>
                  </a:cubicBezTo>
                  <a:lnTo>
                    <a:pt x="322" y="5168"/>
                  </a:lnTo>
                  <a:lnTo>
                    <a:pt x="322" y="334"/>
                  </a:lnTo>
                  <a:lnTo>
                    <a:pt x="2453" y="334"/>
                  </a:lnTo>
                  <a:lnTo>
                    <a:pt x="3536" y="1418"/>
                  </a:lnTo>
                  <a:cubicBezTo>
                    <a:pt x="3572" y="1442"/>
                    <a:pt x="3608" y="1465"/>
                    <a:pt x="3655" y="1465"/>
                  </a:cubicBezTo>
                  <a:lnTo>
                    <a:pt x="5358" y="1465"/>
                  </a:lnTo>
                  <a:cubicBezTo>
                    <a:pt x="5441" y="1465"/>
                    <a:pt x="5513" y="1394"/>
                    <a:pt x="5513" y="1299"/>
                  </a:cubicBezTo>
                  <a:cubicBezTo>
                    <a:pt x="5513" y="1204"/>
                    <a:pt x="5441" y="1132"/>
                    <a:pt x="5358" y="1132"/>
                  </a:cubicBezTo>
                  <a:lnTo>
                    <a:pt x="3727" y="1132"/>
                  </a:lnTo>
                  <a:lnTo>
                    <a:pt x="2643" y="49"/>
                  </a:lnTo>
                  <a:cubicBezTo>
                    <a:pt x="2619" y="13"/>
                    <a:pt x="2572" y="1"/>
                    <a:pt x="2524" y="1"/>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217" name="Google Shape;8115;p 1"/>
            <p:cNvSpPr/>
            <p:nvPr/>
          </p:nvSpPr>
          <p:spPr>
            <a:xfrm>
              <a:off x="5713920" y="2685240"/>
              <a:ext cx="1440" cy="360"/>
            </a:xfrm>
            <a:custGeom>
              <a:avLst/>
              <a:gdLst>
                <a:gd name="textAreaLeft" fmla="*/ 0 w 1440"/>
                <a:gd name="textAreaRight" fmla="*/ 1800 w 1440"/>
                <a:gd name="textAreaTop" fmla="*/ 0 h 360"/>
                <a:gd name="textAreaBottom" fmla="*/ 720 h 360"/>
              </a:gdLst>
              <a:ahLst/>
              <a:cxnLst/>
              <a:rect l="textAreaLeft" t="textAreaTop" r="textAreaRight" b="textAreaBottom"/>
              <a:pathLst>
                <a:path w="56" h="8">
                  <a:moveTo>
                    <a:pt x="1" y="1"/>
                  </a:moveTo>
                  <a:cubicBezTo>
                    <a:pt x="1" y="1"/>
                    <a:pt x="7" y="2"/>
                    <a:pt x="24" y="4"/>
                  </a:cubicBezTo>
                  <a:cubicBezTo>
                    <a:pt x="44" y="7"/>
                    <a:pt x="52" y="8"/>
                    <a:pt x="53" y="8"/>
                  </a:cubicBezTo>
                  <a:cubicBezTo>
                    <a:pt x="55" y="8"/>
                    <a:pt x="3" y="1"/>
                    <a:pt x="1" y="1"/>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360" bIns="360" anchor="ctr">
              <a:noAutofit/>
            </a:bodyPr>
            <a:lstStyle/>
            <a:p>
              <a:endParaRPr lang="en-US" sz="1400" b="0" u="none" strike="noStrike">
                <a:solidFill>
                  <a:srgbClr val="FFFFFF"/>
                </a:solidFill>
                <a:effectLst/>
                <a:uFillTx/>
                <a:latin typeface="Arial"/>
              </a:endParaRPr>
            </a:p>
          </p:txBody>
        </p:sp>
      </p:grpSp>
      <p:grpSp>
        <p:nvGrpSpPr>
          <p:cNvPr id="218" name="Google Shape;7479;p 1"/>
          <p:cNvGrpSpPr/>
          <p:nvPr/>
        </p:nvGrpSpPr>
        <p:grpSpPr>
          <a:xfrm>
            <a:off x="3583440" y="2988360"/>
            <a:ext cx="425880" cy="331920"/>
            <a:chOff x="3583440" y="2988360"/>
            <a:chExt cx="425880" cy="331920"/>
          </a:xfrm>
        </p:grpSpPr>
        <p:sp>
          <p:nvSpPr>
            <p:cNvPr id="219" name="Google Shape;7480;p 1"/>
            <p:cNvSpPr/>
            <p:nvPr/>
          </p:nvSpPr>
          <p:spPr>
            <a:xfrm>
              <a:off x="3583440" y="2988360"/>
              <a:ext cx="425880" cy="331920"/>
            </a:xfrm>
            <a:custGeom>
              <a:avLst/>
              <a:gdLst>
                <a:gd name="textAreaLeft" fmla="*/ 0 w 425880"/>
                <a:gd name="textAreaRight" fmla="*/ 426240 w 425880"/>
                <a:gd name="textAreaTop" fmla="*/ 0 h 331920"/>
                <a:gd name="textAreaBottom" fmla="*/ 332280 h 331920"/>
              </a:gdLst>
              <a:ahLst/>
              <a:cxnLst/>
              <a:rect l="textAreaLeft" t="textAreaTop" r="textAreaRight" b="textAreaBottom"/>
              <a:pathLst>
                <a:path w="13395" h="10443">
                  <a:moveTo>
                    <a:pt x="13002" y="429"/>
                  </a:moveTo>
                  <a:lnTo>
                    <a:pt x="12966" y="846"/>
                  </a:lnTo>
                  <a:lnTo>
                    <a:pt x="11418" y="846"/>
                  </a:lnTo>
                  <a:cubicBezTo>
                    <a:pt x="11299" y="846"/>
                    <a:pt x="11216" y="929"/>
                    <a:pt x="11216" y="1048"/>
                  </a:cubicBezTo>
                  <a:cubicBezTo>
                    <a:pt x="11216" y="1167"/>
                    <a:pt x="11299" y="1263"/>
                    <a:pt x="11418" y="1263"/>
                  </a:cubicBezTo>
                  <a:lnTo>
                    <a:pt x="12633" y="1263"/>
                  </a:lnTo>
                  <a:lnTo>
                    <a:pt x="12633" y="7501"/>
                  </a:lnTo>
                  <a:lnTo>
                    <a:pt x="5429" y="7501"/>
                  </a:lnTo>
                  <a:lnTo>
                    <a:pt x="5429" y="7287"/>
                  </a:lnTo>
                  <a:cubicBezTo>
                    <a:pt x="5429" y="7168"/>
                    <a:pt x="5334" y="7085"/>
                    <a:pt x="5215" y="7085"/>
                  </a:cubicBezTo>
                  <a:lnTo>
                    <a:pt x="4870" y="7085"/>
                  </a:lnTo>
                  <a:cubicBezTo>
                    <a:pt x="4834" y="6942"/>
                    <a:pt x="4786" y="6811"/>
                    <a:pt x="4715" y="6692"/>
                  </a:cubicBezTo>
                  <a:lnTo>
                    <a:pt x="4953" y="6454"/>
                  </a:lnTo>
                  <a:cubicBezTo>
                    <a:pt x="5036" y="6358"/>
                    <a:pt x="5036" y="6227"/>
                    <a:pt x="4953" y="6156"/>
                  </a:cubicBezTo>
                  <a:lnTo>
                    <a:pt x="4310" y="5513"/>
                  </a:lnTo>
                  <a:cubicBezTo>
                    <a:pt x="4263" y="5477"/>
                    <a:pt x="4215" y="5454"/>
                    <a:pt x="4155" y="5454"/>
                  </a:cubicBezTo>
                  <a:cubicBezTo>
                    <a:pt x="4096" y="5454"/>
                    <a:pt x="4060" y="5477"/>
                    <a:pt x="4013" y="5513"/>
                  </a:cubicBezTo>
                  <a:lnTo>
                    <a:pt x="3774" y="5751"/>
                  </a:lnTo>
                  <a:cubicBezTo>
                    <a:pt x="3655" y="5692"/>
                    <a:pt x="3524" y="5632"/>
                    <a:pt x="3382" y="5596"/>
                  </a:cubicBezTo>
                  <a:lnTo>
                    <a:pt x="3382" y="5251"/>
                  </a:lnTo>
                  <a:cubicBezTo>
                    <a:pt x="3382" y="5132"/>
                    <a:pt x="3298" y="5037"/>
                    <a:pt x="3179" y="5037"/>
                  </a:cubicBezTo>
                  <a:lnTo>
                    <a:pt x="2655" y="5037"/>
                  </a:lnTo>
                  <a:lnTo>
                    <a:pt x="2655" y="1274"/>
                  </a:lnTo>
                  <a:lnTo>
                    <a:pt x="10704" y="1274"/>
                  </a:lnTo>
                  <a:cubicBezTo>
                    <a:pt x="10823" y="1274"/>
                    <a:pt x="10918" y="1191"/>
                    <a:pt x="10918" y="1072"/>
                  </a:cubicBezTo>
                  <a:cubicBezTo>
                    <a:pt x="10918" y="953"/>
                    <a:pt x="10823" y="858"/>
                    <a:pt x="10704" y="858"/>
                  </a:cubicBezTo>
                  <a:lnTo>
                    <a:pt x="2310" y="858"/>
                  </a:lnTo>
                  <a:lnTo>
                    <a:pt x="2310" y="429"/>
                  </a:lnTo>
                  <a:close/>
                  <a:moveTo>
                    <a:pt x="12966" y="7918"/>
                  </a:moveTo>
                  <a:lnTo>
                    <a:pt x="12966" y="8347"/>
                  </a:lnTo>
                  <a:lnTo>
                    <a:pt x="5358" y="8347"/>
                  </a:lnTo>
                  <a:cubicBezTo>
                    <a:pt x="5394" y="8299"/>
                    <a:pt x="5417" y="8251"/>
                    <a:pt x="5417" y="8192"/>
                  </a:cubicBezTo>
                  <a:lnTo>
                    <a:pt x="5417" y="7954"/>
                  </a:lnTo>
                  <a:lnTo>
                    <a:pt x="12835" y="7954"/>
                  </a:lnTo>
                  <a:cubicBezTo>
                    <a:pt x="12883" y="7954"/>
                    <a:pt x="12930" y="7942"/>
                    <a:pt x="12954" y="7918"/>
                  </a:cubicBezTo>
                  <a:close/>
                  <a:moveTo>
                    <a:pt x="2953" y="5442"/>
                  </a:moveTo>
                  <a:lnTo>
                    <a:pt x="2953" y="5739"/>
                  </a:lnTo>
                  <a:cubicBezTo>
                    <a:pt x="2953" y="5846"/>
                    <a:pt x="3024" y="5918"/>
                    <a:pt x="3120" y="5954"/>
                  </a:cubicBezTo>
                  <a:cubicBezTo>
                    <a:pt x="3310" y="5989"/>
                    <a:pt x="3501" y="6073"/>
                    <a:pt x="3679" y="6192"/>
                  </a:cubicBezTo>
                  <a:cubicBezTo>
                    <a:pt x="3716" y="6215"/>
                    <a:pt x="3755" y="6225"/>
                    <a:pt x="3793" y="6225"/>
                  </a:cubicBezTo>
                  <a:cubicBezTo>
                    <a:pt x="3853" y="6225"/>
                    <a:pt x="3909" y="6200"/>
                    <a:pt x="3953" y="6156"/>
                  </a:cubicBezTo>
                  <a:lnTo>
                    <a:pt x="4155" y="5954"/>
                  </a:lnTo>
                  <a:lnTo>
                    <a:pt x="4501" y="6287"/>
                  </a:lnTo>
                  <a:lnTo>
                    <a:pt x="4298" y="6501"/>
                  </a:lnTo>
                  <a:cubicBezTo>
                    <a:pt x="4215" y="6573"/>
                    <a:pt x="4203" y="6680"/>
                    <a:pt x="4263" y="6763"/>
                  </a:cubicBezTo>
                  <a:cubicBezTo>
                    <a:pt x="4370" y="6942"/>
                    <a:pt x="4453" y="7144"/>
                    <a:pt x="4501" y="7335"/>
                  </a:cubicBezTo>
                  <a:cubicBezTo>
                    <a:pt x="4513" y="7418"/>
                    <a:pt x="4608" y="7501"/>
                    <a:pt x="4715" y="7501"/>
                  </a:cubicBezTo>
                  <a:lnTo>
                    <a:pt x="5013" y="7501"/>
                  </a:lnTo>
                  <a:lnTo>
                    <a:pt x="5013" y="7990"/>
                  </a:lnTo>
                  <a:lnTo>
                    <a:pt x="4715" y="7990"/>
                  </a:lnTo>
                  <a:cubicBezTo>
                    <a:pt x="4608" y="7990"/>
                    <a:pt x="4525" y="8061"/>
                    <a:pt x="4501" y="8156"/>
                  </a:cubicBezTo>
                  <a:cubicBezTo>
                    <a:pt x="4453" y="8347"/>
                    <a:pt x="4382" y="8537"/>
                    <a:pt x="4263" y="8716"/>
                  </a:cubicBezTo>
                  <a:cubicBezTo>
                    <a:pt x="4203" y="8811"/>
                    <a:pt x="4215" y="8906"/>
                    <a:pt x="4298" y="8990"/>
                  </a:cubicBezTo>
                  <a:lnTo>
                    <a:pt x="4501" y="9192"/>
                  </a:lnTo>
                  <a:lnTo>
                    <a:pt x="4155" y="9537"/>
                  </a:lnTo>
                  <a:lnTo>
                    <a:pt x="3953" y="9323"/>
                  </a:lnTo>
                  <a:cubicBezTo>
                    <a:pt x="3912" y="9282"/>
                    <a:pt x="3860" y="9261"/>
                    <a:pt x="3805" y="9261"/>
                  </a:cubicBezTo>
                  <a:cubicBezTo>
                    <a:pt x="3764" y="9261"/>
                    <a:pt x="3720" y="9273"/>
                    <a:pt x="3679" y="9299"/>
                  </a:cubicBezTo>
                  <a:cubicBezTo>
                    <a:pt x="3501" y="9394"/>
                    <a:pt x="3310" y="9490"/>
                    <a:pt x="3120" y="9537"/>
                  </a:cubicBezTo>
                  <a:cubicBezTo>
                    <a:pt x="3024" y="9549"/>
                    <a:pt x="2953" y="9633"/>
                    <a:pt x="2953" y="9740"/>
                  </a:cubicBezTo>
                  <a:lnTo>
                    <a:pt x="2953" y="10037"/>
                  </a:lnTo>
                  <a:lnTo>
                    <a:pt x="2465" y="10037"/>
                  </a:lnTo>
                  <a:lnTo>
                    <a:pt x="2465" y="9740"/>
                  </a:lnTo>
                  <a:cubicBezTo>
                    <a:pt x="2465" y="9633"/>
                    <a:pt x="2393" y="9561"/>
                    <a:pt x="2298" y="9537"/>
                  </a:cubicBezTo>
                  <a:cubicBezTo>
                    <a:pt x="2108" y="9490"/>
                    <a:pt x="1917" y="9418"/>
                    <a:pt x="1738" y="9299"/>
                  </a:cubicBezTo>
                  <a:cubicBezTo>
                    <a:pt x="1697" y="9273"/>
                    <a:pt x="1654" y="9261"/>
                    <a:pt x="1612" y="9261"/>
                  </a:cubicBezTo>
                  <a:cubicBezTo>
                    <a:pt x="1557" y="9261"/>
                    <a:pt x="1505" y="9282"/>
                    <a:pt x="1465" y="9323"/>
                  </a:cubicBezTo>
                  <a:lnTo>
                    <a:pt x="1262" y="9537"/>
                  </a:lnTo>
                  <a:lnTo>
                    <a:pt x="917" y="9192"/>
                  </a:lnTo>
                  <a:lnTo>
                    <a:pt x="1119" y="8990"/>
                  </a:lnTo>
                  <a:cubicBezTo>
                    <a:pt x="1203" y="8906"/>
                    <a:pt x="1215" y="8799"/>
                    <a:pt x="1155" y="8716"/>
                  </a:cubicBezTo>
                  <a:cubicBezTo>
                    <a:pt x="1048" y="8537"/>
                    <a:pt x="965" y="8347"/>
                    <a:pt x="917" y="8156"/>
                  </a:cubicBezTo>
                  <a:cubicBezTo>
                    <a:pt x="905" y="8061"/>
                    <a:pt x="810" y="7990"/>
                    <a:pt x="703" y="7990"/>
                  </a:cubicBezTo>
                  <a:lnTo>
                    <a:pt x="405" y="7990"/>
                  </a:lnTo>
                  <a:lnTo>
                    <a:pt x="405" y="7501"/>
                  </a:lnTo>
                  <a:lnTo>
                    <a:pt x="703" y="7501"/>
                  </a:lnTo>
                  <a:cubicBezTo>
                    <a:pt x="810" y="7501"/>
                    <a:pt x="881" y="7418"/>
                    <a:pt x="917" y="7335"/>
                  </a:cubicBezTo>
                  <a:cubicBezTo>
                    <a:pt x="965" y="7144"/>
                    <a:pt x="1036" y="6942"/>
                    <a:pt x="1155" y="6763"/>
                  </a:cubicBezTo>
                  <a:cubicBezTo>
                    <a:pt x="1215" y="6680"/>
                    <a:pt x="1203" y="6573"/>
                    <a:pt x="1119" y="6501"/>
                  </a:cubicBezTo>
                  <a:lnTo>
                    <a:pt x="917" y="6287"/>
                  </a:lnTo>
                  <a:lnTo>
                    <a:pt x="1262" y="5954"/>
                  </a:lnTo>
                  <a:lnTo>
                    <a:pt x="1465" y="6156"/>
                  </a:lnTo>
                  <a:cubicBezTo>
                    <a:pt x="1508" y="6200"/>
                    <a:pt x="1565" y="6225"/>
                    <a:pt x="1624" y="6225"/>
                  </a:cubicBezTo>
                  <a:cubicBezTo>
                    <a:pt x="1662" y="6225"/>
                    <a:pt x="1701" y="6215"/>
                    <a:pt x="1738" y="6192"/>
                  </a:cubicBezTo>
                  <a:cubicBezTo>
                    <a:pt x="1917" y="6085"/>
                    <a:pt x="2108" y="5989"/>
                    <a:pt x="2298" y="5954"/>
                  </a:cubicBezTo>
                  <a:cubicBezTo>
                    <a:pt x="2393" y="5930"/>
                    <a:pt x="2465" y="5846"/>
                    <a:pt x="2465" y="5739"/>
                  </a:cubicBezTo>
                  <a:lnTo>
                    <a:pt x="2465" y="5442"/>
                  </a:lnTo>
                  <a:close/>
                  <a:moveTo>
                    <a:pt x="2084" y="0"/>
                  </a:moveTo>
                  <a:cubicBezTo>
                    <a:pt x="1977" y="0"/>
                    <a:pt x="1881" y="84"/>
                    <a:pt x="1881" y="203"/>
                  </a:cubicBezTo>
                  <a:lnTo>
                    <a:pt x="1881" y="1048"/>
                  </a:lnTo>
                  <a:cubicBezTo>
                    <a:pt x="1881" y="1167"/>
                    <a:pt x="1977" y="1263"/>
                    <a:pt x="2084" y="1263"/>
                  </a:cubicBezTo>
                  <a:lnTo>
                    <a:pt x="2227" y="1263"/>
                  </a:lnTo>
                  <a:lnTo>
                    <a:pt x="2227" y="5037"/>
                  </a:lnTo>
                  <a:cubicBezTo>
                    <a:pt x="2119" y="5061"/>
                    <a:pt x="2048" y="5144"/>
                    <a:pt x="2048" y="5251"/>
                  </a:cubicBezTo>
                  <a:lnTo>
                    <a:pt x="2048" y="5584"/>
                  </a:lnTo>
                  <a:cubicBezTo>
                    <a:pt x="1905" y="5632"/>
                    <a:pt x="1774" y="5680"/>
                    <a:pt x="1655" y="5751"/>
                  </a:cubicBezTo>
                  <a:lnTo>
                    <a:pt x="1417" y="5513"/>
                  </a:lnTo>
                  <a:cubicBezTo>
                    <a:pt x="1369" y="5465"/>
                    <a:pt x="1334" y="5454"/>
                    <a:pt x="1274" y="5454"/>
                  </a:cubicBezTo>
                  <a:cubicBezTo>
                    <a:pt x="1215" y="5454"/>
                    <a:pt x="1167" y="5465"/>
                    <a:pt x="1119" y="5513"/>
                  </a:cubicBezTo>
                  <a:lnTo>
                    <a:pt x="476" y="6156"/>
                  </a:lnTo>
                  <a:cubicBezTo>
                    <a:pt x="393" y="6239"/>
                    <a:pt x="393" y="6382"/>
                    <a:pt x="476" y="6454"/>
                  </a:cubicBezTo>
                  <a:lnTo>
                    <a:pt x="715" y="6692"/>
                  </a:lnTo>
                  <a:cubicBezTo>
                    <a:pt x="655" y="6811"/>
                    <a:pt x="595" y="6942"/>
                    <a:pt x="560" y="7073"/>
                  </a:cubicBezTo>
                  <a:lnTo>
                    <a:pt x="214" y="7073"/>
                  </a:lnTo>
                  <a:cubicBezTo>
                    <a:pt x="95" y="7073"/>
                    <a:pt x="0" y="7168"/>
                    <a:pt x="0" y="7287"/>
                  </a:cubicBezTo>
                  <a:lnTo>
                    <a:pt x="0" y="8192"/>
                  </a:lnTo>
                  <a:cubicBezTo>
                    <a:pt x="0" y="8311"/>
                    <a:pt x="95" y="8406"/>
                    <a:pt x="214" y="8406"/>
                  </a:cubicBezTo>
                  <a:lnTo>
                    <a:pt x="560" y="8406"/>
                  </a:lnTo>
                  <a:cubicBezTo>
                    <a:pt x="595" y="8537"/>
                    <a:pt x="643" y="8668"/>
                    <a:pt x="715" y="8787"/>
                  </a:cubicBezTo>
                  <a:lnTo>
                    <a:pt x="476" y="9025"/>
                  </a:lnTo>
                  <a:cubicBezTo>
                    <a:pt x="393" y="9121"/>
                    <a:pt x="393" y="9252"/>
                    <a:pt x="476" y="9323"/>
                  </a:cubicBezTo>
                  <a:lnTo>
                    <a:pt x="1119" y="9966"/>
                  </a:lnTo>
                  <a:cubicBezTo>
                    <a:pt x="1167" y="10008"/>
                    <a:pt x="1223" y="10028"/>
                    <a:pt x="1277" y="10028"/>
                  </a:cubicBezTo>
                  <a:cubicBezTo>
                    <a:pt x="1331" y="10028"/>
                    <a:pt x="1381" y="10008"/>
                    <a:pt x="1417" y="9966"/>
                  </a:cubicBezTo>
                  <a:lnTo>
                    <a:pt x="1655" y="9728"/>
                  </a:lnTo>
                  <a:cubicBezTo>
                    <a:pt x="1774" y="9787"/>
                    <a:pt x="1905" y="9847"/>
                    <a:pt x="2048" y="9895"/>
                  </a:cubicBezTo>
                  <a:lnTo>
                    <a:pt x="2048" y="10228"/>
                  </a:lnTo>
                  <a:cubicBezTo>
                    <a:pt x="2048" y="10347"/>
                    <a:pt x="2131" y="10442"/>
                    <a:pt x="2250" y="10442"/>
                  </a:cubicBezTo>
                  <a:lnTo>
                    <a:pt x="3155" y="10442"/>
                  </a:lnTo>
                  <a:cubicBezTo>
                    <a:pt x="3274" y="10442"/>
                    <a:pt x="3370" y="10347"/>
                    <a:pt x="3370" y="10228"/>
                  </a:cubicBezTo>
                  <a:lnTo>
                    <a:pt x="3370" y="9895"/>
                  </a:lnTo>
                  <a:cubicBezTo>
                    <a:pt x="3501" y="9847"/>
                    <a:pt x="3632" y="9799"/>
                    <a:pt x="3751" y="9728"/>
                  </a:cubicBezTo>
                  <a:lnTo>
                    <a:pt x="3989" y="9966"/>
                  </a:lnTo>
                  <a:cubicBezTo>
                    <a:pt x="4036" y="10008"/>
                    <a:pt x="4093" y="10028"/>
                    <a:pt x="4146" y="10028"/>
                  </a:cubicBezTo>
                  <a:cubicBezTo>
                    <a:pt x="4200" y="10028"/>
                    <a:pt x="4251" y="10008"/>
                    <a:pt x="4286" y="9966"/>
                  </a:cubicBezTo>
                  <a:lnTo>
                    <a:pt x="4929" y="9323"/>
                  </a:lnTo>
                  <a:cubicBezTo>
                    <a:pt x="5025" y="9240"/>
                    <a:pt x="5025" y="9097"/>
                    <a:pt x="4929" y="9025"/>
                  </a:cubicBezTo>
                  <a:lnTo>
                    <a:pt x="4691" y="8787"/>
                  </a:lnTo>
                  <a:cubicBezTo>
                    <a:pt x="4691" y="8775"/>
                    <a:pt x="4703" y="8775"/>
                    <a:pt x="4703" y="8763"/>
                  </a:cubicBezTo>
                  <a:lnTo>
                    <a:pt x="13180" y="8763"/>
                  </a:lnTo>
                  <a:cubicBezTo>
                    <a:pt x="13299" y="8763"/>
                    <a:pt x="13383" y="8668"/>
                    <a:pt x="13383" y="8549"/>
                  </a:cubicBezTo>
                  <a:lnTo>
                    <a:pt x="13383" y="7704"/>
                  </a:lnTo>
                  <a:cubicBezTo>
                    <a:pt x="13383" y="7585"/>
                    <a:pt x="13299" y="7489"/>
                    <a:pt x="13180" y="7489"/>
                  </a:cubicBezTo>
                  <a:lnTo>
                    <a:pt x="13037" y="7489"/>
                  </a:lnTo>
                  <a:lnTo>
                    <a:pt x="13037" y="1263"/>
                  </a:lnTo>
                  <a:lnTo>
                    <a:pt x="13192" y="1263"/>
                  </a:lnTo>
                  <a:cubicBezTo>
                    <a:pt x="13311" y="1263"/>
                    <a:pt x="13395" y="1167"/>
                    <a:pt x="13395" y="1048"/>
                  </a:cubicBezTo>
                  <a:lnTo>
                    <a:pt x="13395" y="203"/>
                  </a:lnTo>
                  <a:cubicBezTo>
                    <a:pt x="13395" y="84"/>
                    <a:pt x="13311" y="0"/>
                    <a:pt x="13192" y="0"/>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220" name="Google Shape;7481;p 1"/>
            <p:cNvSpPr/>
            <p:nvPr/>
          </p:nvSpPr>
          <p:spPr>
            <a:xfrm>
              <a:off x="3775680" y="3123000"/>
              <a:ext cx="39960" cy="85320"/>
            </a:xfrm>
            <a:custGeom>
              <a:avLst/>
              <a:gdLst>
                <a:gd name="textAreaLeft" fmla="*/ 0 w 39960"/>
                <a:gd name="textAreaRight" fmla="*/ 40320 w 39960"/>
                <a:gd name="textAreaTop" fmla="*/ 0 h 85320"/>
                <a:gd name="textAreaBottom" fmla="*/ 85680 h 85320"/>
              </a:gdLst>
              <a:ahLst/>
              <a:cxnLst/>
              <a:rect l="textAreaLeft" t="textAreaTop" r="textAreaRight" b="textAreaBottom"/>
              <a:pathLst>
                <a:path w="1263" h="2691">
                  <a:moveTo>
                    <a:pt x="846" y="417"/>
                  </a:moveTo>
                  <a:lnTo>
                    <a:pt x="846" y="2262"/>
                  </a:lnTo>
                  <a:lnTo>
                    <a:pt x="417" y="2262"/>
                  </a:lnTo>
                  <a:lnTo>
                    <a:pt x="417" y="417"/>
                  </a:lnTo>
                  <a:close/>
                  <a:moveTo>
                    <a:pt x="203" y="0"/>
                  </a:moveTo>
                  <a:cubicBezTo>
                    <a:pt x="84" y="0"/>
                    <a:pt x="1" y="84"/>
                    <a:pt x="1" y="203"/>
                  </a:cubicBezTo>
                  <a:lnTo>
                    <a:pt x="1" y="2477"/>
                  </a:lnTo>
                  <a:cubicBezTo>
                    <a:pt x="1" y="2596"/>
                    <a:pt x="84" y="2691"/>
                    <a:pt x="203" y="2691"/>
                  </a:cubicBezTo>
                  <a:lnTo>
                    <a:pt x="1060" y="2691"/>
                  </a:lnTo>
                  <a:cubicBezTo>
                    <a:pt x="1167" y="2691"/>
                    <a:pt x="1263" y="2596"/>
                    <a:pt x="1263" y="2477"/>
                  </a:cubicBezTo>
                  <a:lnTo>
                    <a:pt x="1263" y="203"/>
                  </a:lnTo>
                  <a:cubicBezTo>
                    <a:pt x="1263" y="84"/>
                    <a:pt x="1179" y="0"/>
                    <a:pt x="1060" y="0"/>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42840" bIns="42840" anchor="ctr">
              <a:noAutofit/>
            </a:bodyPr>
            <a:lstStyle/>
            <a:p>
              <a:endParaRPr lang="en-US" sz="1400" b="0" u="none" strike="noStrike">
                <a:solidFill>
                  <a:srgbClr val="FFFFFF"/>
                </a:solidFill>
                <a:effectLst/>
                <a:uFillTx/>
                <a:latin typeface="Arial"/>
              </a:endParaRPr>
            </a:p>
          </p:txBody>
        </p:sp>
        <p:sp>
          <p:nvSpPr>
            <p:cNvPr id="221" name="Google Shape;7482;p 1"/>
            <p:cNvSpPr/>
            <p:nvPr/>
          </p:nvSpPr>
          <p:spPr>
            <a:xfrm>
              <a:off x="3823560" y="3089880"/>
              <a:ext cx="40320" cy="118440"/>
            </a:xfrm>
            <a:custGeom>
              <a:avLst/>
              <a:gdLst>
                <a:gd name="textAreaLeft" fmla="*/ 0 w 40320"/>
                <a:gd name="textAreaRight" fmla="*/ 40680 w 40320"/>
                <a:gd name="textAreaTop" fmla="*/ 0 h 118440"/>
                <a:gd name="textAreaBottom" fmla="*/ 118800 h 118440"/>
              </a:gdLst>
              <a:ahLst/>
              <a:cxnLst/>
              <a:rect l="textAreaLeft" t="textAreaTop" r="textAreaRight" b="textAreaBottom"/>
              <a:pathLst>
                <a:path w="1275" h="3727">
                  <a:moveTo>
                    <a:pt x="858" y="417"/>
                  </a:moveTo>
                  <a:lnTo>
                    <a:pt x="858" y="3298"/>
                  </a:lnTo>
                  <a:lnTo>
                    <a:pt x="417" y="3298"/>
                  </a:lnTo>
                  <a:lnTo>
                    <a:pt x="417" y="417"/>
                  </a:lnTo>
                  <a:close/>
                  <a:moveTo>
                    <a:pt x="215" y="0"/>
                  </a:moveTo>
                  <a:cubicBezTo>
                    <a:pt x="96" y="0"/>
                    <a:pt x="1" y="96"/>
                    <a:pt x="1" y="215"/>
                  </a:cubicBezTo>
                  <a:lnTo>
                    <a:pt x="1" y="3513"/>
                  </a:lnTo>
                  <a:cubicBezTo>
                    <a:pt x="1" y="3632"/>
                    <a:pt x="96" y="3727"/>
                    <a:pt x="215" y="3727"/>
                  </a:cubicBezTo>
                  <a:lnTo>
                    <a:pt x="1060" y="3727"/>
                  </a:lnTo>
                  <a:cubicBezTo>
                    <a:pt x="1179" y="3727"/>
                    <a:pt x="1275" y="3632"/>
                    <a:pt x="1275" y="3513"/>
                  </a:cubicBezTo>
                  <a:lnTo>
                    <a:pt x="1275" y="215"/>
                  </a:lnTo>
                  <a:cubicBezTo>
                    <a:pt x="1275" y="96"/>
                    <a:pt x="1179" y="0"/>
                    <a:pt x="1060" y="0"/>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59400" bIns="59400" anchor="ctr">
              <a:noAutofit/>
            </a:bodyPr>
            <a:lstStyle/>
            <a:p>
              <a:endParaRPr lang="en-US" sz="1400" b="0" u="none" strike="noStrike">
                <a:solidFill>
                  <a:srgbClr val="FFFFFF"/>
                </a:solidFill>
                <a:effectLst/>
                <a:uFillTx/>
                <a:latin typeface="Arial"/>
              </a:endParaRPr>
            </a:p>
          </p:txBody>
        </p:sp>
        <p:sp>
          <p:nvSpPr>
            <p:cNvPr id="222" name="Google Shape;7483;p 1"/>
            <p:cNvSpPr/>
            <p:nvPr/>
          </p:nvSpPr>
          <p:spPr>
            <a:xfrm>
              <a:off x="3872160" y="3107160"/>
              <a:ext cx="39960" cy="101160"/>
            </a:xfrm>
            <a:custGeom>
              <a:avLst/>
              <a:gdLst>
                <a:gd name="textAreaLeft" fmla="*/ 0 w 39960"/>
                <a:gd name="textAreaRight" fmla="*/ 40320 w 39960"/>
                <a:gd name="textAreaTop" fmla="*/ 0 h 101160"/>
                <a:gd name="textAreaBottom" fmla="*/ 101520 h 101160"/>
              </a:gdLst>
              <a:ahLst/>
              <a:cxnLst/>
              <a:rect l="textAreaLeft" t="textAreaTop" r="textAreaRight" b="textAreaBottom"/>
              <a:pathLst>
                <a:path w="1263" h="3191">
                  <a:moveTo>
                    <a:pt x="846" y="417"/>
                  </a:moveTo>
                  <a:lnTo>
                    <a:pt x="846" y="2762"/>
                  </a:lnTo>
                  <a:lnTo>
                    <a:pt x="417" y="2762"/>
                  </a:lnTo>
                  <a:lnTo>
                    <a:pt x="417" y="417"/>
                  </a:lnTo>
                  <a:close/>
                  <a:moveTo>
                    <a:pt x="203" y="0"/>
                  </a:moveTo>
                  <a:cubicBezTo>
                    <a:pt x="84" y="0"/>
                    <a:pt x="1" y="95"/>
                    <a:pt x="1" y="214"/>
                  </a:cubicBezTo>
                  <a:lnTo>
                    <a:pt x="1" y="2977"/>
                  </a:lnTo>
                  <a:cubicBezTo>
                    <a:pt x="1" y="3096"/>
                    <a:pt x="84" y="3191"/>
                    <a:pt x="203" y="3191"/>
                  </a:cubicBezTo>
                  <a:lnTo>
                    <a:pt x="1048" y="3191"/>
                  </a:lnTo>
                  <a:cubicBezTo>
                    <a:pt x="1168" y="3191"/>
                    <a:pt x="1263" y="3096"/>
                    <a:pt x="1263" y="2977"/>
                  </a:cubicBezTo>
                  <a:lnTo>
                    <a:pt x="1263" y="214"/>
                  </a:lnTo>
                  <a:cubicBezTo>
                    <a:pt x="1263" y="95"/>
                    <a:pt x="1179" y="0"/>
                    <a:pt x="1048" y="0"/>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50760" bIns="50760" anchor="ctr">
              <a:noAutofit/>
            </a:bodyPr>
            <a:lstStyle/>
            <a:p>
              <a:endParaRPr lang="en-US" sz="1400" b="0" u="none" strike="noStrike">
                <a:solidFill>
                  <a:srgbClr val="FFFFFF"/>
                </a:solidFill>
                <a:effectLst/>
                <a:uFillTx/>
                <a:latin typeface="Arial"/>
              </a:endParaRPr>
            </a:p>
          </p:txBody>
        </p:sp>
        <p:sp>
          <p:nvSpPr>
            <p:cNvPr id="223" name="Google Shape;7484;p 1"/>
            <p:cNvSpPr/>
            <p:nvPr/>
          </p:nvSpPr>
          <p:spPr>
            <a:xfrm>
              <a:off x="3920400" y="3051360"/>
              <a:ext cx="40320" cy="156600"/>
            </a:xfrm>
            <a:custGeom>
              <a:avLst/>
              <a:gdLst>
                <a:gd name="textAreaLeft" fmla="*/ 0 w 40320"/>
                <a:gd name="textAreaRight" fmla="*/ 40680 w 40320"/>
                <a:gd name="textAreaTop" fmla="*/ 0 h 156600"/>
                <a:gd name="textAreaBottom" fmla="*/ 156960 h 156600"/>
              </a:gdLst>
              <a:ahLst/>
              <a:cxnLst/>
              <a:rect l="textAreaLeft" t="textAreaTop" r="textAreaRight" b="textAreaBottom"/>
              <a:pathLst>
                <a:path w="1275" h="4931">
                  <a:moveTo>
                    <a:pt x="858" y="430"/>
                  </a:moveTo>
                  <a:lnTo>
                    <a:pt x="858" y="4525"/>
                  </a:lnTo>
                  <a:lnTo>
                    <a:pt x="418" y="4525"/>
                  </a:lnTo>
                  <a:lnTo>
                    <a:pt x="418" y="430"/>
                  </a:lnTo>
                  <a:close/>
                  <a:moveTo>
                    <a:pt x="215" y="1"/>
                  </a:moveTo>
                  <a:cubicBezTo>
                    <a:pt x="96" y="1"/>
                    <a:pt x="1" y="108"/>
                    <a:pt x="1" y="203"/>
                  </a:cubicBezTo>
                  <a:lnTo>
                    <a:pt x="1" y="4716"/>
                  </a:lnTo>
                  <a:cubicBezTo>
                    <a:pt x="1" y="4835"/>
                    <a:pt x="96" y="4930"/>
                    <a:pt x="215" y="4930"/>
                  </a:cubicBezTo>
                  <a:lnTo>
                    <a:pt x="1060" y="4930"/>
                  </a:lnTo>
                  <a:cubicBezTo>
                    <a:pt x="1180" y="4930"/>
                    <a:pt x="1275" y="4835"/>
                    <a:pt x="1275" y="4716"/>
                  </a:cubicBezTo>
                  <a:lnTo>
                    <a:pt x="1275" y="203"/>
                  </a:lnTo>
                  <a:cubicBezTo>
                    <a:pt x="1275" y="84"/>
                    <a:pt x="1180" y="1"/>
                    <a:pt x="1060" y="1"/>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78480" bIns="78480" anchor="ctr">
              <a:noAutofit/>
            </a:bodyPr>
            <a:lstStyle/>
            <a:p>
              <a:endParaRPr lang="en-US" sz="1400" b="0" u="none" strike="noStrike">
                <a:solidFill>
                  <a:srgbClr val="FFFFFF"/>
                </a:solidFill>
                <a:effectLst/>
                <a:uFillTx/>
                <a:latin typeface="Arial"/>
              </a:endParaRPr>
            </a:p>
          </p:txBody>
        </p:sp>
        <p:sp>
          <p:nvSpPr>
            <p:cNvPr id="224" name="Google Shape;7485;p 1"/>
            <p:cNvSpPr/>
            <p:nvPr/>
          </p:nvSpPr>
          <p:spPr>
            <a:xfrm>
              <a:off x="3688920" y="3068280"/>
              <a:ext cx="48960" cy="12960"/>
            </a:xfrm>
            <a:custGeom>
              <a:avLst/>
              <a:gdLst>
                <a:gd name="textAreaLeft" fmla="*/ 0 w 48960"/>
                <a:gd name="textAreaRight" fmla="*/ 49320 w 48960"/>
                <a:gd name="textAreaTop" fmla="*/ 0 h 12960"/>
                <a:gd name="textAreaBottom" fmla="*/ 13320 h 12960"/>
              </a:gdLst>
              <a:ahLst/>
              <a:cxnLst/>
              <a:rect l="textAreaLeft" t="textAreaTop" r="textAreaRight" b="textAreaBottom"/>
              <a:pathLst>
                <a:path w="1548" h="418">
                  <a:moveTo>
                    <a:pt x="214" y="1"/>
                  </a:moveTo>
                  <a:cubicBezTo>
                    <a:pt x="95" y="1"/>
                    <a:pt x="0" y="84"/>
                    <a:pt x="0" y="203"/>
                  </a:cubicBezTo>
                  <a:cubicBezTo>
                    <a:pt x="0" y="322"/>
                    <a:pt x="107" y="417"/>
                    <a:pt x="214" y="417"/>
                  </a:cubicBezTo>
                  <a:lnTo>
                    <a:pt x="1345" y="417"/>
                  </a:lnTo>
                  <a:cubicBezTo>
                    <a:pt x="1453" y="417"/>
                    <a:pt x="1548" y="322"/>
                    <a:pt x="1548" y="203"/>
                  </a:cubicBezTo>
                  <a:cubicBezTo>
                    <a:pt x="1548" y="84"/>
                    <a:pt x="1453" y="1"/>
                    <a:pt x="1345" y="1"/>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6480" bIns="6480" anchor="ctr">
              <a:noAutofit/>
            </a:bodyPr>
            <a:lstStyle/>
            <a:p>
              <a:endParaRPr lang="en-US" sz="1400" b="0" u="none" strike="noStrike">
                <a:solidFill>
                  <a:srgbClr val="FFFFFF"/>
                </a:solidFill>
                <a:effectLst/>
                <a:uFillTx/>
                <a:latin typeface="Arial"/>
              </a:endParaRPr>
            </a:p>
          </p:txBody>
        </p:sp>
        <p:sp>
          <p:nvSpPr>
            <p:cNvPr id="225" name="Google Shape;7486;p 1"/>
            <p:cNvSpPr/>
            <p:nvPr/>
          </p:nvSpPr>
          <p:spPr>
            <a:xfrm>
              <a:off x="3689280" y="3089520"/>
              <a:ext cx="68760" cy="12960"/>
            </a:xfrm>
            <a:custGeom>
              <a:avLst/>
              <a:gdLst>
                <a:gd name="textAreaLeft" fmla="*/ 0 w 68760"/>
                <a:gd name="textAreaRight" fmla="*/ 69120 w 68760"/>
                <a:gd name="textAreaTop" fmla="*/ 0 h 12960"/>
                <a:gd name="textAreaBottom" fmla="*/ 13320 h 12960"/>
              </a:gdLst>
              <a:ahLst/>
              <a:cxnLst/>
              <a:rect l="textAreaLeft" t="textAreaTop" r="textAreaRight" b="textAreaBottom"/>
              <a:pathLst>
                <a:path w="2168" h="418">
                  <a:moveTo>
                    <a:pt x="215" y="0"/>
                  </a:moveTo>
                  <a:cubicBezTo>
                    <a:pt x="96" y="0"/>
                    <a:pt x="1" y="96"/>
                    <a:pt x="1" y="215"/>
                  </a:cubicBezTo>
                  <a:cubicBezTo>
                    <a:pt x="1" y="334"/>
                    <a:pt x="96" y="417"/>
                    <a:pt x="215" y="417"/>
                  </a:cubicBezTo>
                  <a:lnTo>
                    <a:pt x="1954" y="417"/>
                  </a:lnTo>
                  <a:cubicBezTo>
                    <a:pt x="2073" y="417"/>
                    <a:pt x="2168" y="334"/>
                    <a:pt x="2168" y="215"/>
                  </a:cubicBezTo>
                  <a:cubicBezTo>
                    <a:pt x="2168" y="96"/>
                    <a:pt x="2061" y="0"/>
                    <a:pt x="1954" y="0"/>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6480" bIns="6480" anchor="ctr">
              <a:noAutofit/>
            </a:bodyPr>
            <a:lstStyle/>
            <a:p>
              <a:endParaRPr lang="en-US" sz="1400" b="0" u="none" strike="noStrike">
                <a:solidFill>
                  <a:srgbClr val="FFFFFF"/>
                </a:solidFill>
                <a:effectLst/>
                <a:uFillTx/>
                <a:latin typeface="Arial"/>
              </a:endParaRPr>
            </a:p>
          </p:txBody>
        </p:sp>
        <p:sp>
          <p:nvSpPr>
            <p:cNvPr id="226" name="Google Shape;7487;p 1"/>
            <p:cNvSpPr/>
            <p:nvPr/>
          </p:nvSpPr>
          <p:spPr>
            <a:xfrm>
              <a:off x="3689280" y="3110760"/>
              <a:ext cx="68760" cy="12960"/>
            </a:xfrm>
            <a:custGeom>
              <a:avLst/>
              <a:gdLst>
                <a:gd name="textAreaLeft" fmla="*/ 0 w 68760"/>
                <a:gd name="textAreaRight" fmla="*/ 69120 w 68760"/>
                <a:gd name="textAreaTop" fmla="*/ 0 h 12960"/>
                <a:gd name="textAreaBottom" fmla="*/ 13320 h 12960"/>
              </a:gdLst>
              <a:ahLst/>
              <a:cxnLst/>
              <a:rect l="textAreaLeft" t="textAreaTop" r="textAreaRight" b="textAreaBottom"/>
              <a:pathLst>
                <a:path w="2168" h="417">
                  <a:moveTo>
                    <a:pt x="215" y="0"/>
                  </a:moveTo>
                  <a:cubicBezTo>
                    <a:pt x="96" y="0"/>
                    <a:pt x="1" y="95"/>
                    <a:pt x="1" y="214"/>
                  </a:cubicBezTo>
                  <a:cubicBezTo>
                    <a:pt x="1" y="334"/>
                    <a:pt x="96" y="417"/>
                    <a:pt x="215" y="417"/>
                  </a:cubicBezTo>
                  <a:lnTo>
                    <a:pt x="1954" y="417"/>
                  </a:lnTo>
                  <a:cubicBezTo>
                    <a:pt x="2073" y="417"/>
                    <a:pt x="2168" y="334"/>
                    <a:pt x="2168" y="214"/>
                  </a:cubicBezTo>
                  <a:cubicBezTo>
                    <a:pt x="2168" y="95"/>
                    <a:pt x="2061" y="0"/>
                    <a:pt x="1954" y="0"/>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6480" bIns="6480" anchor="ctr">
              <a:noAutofit/>
            </a:bodyPr>
            <a:lstStyle/>
            <a:p>
              <a:endParaRPr lang="en-US" sz="1400" b="0" u="none" strike="noStrike">
                <a:solidFill>
                  <a:srgbClr val="FFFFFF"/>
                </a:solidFill>
                <a:effectLst/>
                <a:uFillTx/>
                <a:latin typeface="Arial"/>
              </a:endParaRPr>
            </a:p>
          </p:txBody>
        </p:sp>
        <p:sp>
          <p:nvSpPr>
            <p:cNvPr id="227" name="Google Shape;7488;p 1"/>
            <p:cNvSpPr/>
            <p:nvPr/>
          </p:nvSpPr>
          <p:spPr>
            <a:xfrm>
              <a:off x="3689280" y="3132360"/>
              <a:ext cx="68760" cy="12960"/>
            </a:xfrm>
            <a:custGeom>
              <a:avLst/>
              <a:gdLst>
                <a:gd name="textAreaLeft" fmla="*/ 0 w 68760"/>
                <a:gd name="textAreaRight" fmla="*/ 69120 w 68760"/>
                <a:gd name="textAreaTop" fmla="*/ 0 h 12960"/>
                <a:gd name="textAreaBottom" fmla="*/ 13320 h 12960"/>
              </a:gdLst>
              <a:ahLst/>
              <a:cxnLst/>
              <a:rect l="textAreaLeft" t="textAreaTop" r="textAreaRight" b="textAreaBottom"/>
              <a:pathLst>
                <a:path w="2168" h="418">
                  <a:moveTo>
                    <a:pt x="215" y="1"/>
                  </a:moveTo>
                  <a:cubicBezTo>
                    <a:pt x="96" y="1"/>
                    <a:pt x="1" y="84"/>
                    <a:pt x="1" y="203"/>
                  </a:cubicBezTo>
                  <a:cubicBezTo>
                    <a:pt x="1" y="322"/>
                    <a:pt x="96" y="418"/>
                    <a:pt x="215" y="418"/>
                  </a:cubicBezTo>
                  <a:lnTo>
                    <a:pt x="1954" y="418"/>
                  </a:lnTo>
                  <a:cubicBezTo>
                    <a:pt x="2073" y="418"/>
                    <a:pt x="2168" y="322"/>
                    <a:pt x="2168" y="203"/>
                  </a:cubicBezTo>
                  <a:cubicBezTo>
                    <a:pt x="2168" y="84"/>
                    <a:pt x="2061" y="1"/>
                    <a:pt x="1954" y="1"/>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6480" bIns="6480" anchor="ctr">
              <a:noAutofit/>
            </a:bodyPr>
            <a:lstStyle/>
            <a:p>
              <a:endParaRPr lang="en-US" sz="1400" b="0" u="none" strike="noStrike">
                <a:solidFill>
                  <a:srgbClr val="FFFFFF"/>
                </a:solidFill>
                <a:effectLst/>
                <a:uFillTx/>
                <a:latin typeface="Arial"/>
              </a:endParaRPr>
            </a:p>
          </p:txBody>
        </p:sp>
        <p:sp>
          <p:nvSpPr>
            <p:cNvPr id="228" name="Google Shape;7489;p 1"/>
            <p:cNvSpPr/>
            <p:nvPr/>
          </p:nvSpPr>
          <p:spPr>
            <a:xfrm>
              <a:off x="3627720" y="3192840"/>
              <a:ext cx="83880" cy="82440"/>
            </a:xfrm>
            <a:custGeom>
              <a:avLst/>
              <a:gdLst>
                <a:gd name="textAreaLeft" fmla="*/ 0 w 83880"/>
                <a:gd name="textAreaRight" fmla="*/ 84240 w 83880"/>
                <a:gd name="textAreaTop" fmla="*/ 0 h 82440"/>
                <a:gd name="textAreaBottom" fmla="*/ 82800 h 82440"/>
              </a:gdLst>
              <a:ahLst/>
              <a:cxnLst/>
              <a:rect l="textAreaLeft" t="textAreaTop" r="textAreaRight" b="textAreaBottom"/>
              <a:pathLst>
                <a:path w="2644" h="2597">
                  <a:moveTo>
                    <a:pt x="1322" y="1"/>
                  </a:moveTo>
                  <a:cubicBezTo>
                    <a:pt x="595" y="1"/>
                    <a:pt x="0" y="596"/>
                    <a:pt x="0" y="1322"/>
                  </a:cubicBezTo>
                  <a:cubicBezTo>
                    <a:pt x="0" y="1620"/>
                    <a:pt x="84" y="1882"/>
                    <a:pt x="262" y="2120"/>
                  </a:cubicBezTo>
                  <a:cubicBezTo>
                    <a:pt x="312" y="2177"/>
                    <a:pt x="379" y="2204"/>
                    <a:pt x="442" y="2204"/>
                  </a:cubicBezTo>
                  <a:cubicBezTo>
                    <a:pt x="485" y="2204"/>
                    <a:pt x="526" y="2192"/>
                    <a:pt x="560" y="2168"/>
                  </a:cubicBezTo>
                  <a:cubicBezTo>
                    <a:pt x="655" y="2096"/>
                    <a:pt x="667" y="1965"/>
                    <a:pt x="607" y="1870"/>
                  </a:cubicBezTo>
                  <a:cubicBezTo>
                    <a:pt x="488" y="1703"/>
                    <a:pt x="429" y="1525"/>
                    <a:pt x="429" y="1322"/>
                  </a:cubicBezTo>
                  <a:cubicBezTo>
                    <a:pt x="429" y="822"/>
                    <a:pt x="834" y="406"/>
                    <a:pt x="1334" y="406"/>
                  </a:cubicBezTo>
                  <a:cubicBezTo>
                    <a:pt x="1846" y="406"/>
                    <a:pt x="2239" y="810"/>
                    <a:pt x="2239" y="1322"/>
                  </a:cubicBezTo>
                  <a:cubicBezTo>
                    <a:pt x="2239" y="1620"/>
                    <a:pt x="2096" y="1894"/>
                    <a:pt x="1846" y="2061"/>
                  </a:cubicBezTo>
                  <a:cubicBezTo>
                    <a:pt x="1822" y="2061"/>
                    <a:pt x="1822" y="2073"/>
                    <a:pt x="1810" y="2073"/>
                  </a:cubicBezTo>
                  <a:lnTo>
                    <a:pt x="1798" y="2073"/>
                  </a:lnTo>
                  <a:cubicBezTo>
                    <a:pt x="1786" y="2073"/>
                    <a:pt x="1786" y="2096"/>
                    <a:pt x="1762" y="2096"/>
                  </a:cubicBezTo>
                  <a:lnTo>
                    <a:pt x="1750" y="2096"/>
                  </a:lnTo>
                  <a:cubicBezTo>
                    <a:pt x="1738" y="2096"/>
                    <a:pt x="1738" y="2108"/>
                    <a:pt x="1727" y="2108"/>
                  </a:cubicBezTo>
                  <a:cubicBezTo>
                    <a:pt x="1703" y="2108"/>
                    <a:pt x="1691" y="2120"/>
                    <a:pt x="1691" y="2120"/>
                  </a:cubicBezTo>
                  <a:lnTo>
                    <a:pt x="1679" y="2120"/>
                  </a:lnTo>
                  <a:cubicBezTo>
                    <a:pt x="1667" y="2120"/>
                    <a:pt x="1667" y="2120"/>
                    <a:pt x="1643" y="2144"/>
                  </a:cubicBezTo>
                  <a:lnTo>
                    <a:pt x="1631" y="2144"/>
                  </a:lnTo>
                  <a:cubicBezTo>
                    <a:pt x="1619" y="2144"/>
                    <a:pt x="1608" y="2156"/>
                    <a:pt x="1608" y="2156"/>
                  </a:cubicBezTo>
                  <a:cubicBezTo>
                    <a:pt x="1584" y="2156"/>
                    <a:pt x="1572" y="2156"/>
                    <a:pt x="1560" y="2168"/>
                  </a:cubicBezTo>
                  <a:lnTo>
                    <a:pt x="1072" y="2168"/>
                  </a:lnTo>
                  <a:cubicBezTo>
                    <a:pt x="1048" y="2168"/>
                    <a:pt x="1036" y="2168"/>
                    <a:pt x="1024" y="2156"/>
                  </a:cubicBezTo>
                  <a:cubicBezTo>
                    <a:pt x="1012" y="2156"/>
                    <a:pt x="988" y="2144"/>
                    <a:pt x="988" y="2144"/>
                  </a:cubicBezTo>
                  <a:lnTo>
                    <a:pt x="976" y="2144"/>
                  </a:lnTo>
                  <a:cubicBezTo>
                    <a:pt x="951" y="2133"/>
                    <a:pt x="925" y="2127"/>
                    <a:pt x="899" y="2127"/>
                  </a:cubicBezTo>
                  <a:cubicBezTo>
                    <a:pt x="817" y="2127"/>
                    <a:pt x="742" y="2181"/>
                    <a:pt x="715" y="2263"/>
                  </a:cubicBezTo>
                  <a:cubicBezTo>
                    <a:pt x="667" y="2358"/>
                    <a:pt x="726" y="2501"/>
                    <a:pt x="834" y="2525"/>
                  </a:cubicBezTo>
                  <a:lnTo>
                    <a:pt x="846" y="2525"/>
                  </a:lnTo>
                  <a:cubicBezTo>
                    <a:pt x="857" y="2525"/>
                    <a:pt x="869" y="2537"/>
                    <a:pt x="905" y="2537"/>
                  </a:cubicBezTo>
                  <a:cubicBezTo>
                    <a:pt x="917" y="2537"/>
                    <a:pt x="929" y="2561"/>
                    <a:pt x="965" y="2561"/>
                  </a:cubicBezTo>
                  <a:lnTo>
                    <a:pt x="976" y="2561"/>
                  </a:lnTo>
                  <a:cubicBezTo>
                    <a:pt x="988" y="2561"/>
                    <a:pt x="1012" y="2561"/>
                    <a:pt x="1024" y="2573"/>
                  </a:cubicBezTo>
                  <a:lnTo>
                    <a:pt x="1036" y="2573"/>
                  </a:lnTo>
                  <a:cubicBezTo>
                    <a:pt x="1048" y="2573"/>
                    <a:pt x="1072" y="2573"/>
                    <a:pt x="1096" y="2584"/>
                  </a:cubicBezTo>
                  <a:cubicBezTo>
                    <a:pt x="1107" y="2584"/>
                    <a:pt x="1143" y="2584"/>
                    <a:pt x="1155" y="2596"/>
                  </a:cubicBezTo>
                  <a:lnTo>
                    <a:pt x="1429" y="2596"/>
                  </a:lnTo>
                  <a:cubicBezTo>
                    <a:pt x="1441" y="2596"/>
                    <a:pt x="1465" y="2596"/>
                    <a:pt x="1488" y="2584"/>
                  </a:cubicBezTo>
                  <a:cubicBezTo>
                    <a:pt x="1500" y="2584"/>
                    <a:pt x="1524" y="2584"/>
                    <a:pt x="1548" y="2573"/>
                  </a:cubicBezTo>
                  <a:lnTo>
                    <a:pt x="1560" y="2573"/>
                  </a:lnTo>
                  <a:cubicBezTo>
                    <a:pt x="1572" y="2573"/>
                    <a:pt x="1584" y="2573"/>
                    <a:pt x="1608" y="2561"/>
                  </a:cubicBezTo>
                  <a:lnTo>
                    <a:pt x="1619" y="2561"/>
                  </a:lnTo>
                  <a:cubicBezTo>
                    <a:pt x="1631" y="2561"/>
                    <a:pt x="1643" y="2537"/>
                    <a:pt x="1679" y="2537"/>
                  </a:cubicBezTo>
                  <a:cubicBezTo>
                    <a:pt x="1691" y="2537"/>
                    <a:pt x="1703" y="2525"/>
                    <a:pt x="1738" y="2525"/>
                  </a:cubicBezTo>
                  <a:lnTo>
                    <a:pt x="1750" y="2525"/>
                  </a:lnTo>
                  <a:cubicBezTo>
                    <a:pt x="1762" y="2525"/>
                    <a:pt x="1786" y="2513"/>
                    <a:pt x="1798" y="2513"/>
                  </a:cubicBezTo>
                  <a:lnTo>
                    <a:pt x="1810" y="2513"/>
                  </a:lnTo>
                  <a:cubicBezTo>
                    <a:pt x="1822" y="2513"/>
                    <a:pt x="1846" y="2489"/>
                    <a:pt x="1858" y="2477"/>
                  </a:cubicBezTo>
                  <a:cubicBezTo>
                    <a:pt x="1869" y="2465"/>
                    <a:pt x="1881" y="2465"/>
                    <a:pt x="1905" y="2454"/>
                  </a:cubicBezTo>
                  <a:lnTo>
                    <a:pt x="1917" y="2430"/>
                  </a:lnTo>
                  <a:cubicBezTo>
                    <a:pt x="1929" y="2430"/>
                    <a:pt x="1941" y="2418"/>
                    <a:pt x="1941" y="2418"/>
                  </a:cubicBezTo>
                  <a:lnTo>
                    <a:pt x="1965" y="2406"/>
                  </a:lnTo>
                  <a:cubicBezTo>
                    <a:pt x="1977" y="2394"/>
                    <a:pt x="1989" y="2394"/>
                    <a:pt x="2000" y="2370"/>
                  </a:cubicBezTo>
                  <a:cubicBezTo>
                    <a:pt x="2381" y="2120"/>
                    <a:pt x="2584" y="1715"/>
                    <a:pt x="2584" y="1275"/>
                  </a:cubicBezTo>
                  <a:cubicBezTo>
                    <a:pt x="2643" y="596"/>
                    <a:pt x="2048" y="1"/>
                    <a:pt x="1322" y="1"/>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41400" bIns="41400" anchor="ctr">
              <a:noAutofit/>
            </a:bodyPr>
            <a:lstStyle/>
            <a:p>
              <a:endParaRPr lang="en-US" sz="1400" b="0" u="none" strike="noStrike">
                <a:solidFill>
                  <a:srgbClr val="FFFFFF"/>
                </a:solidFill>
                <a:effectLst/>
                <a:uFillTx/>
                <a:latin typeface="Arial"/>
              </a:endParaRPr>
            </a:p>
          </p:txBody>
        </p:sp>
      </p:grpSp>
      <p:sp>
        <p:nvSpPr>
          <p:cNvPr id="229" name="Google Shape;1191;p 2"/>
          <p:cNvSpPr/>
          <p:nvPr/>
        </p:nvSpPr>
        <p:spPr>
          <a:xfrm>
            <a:off x="2362320" y="3801600"/>
            <a:ext cx="1597680" cy="541800"/>
          </a:xfrm>
          <a:prstGeom prst="rect">
            <a:avLst/>
          </a:prstGeom>
          <a:noFill/>
          <a:ln w="0">
            <a:noFill/>
          </a:ln>
        </p:spPr>
        <p:style>
          <a:lnRef idx="0">
            <a:scrgbClr r="0" g="0" b="0"/>
          </a:lnRef>
          <a:fillRef idx="0">
            <a:scrgbClr r="0" g="0" b="0"/>
          </a:fillRef>
          <a:effectRef idx="0">
            <a:scrgbClr r="0" g="0" b="0"/>
          </a:effectRef>
          <a:fontRef idx="minor"/>
        </p:style>
        <p:txBody>
          <a:bodyPr tIns="91440" bIns="91440" anchor="b" anchorCtr="1">
            <a:noAutofit/>
          </a:bodyPr>
          <a:lstStyle/>
          <a:p>
            <a:pPr algn="r">
              <a:lnSpc>
                <a:spcPct val="100000"/>
              </a:lnSpc>
              <a:spcAft>
                <a:spcPts val="201"/>
              </a:spcAft>
              <a:tabLst>
                <a:tab pos="0" algn="l"/>
              </a:tabLst>
            </a:pPr>
            <a:r>
              <a:rPr lang="en" sz="1200" b="0" u="none" strike="noStrike">
                <a:solidFill>
                  <a:srgbClr val="434343"/>
                </a:solidFill>
                <a:effectLst/>
                <a:uFillTx/>
                <a:latin typeface="Montserrat ExtraBold"/>
                <a:ea typeface="Montserrat ExtraBold"/>
              </a:rPr>
              <a:t>RESULTS BASED INSIGHTS</a:t>
            </a:r>
            <a:endParaRPr lang="en-US" sz="12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5258287" y="-163388"/>
            <a:ext cx="3867120" cy="824400"/>
          </a:xfrm>
          <a:prstGeom prst="rect">
            <a:avLst/>
          </a:prstGeom>
          <a:noFill/>
          <a:ln w="0">
            <a:noFill/>
          </a:ln>
        </p:spPr>
        <p:txBody>
          <a:bodyPr lIns="91440" tIns="91440" rIns="91440" bIns="91440" anchor="b">
            <a:noAutofit/>
          </a:bodyPr>
          <a:lstStyle/>
          <a:p>
            <a:pPr indent="0" algn="r">
              <a:buNone/>
            </a:pPr>
            <a:r>
              <a:rPr lang="en-US" sz="2200" b="0" u="none" strike="noStrike" dirty="0">
                <a:solidFill>
                  <a:srgbClr val="000000"/>
                </a:solidFill>
                <a:effectLst/>
                <a:uFillTx/>
                <a:latin typeface="Arial"/>
              </a:rPr>
              <a:t>Data Analysis</a:t>
            </a:r>
          </a:p>
        </p:txBody>
      </p:sp>
      <p:sp>
        <p:nvSpPr>
          <p:cNvPr id="231" name="PlaceHolder 2"/>
          <p:cNvSpPr>
            <a:spLocks noGrp="1"/>
          </p:cNvSpPr>
          <p:nvPr>
            <p:ph type="subTitle"/>
          </p:nvPr>
        </p:nvSpPr>
        <p:spPr>
          <a:xfrm>
            <a:off x="106480" y="2119527"/>
            <a:ext cx="4451400" cy="92520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1200" b="0" u="none" strike="noStrike" dirty="0">
                <a:solidFill>
                  <a:srgbClr val="434343"/>
                </a:solidFill>
                <a:effectLst/>
                <a:uFillTx/>
                <a:latin typeface="EB Garamond"/>
                <a:ea typeface="EB Garamond"/>
              </a:rPr>
              <a:t>From the available dataset, there were 14 variables available; 12 were used (some with data management, some without). Fewer of the baseline ones were used to test the hypothesis and conduct the regression models.</a:t>
            </a:r>
            <a:endParaRPr lang="en-US" sz="1200" b="0" u="none" strike="noStrike" dirty="0">
              <a:solidFill>
                <a:srgbClr val="000000"/>
              </a:solidFill>
              <a:effectLst/>
              <a:uFillTx/>
              <a:latin typeface="Arial"/>
            </a:endParaRPr>
          </a:p>
          <a:p>
            <a:pPr indent="0">
              <a:lnSpc>
                <a:spcPct val="100000"/>
              </a:lnSpc>
              <a:buNone/>
              <a:tabLst>
                <a:tab pos="0" algn="l"/>
              </a:tabLst>
            </a:pP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434343"/>
                </a:solidFill>
                <a:effectLst/>
                <a:uFillTx/>
                <a:latin typeface="EB Garamond"/>
                <a:ea typeface="EB Garamond"/>
              </a:rPr>
              <a:t>Variables:  </a:t>
            </a:r>
            <a:r>
              <a:rPr lang="en" sz="600" b="0" u="none" strike="noStrike" dirty="0">
                <a:solidFill>
                  <a:srgbClr val="434343"/>
                </a:solidFill>
                <a:effectLst/>
                <a:uFillTx/>
                <a:latin typeface="EB Garamond"/>
                <a:ea typeface="EB Garamond"/>
              </a:rPr>
              <a:t>(Name – operation – desctiption) * - modifed, X – excluded, T – transformation , D – dummy, N – none</a:t>
            </a:r>
            <a:endParaRPr lang="en-US" sz="600" b="0" u="none" strike="noStrike" dirty="0">
              <a:solidFill>
                <a:srgbClr val="000000"/>
              </a:solidFill>
              <a:effectLst/>
              <a:uFillTx/>
              <a:latin typeface="Arial"/>
            </a:endParaRPr>
          </a:p>
          <a:p>
            <a:pPr indent="0">
              <a:lnSpc>
                <a:spcPct val="100000"/>
              </a:lnSpc>
              <a:buNone/>
              <a:tabLst>
                <a:tab pos="0" algn="l"/>
              </a:tabLst>
            </a:pP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434343"/>
                </a:solidFill>
                <a:effectLst/>
                <a:uFillTx/>
                <a:latin typeface="EB Garamond"/>
                <a:ea typeface="EB Garamond"/>
              </a:rPr>
              <a:t>Type – *, D - type of property</a:t>
            </a: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8D281E"/>
                </a:solidFill>
                <a:effectLst/>
                <a:uFillTx/>
                <a:latin typeface="EB Garamond"/>
                <a:ea typeface="EB Garamond"/>
              </a:rPr>
              <a:t>Regiid – X – region of the property</a:t>
            </a: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8D281E"/>
                </a:solidFill>
                <a:effectLst/>
                <a:uFillTx/>
                <a:latin typeface="EB Garamond"/>
                <a:ea typeface="EB Garamond"/>
              </a:rPr>
              <a:t>Townid – X – town of the property</a:t>
            </a:r>
            <a:r>
              <a:rPr lang="en" sz="1200" b="0" u="none" strike="noStrike" dirty="0">
                <a:solidFill>
                  <a:srgbClr val="434343"/>
                </a:solidFill>
                <a:effectLst/>
                <a:uFillTx/>
                <a:latin typeface="EB Garamond"/>
                <a:ea typeface="EB Garamond"/>
              </a:rPr>
              <a:t>   </a:t>
            </a: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434343"/>
                </a:solidFill>
                <a:effectLst/>
                <a:uFillTx/>
                <a:latin typeface="EB Garamond"/>
                <a:ea typeface="EB Garamond"/>
              </a:rPr>
              <a:t>Quartid - *, T – the neighborhood of the property</a:t>
            </a:r>
            <a:endParaRPr lang="en-US" sz="1200" b="0" u="none" strike="noStrike" dirty="0">
              <a:solidFill>
                <a:srgbClr val="000000"/>
              </a:solidFill>
              <a:effectLst/>
              <a:uFillTx/>
              <a:latin typeface="Arial"/>
            </a:endParaRPr>
          </a:p>
          <a:p>
            <a:pPr indent="0">
              <a:lnSpc>
                <a:spcPct val="100000"/>
              </a:lnSpc>
              <a:buNone/>
              <a:tabLst>
                <a:tab pos="0" algn="l"/>
              </a:tabLst>
            </a:pP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434343"/>
                </a:solidFill>
                <a:effectLst/>
                <a:uFillTx/>
                <a:latin typeface="EB Garamond"/>
                <a:ea typeface="EB Garamond"/>
              </a:rPr>
              <a:t>Price (Euro) – T (ln) – the advertised price for the property</a:t>
            </a: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434343"/>
                </a:solidFill>
                <a:effectLst/>
                <a:uFillTx/>
                <a:latin typeface="EB Garamond"/>
                <a:ea typeface="EB Garamond"/>
              </a:rPr>
              <a:t>Euro/sq.m. – t (ln) – the price per sq. meter</a:t>
            </a:r>
            <a:endParaRPr lang="en-US" sz="1200" b="0" u="none" strike="noStrike" dirty="0">
              <a:solidFill>
                <a:srgbClr val="000000"/>
              </a:solidFill>
              <a:effectLst/>
              <a:uFillTx/>
              <a:latin typeface="Arial"/>
            </a:endParaRPr>
          </a:p>
          <a:p>
            <a:pPr indent="0">
              <a:lnSpc>
                <a:spcPct val="100000"/>
              </a:lnSpc>
              <a:buNone/>
              <a:tabLst>
                <a:tab pos="0" algn="l"/>
              </a:tabLst>
            </a:pP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434343"/>
                </a:solidFill>
                <a:effectLst/>
                <a:uFillTx/>
                <a:latin typeface="EB Garamond"/>
                <a:ea typeface="EB Garamond"/>
              </a:rPr>
              <a:t>Area – T (mean,med per neig.) – area/size of the property</a:t>
            </a: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434343"/>
                </a:solidFill>
                <a:effectLst/>
                <a:uFillTx/>
                <a:latin typeface="EB Garamond"/>
                <a:ea typeface="EB Garamond"/>
              </a:rPr>
              <a:t>Constr. - *, D - type of construction of the property</a:t>
            </a: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434343"/>
                </a:solidFill>
                <a:effectLst/>
                <a:uFillTx/>
                <a:latin typeface="EB Garamond"/>
                <a:ea typeface="EB Garamond"/>
              </a:rPr>
              <a:t>Year – t (mean med per neig.) – construction year</a:t>
            </a: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434343"/>
                </a:solidFill>
                <a:effectLst/>
                <a:uFillTx/>
                <a:latin typeface="EB Garamond"/>
                <a:ea typeface="EB Garamond"/>
              </a:rPr>
              <a:t>Floor – N – floor of the property</a:t>
            </a: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434343"/>
                </a:solidFill>
                <a:effectLst/>
                <a:uFillTx/>
                <a:latin typeface="EB Garamond"/>
                <a:ea typeface="EB Garamond"/>
              </a:rPr>
              <a:t>TEC - * - central heating variable (ДА/НЕ) – transformed to 1/0</a:t>
            </a:r>
            <a:endParaRPr lang="en-US" sz="1200" b="0" u="none" strike="noStrike" dirty="0">
              <a:solidFill>
                <a:srgbClr val="000000"/>
              </a:solidFill>
              <a:effectLst/>
              <a:uFillTx/>
              <a:latin typeface="Arial"/>
            </a:endParaRPr>
          </a:p>
          <a:p>
            <a:pPr indent="0">
              <a:lnSpc>
                <a:spcPct val="100000"/>
              </a:lnSpc>
              <a:buNone/>
              <a:tabLst>
                <a:tab pos="0" algn="l"/>
              </a:tabLst>
            </a:pP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434343"/>
                </a:solidFill>
                <a:effectLst/>
                <a:uFillTx/>
                <a:latin typeface="EB Garamond"/>
                <a:ea typeface="EB Garamond"/>
              </a:rPr>
              <a:t>Published or Renewed &amp; Valid date  –  * – a made a operational variable from both of them named Listing days.</a:t>
            </a: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434343"/>
                </a:solidFill>
                <a:effectLst/>
                <a:uFillTx/>
                <a:latin typeface="EB Garamond"/>
                <a:ea typeface="EB Garamond"/>
              </a:rPr>
              <a:t>Seller – D – Either Agency or Individual (personal_seller)</a:t>
            </a:r>
          </a:p>
          <a:p>
            <a:pPr indent="0">
              <a:lnSpc>
                <a:spcPct val="100000"/>
              </a:lnSpc>
              <a:buNone/>
              <a:tabLst>
                <a:tab pos="0" algn="l"/>
              </a:tabLst>
            </a:pPr>
            <a:endParaRPr lang="en" sz="1200" dirty="0">
              <a:solidFill>
                <a:srgbClr val="434343"/>
              </a:solidFill>
              <a:latin typeface="EB Garamond"/>
              <a:ea typeface="EB Garamond"/>
            </a:endParaRPr>
          </a:p>
          <a:p>
            <a:pPr indent="0">
              <a:lnSpc>
                <a:spcPct val="100000"/>
              </a:lnSpc>
              <a:buNone/>
              <a:tabLst>
                <a:tab pos="0" algn="l"/>
              </a:tabLst>
            </a:pPr>
            <a:r>
              <a:rPr lang="en" sz="900" b="0" u="none" strike="noStrike" dirty="0">
                <a:solidFill>
                  <a:srgbClr val="434343"/>
                </a:solidFill>
                <a:effectLst/>
                <a:uFillTx/>
                <a:latin typeface="EB Garamond"/>
                <a:ea typeface="EB Garamond"/>
              </a:rPr>
              <a:t>P.</a:t>
            </a:r>
            <a:r>
              <a:rPr lang="en-US" sz="900" b="0" u="none" strike="noStrike" dirty="0">
                <a:solidFill>
                  <a:srgbClr val="434343"/>
                </a:solidFill>
                <a:effectLst/>
                <a:uFillTx/>
                <a:latin typeface="EB Garamond"/>
                <a:ea typeface="EB Garamond"/>
              </a:rPr>
              <a:t>S</a:t>
            </a:r>
            <a:r>
              <a:rPr lang="en" sz="900" b="0" u="none" strike="noStrike" dirty="0">
                <a:solidFill>
                  <a:srgbClr val="434343"/>
                </a:solidFill>
                <a:effectLst/>
                <a:uFillTx/>
                <a:latin typeface="EB Garamond"/>
                <a:ea typeface="EB Garamond"/>
              </a:rPr>
              <a:t> If there was data if the appartment had furniture and was remonted would have made the whole research more precise</a:t>
            </a:r>
            <a:r>
              <a:rPr lang="en" sz="1200" b="0" u="none" strike="noStrike" dirty="0">
                <a:solidFill>
                  <a:srgbClr val="434343"/>
                </a:solidFill>
                <a:effectLst/>
                <a:uFillTx/>
                <a:latin typeface="EB Garamond"/>
                <a:ea typeface="EB Garamond"/>
              </a:rPr>
              <a:t>.</a:t>
            </a:r>
            <a:endParaRPr lang="en-US" sz="1200" b="0" u="none" strike="noStrike" dirty="0">
              <a:solidFill>
                <a:srgbClr val="000000"/>
              </a:solidFill>
              <a:effectLst/>
              <a:uFillTx/>
              <a:latin typeface="Arial"/>
            </a:endParaRPr>
          </a:p>
        </p:txBody>
      </p:sp>
      <p:grpSp>
        <p:nvGrpSpPr>
          <p:cNvPr id="232" name="Google Shape;2114;p 1"/>
          <p:cNvGrpSpPr/>
          <p:nvPr/>
        </p:nvGrpSpPr>
        <p:grpSpPr>
          <a:xfrm>
            <a:off x="6297427" y="2647440"/>
            <a:ext cx="2743200" cy="2282400"/>
            <a:chOff x="6280200" y="2707200"/>
            <a:chExt cx="2743200" cy="2282400"/>
          </a:xfrm>
        </p:grpSpPr>
        <p:sp>
          <p:nvSpPr>
            <p:cNvPr id="233" name="Google Shape;2115;p 1"/>
            <p:cNvSpPr/>
            <p:nvPr/>
          </p:nvSpPr>
          <p:spPr>
            <a:xfrm>
              <a:off x="6280200" y="2718360"/>
              <a:ext cx="2743200" cy="2129400"/>
            </a:xfrm>
            <a:custGeom>
              <a:avLst/>
              <a:gdLst>
                <a:gd name="textAreaLeft" fmla="*/ 0 w 2743200"/>
                <a:gd name="textAreaRight" fmla="*/ 2743560 w 2743200"/>
                <a:gd name="textAreaTop" fmla="*/ 0 h 2129400"/>
                <a:gd name="textAreaBottom" fmla="*/ 2129760 h 2129400"/>
              </a:gdLst>
              <a:ahLst/>
              <a:cxnLst/>
              <a:rect l="textAreaLeft" t="textAreaTop" r="textAreaRight" b="textAreaBottom"/>
              <a:pathLst>
                <a:path w="251251" h="195420">
                  <a:moveTo>
                    <a:pt x="125626" y="1"/>
                  </a:moveTo>
                  <a:cubicBezTo>
                    <a:pt x="56245" y="1"/>
                    <a:pt x="0" y="56244"/>
                    <a:pt x="0" y="125627"/>
                  </a:cubicBezTo>
                  <a:cubicBezTo>
                    <a:pt x="0" y="151453"/>
                    <a:pt x="7797" y="175456"/>
                    <a:pt x="21160" y="195419"/>
                  </a:cubicBezTo>
                  <a:lnTo>
                    <a:pt x="230091" y="195419"/>
                  </a:lnTo>
                  <a:cubicBezTo>
                    <a:pt x="243454" y="175456"/>
                    <a:pt x="251251" y="151453"/>
                    <a:pt x="251251" y="125627"/>
                  </a:cubicBezTo>
                  <a:cubicBezTo>
                    <a:pt x="251251" y="56244"/>
                    <a:pt x="195007" y="1"/>
                    <a:pt x="12562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4" name="Google Shape;2116;p 1"/>
            <p:cNvSpPr/>
            <p:nvPr/>
          </p:nvSpPr>
          <p:spPr>
            <a:xfrm>
              <a:off x="7037280" y="3631320"/>
              <a:ext cx="132840" cy="132480"/>
            </a:xfrm>
            <a:custGeom>
              <a:avLst/>
              <a:gdLst>
                <a:gd name="textAreaLeft" fmla="*/ 0 w 132840"/>
                <a:gd name="textAreaRight" fmla="*/ 133200 w 132840"/>
                <a:gd name="textAreaTop" fmla="*/ 0 h 132480"/>
                <a:gd name="textAreaBottom" fmla="*/ 132840 h 132480"/>
              </a:gdLst>
              <a:ahLst/>
              <a:cxnLst/>
              <a:rect l="textAreaLeft" t="textAreaTop" r="textAreaRight" b="textAreaBottom"/>
              <a:pathLst>
                <a:path w="12289" h="12289">
                  <a:moveTo>
                    <a:pt x="6144" y="1"/>
                  </a:moveTo>
                  <a:cubicBezTo>
                    <a:pt x="4514" y="1"/>
                    <a:pt x="2952" y="648"/>
                    <a:pt x="1800" y="1799"/>
                  </a:cubicBezTo>
                  <a:cubicBezTo>
                    <a:pt x="648" y="2953"/>
                    <a:pt x="1" y="4514"/>
                    <a:pt x="1" y="6144"/>
                  </a:cubicBezTo>
                  <a:cubicBezTo>
                    <a:pt x="1" y="7773"/>
                    <a:pt x="648" y="9336"/>
                    <a:pt x="1800" y="10488"/>
                  </a:cubicBezTo>
                  <a:cubicBezTo>
                    <a:pt x="2952" y="11642"/>
                    <a:pt x="4514" y="12288"/>
                    <a:pt x="6144" y="12288"/>
                  </a:cubicBezTo>
                  <a:cubicBezTo>
                    <a:pt x="7773" y="12288"/>
                    <a:pt x="9336" y="11642"/>
                    <a:pt x="10488" y="10488"/>
                  </a:cubicBezTo>
                  <a:cubicBezTo>
                    <a:pt x="11640" y="9336"/>
                    <a:pt x="12289" y="7773"/>
                    <a:pt x="12289" y="6144"/>
                  </a:cubicBezTo>
                  <a:cubicBezTo>
                    <a:pt x="12289" y="4514"/>
                    <a:pt x="11640" y="2953"/>
                    <a:pt x="10488" y="1799"/>
                  </a:cubicBezTo>
                  <a:cubicBezTo>
                    <a:pt x="9336" y="648"/>
                    <a:pt x="7773" y="1"/>
                    <a:pt x="61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400" bIns="23400" anchor="ctr">
              <a:noAutofit/>
            </a:bodyPr>
            <a:lstStyle/>
            <a:p>
              <a:endParaRPr lang="en-US" sz="1400" b="0" u="none" strike="noStrike">
                <a:solidFill>
                  <a:srgbClr val="000000"/>
                </a:solidFill>
                <a:effectLst/>
                <a:uFillTx/>
                <a:latin typeface="Arial"/>
              </a:endParaRPr>
            </a:p>
          </p:txBody>
        </p:sp>
        <p:sp>
          <p:nvSpPr>
            <p:cNvPr id="235" name="Google Shape;2117;p 1"/>
            <p:cNvSpPr/>
            <p:nvPr/>
          </p:nvSpPr>
          <p:spPr>
            <a:xfrm>
              <a:off x="7130880" y="3173040"/>
              <a:ext cx="276840" cy="275760"/>
            </a:xfrm>
            <a:custGeom>
              <a:avLst/>
              <a:gdLst>
                <a:gd name="textAreaLeft" fmla="*/ 0 w 276840"/>
                <a:gd name="textAreaRight" fmla="*/ 277200 w 276840"/>
                <a:gd name="textAreaTop" fmla="*/ 0 h 275760"/>
                <a:gd name="textAreaBottom" fmla="*/ 276120 h 275760"/>
              </a:gdLst>
              <a:ahLst/>
              <a:cxnLst/>
              <a:rect l="textAreaLeft" t="textAreaTop" r="textAreaRight" b="textAreaBottom"/>
              <a:pathLst>
                <a:path w="25503" h="25503">
                  <a:moveTo>
                    <a:pt x="12752" y="0"/>
                  </a:moveTo>
                  <a:cubicBezTo>
                    <a:pt x="9370" y="0"/>
                    <a:pt x="6127" y="1343"/>
                    <a:pt x="3735" y="3734"/>
                  </a:cubicBezTo>
                  <a:cubicBezTo>
                    <a:pt x="1344" y="6126"/>
                    <a:pt x="1" y="9369"/>
                    <a:pt x="1" y="12751"/>
                  </a:cubicBezTo>
                  <a:cubicBezTo>
                    <a:pt x="1" y="16133"/>
                    <a:pt x="1344" y="19376"/>
                    <a:pt x="3735" y="21767"/>
                  </a:cubicBezTo>
                  <a:cubicBezTo>
                    <a:pt x="6127" y="24158"/>
                    <a:pt x="9370" y="25502"/>
                    <a:pt x="12752" y="25502"/>
                  </a:cubicBezTo>
                  <a:cubicBezTo>
                    <a:pt x="16134" y="25502"/>
                    <a:pt x="19377" y="24158"/>
                    <a:pt x="21768" y="21767"/>
                  </a:cubicBezTo>
                  <a:cubicBezTo>
                    <a:pt x="24158" y="19376"/>
                    <a:pt x="25503" y="16133"/>
                    <a:pt x="25503" y="12751"/>
                  </a:cubicBezTo>
                  <a:cubicBezTo>
                    <a:pt x="25503" y="9369"/>
                    <a:pt x="24158" y="6126"/>
                    <a:pt x="21768" y="3734"/>
                  </a:cubicBezTo>
                  <a:cubicBezTo>
                    <a:pt x="19377" y="1343"/>
                    <a:pt x="16134" y="0"/>
                    <a:pt x="12752"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8240" bIns="48240" anchor="ctr">
              <a:noAutofit/>
            </a:bodyPr>
            <a:lstStyle/>
            <a:p>
              <a:endParaRPr lang="en-US" sz="1400" b="0" u="none" strike="noStrike">
                <a:solidFill>
                  <a:srgbClr val="000000"/>
                </a:solidFill>
                <a:effectLst/>
                <a:uFillTx/>
                <a:latin typeface="Arial"/>
              </a:endParaRPr>
            </a:p>
          </p:txBody>
        </p:sp>
        <p:sp>
          <p:nvSpPr>
            <p:cNvPr id="236" name="Google Shape;2118;p 1"/>
            <p:cNvSpPr/>
            <p:nvPr/>
          </p:nvSpPr>
          <p:spPr>
            <a:xfrm>
              <a:off x="6990480" y="2707200"/>
              <a:ext cx="395640" cy="394920"/>
            </a:xfrm>
            <a:custGeom>
              <a:avLst/>
              <a:gdLst>
                <a:gd name="textAreaLeft" fmla="*/ 0 w 395640"/>
                <a:gd name="textAreaRight" fmla="*/ 396000 w 395640"/>
                <a:gd name="textAreaTop" fmla="*/ 0 h 394920"/>
                <a:gd name="textAreaBottom" fmla="*/ 395280 h 394920"/>
              </a:gdLst>
              <a:ahLst/>
              <a:cxnLst/>
              <a:rect l="textAreaLeft" t="textAreaTop" r="textAreaRight" b="textAreaBottom"/>
              <a:pathLst>
                <a:path w="36302" h="36302">
                  <a:moveTo>
                    <a:pt x="18150" y="0"/>
                  </a:moveTo>
                  <a:cubicBezTo>
                    <a:pt x="13337" y="0"/>
                    <a:pt x="8721" y="1912"/>
                    <a:pt x="5315" y="5317"/>
                  </a:cubicBezTo>
                  <a:cubicBezTo>
                    <a:pt x="1912" y="8721"/>
                    <a:pt x="0" y="13337"/>
                    <a:pt x="0" y="18152"/>
                  </a:cubicBezTo>
                  <a:cubicBezTo>
                    <a:pt x="0" y="22965"/>
                    <a:pt x="1912" y="27581"/>
                    <a:pt x="5315" y="30985"/>
                  </a:cubicBezTo>
                  <a:cubicBezTo>
                    <a:pt x="8721" y="34390"/>
                    <a:pt x="13337" y="36302"/>
                    <a:pt x="18150" y="36302"/>
                  </a:cubicBezTo>
                  <a:cubicBezTo>
                    <a:pt x="22965" y="36302"/>
                    <a:pt x="27581" y="34390"/>
                    <a:pt x="30985" y="30985"/>
                  </a:cubicBezTo>
                  <a:cubicBezTo>
                    <a:pt x="34389" y="27581"/>
                    <a:pt x="36302" y="22965"/>
                    <a:pt x="36302" y="18152"/>
                  </a:cubicBezTo>
                  <a:cubicBezTo>
                    <a:pt x="36302" y="13337"/>
                    <a:pt x="34389" y="8721"/>
                    <a:pt x="30985" y="5317"/>
                  </a:cubicBezTo>
                  <a:cubicBezTo>
                    <a:pt x="27581" y="1912"/>
                    <a:pt x="22965" y="0"/>
                    <a:pt x="18150"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68760" bIns="68760" anchor="ctr">
              <a:noAutofit/>
            </a:bodyPr>
            <a:lstStyle/>
            <a:p>
              <a:endParaRPr lang="en-US" sz="1400" b="0" u="none" strike="noStrike">
                <a:solidFill>
                  <a:srgbClr val="000000"/>
                </a:solidFill>
                <a:effectLst/>
                <a:uFillTx/>
                <a:latin typeface="Arial"/>
              </a:endParaRPr>
            </a:p>
          </p:txBody>
        </p:sp>
        <p:sp>
          <p:nvSpPr>
            <p:cNvPr id="237" name="Google Shape;2119;p 1"/>
            <p:cNvSpPr/>
            <p:nvPr/>
          </p:nvSpPr>
          <p:spPr>
            <a:xfrm>
              <a:off x="6831720" y="3085560"/>
              <a:ext cx="280440" cy="257040"/>
            </a:xfrm>
            <a:custGeom>
              <a:avLst/>
              <a:gdLst>
                <a:gd name="textAreaLeft" fmla="*/ 0 w 280440"/>
                <a:gd name="textAreaRight" fmla="*/ 280800 w 280440"/>
                <a:gd name="textAreaTop" fmla="*/ 0 h 257040"/>
                <a:gd name="textAreaBottom" fmla="*/ 257400 h 257040"/>
              </a:gdLst>
              <a:ahLst/>
              <a:cxnLst/>
              <a:rect l="textAreaLeft" t="textAreaTop" r="textAreaRight" b="textAreaBottom"/>
              <a:pathLst>
                <a:path w="25715" h="23688">
                  <a:moveTo>
                    <a:pt x="12857" y="0"/>
                  </a:moveTo>
                  <a:cubicBezTo>
                    <a:pt x="9447" y="0"/>
                    <a:pt x="6177" y="1248"/>
                    <a:pt x="3766" y="3469"/>
                  </a:cubicBezTo>
                  <a:cubicBezTo>
                    <a:pt x="1355" y="5691"/>
                    <a:pt x="0" y="8704"/>
                    <a:pt x="0" y="11844"/>
                  </a:cubicBezTo>
                  <a:cubicBezTo>
                    <a:pt x="0" y="14986"/>
                    <a:pt x="1355" y="17997"/>
                    <a:pt x="3766" y="20219"/>
                  </a:cubicBezTo>
                  <a:cubicBezTo>
                    <a:pt x="6177" y="22440"/>
                    <a:pt x="9447" y="23687"/>
                    <a:pt x="12857" y="23687"/>
                  </a:cubicBezTo>
                  <a:cubicBezTo>
                    <a:pt x="16268" y="23687"/>
                    <a:pt x="19538" y="22440"/>
                    <a:pt x="21949" y="20219"/>
                  </a:cubicBezTo>
                  <a:cubicBezTo>
                    <a:pt x="24360" y="17997"/>
                    <a:pt x="25715" y="14986"/>
                    <a:pt x="25715" y="11844"/>
                  </a:cubicBezTo>
                  <a:cubicBezTo>
                    <a:pt x="25715" y="8704"/>
                    <a:pt x="24360" y="5691"/>
                    <a:pt x="21949" y="3469"/>
                  </a:cubicBezTo>
                  <a:cubicBezTo>
                    <a:pt x="19538" y="1248"/>
                    <a:pt x="16268" y="0"/>
                    <a:pt x="1285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5000" bIns="45000" anchor="ctr">
              <a:noAutofit/>
            </a:bodyPr>
            <a:lstStyle/>
            <a:p>
              <a:endParaRPr lang="en-US" sz="1400" b="0" u="none" strike="noStrike">
                <a:solidFill>
                  <a:srgbClr val="000000"/>
                </a:solidFill>
                <a:effectLst/>
                <a:uFillTx/>
                <a:latin typeface="Arial"/>
              </a:endParaRPr>
            </a:p>
          </p:txBody>
        </p:sp>
        <p:sp>
          <p:nvSpPr>
            <p:cNvPr id="238" name="Google Shape;2120;p 1"/>
            <p:cNvSpPr/>
            <p:nvPr/>
          </p:nvSpPr>
          <p:spPr>
            <a:xfrm>
              <a:off x="6954120" y="3400560"/>
              <a:ext cx="162720" cy="162000"/>
            </a:xfrm>
            <a:custGeom>
              <a:avLst/>
              <a:gdLst>
                <a:gd name="textAreaLeft" fmla="*/ 0 w 162720"/>
                <a:gd name="textAreaRight" fmla="*/ 163080 w 162720"/>
                <a:gd name="textAreaTop" fmla="*/ 0 h 162000"/>
                <a:gd name="textAreaBottom" fmla="*/ 162360 h 162000"/>
              </a:gdLst>
              <a:ahLst/>
              <a:cxnLst/>
              <a:rect l="textAreaLeft" t="textAreaTop" r="textAreaRight" b="textAreaBottom"/>
              <a:pathLst>
                <a:path w="15064" h="15065">
                  <a:moveTo>
                    <a:pt x="7533" y="1"/>
                  </a:moveTo>
                  <a:cubicBezTo>
                    <a:pt x="3374" y="1"/>
                    <a:pt x="0" y="3372"/>
                    <a:pt x="0" y="7533"/>
                  </a:cubicBezTo>
                  <a:cubicBezTo>
                    <a:pt x="0" y="11692"/>
                    <a:pt x="3374" y="15064"/>
                    <a:pt x="7533" y="15064"/>
                  </a:cubicBezTo>
                  <a:cubicBezTo>
                    <a:pt x="11692" y="15064"/>
                    <a:pt x="15064" y="11692"/>
                    <a:pt x="15064" y="7533"/>
                  </a:cubicBezTo>
                  <a:cubicBezTo>
                    <a:pt x="15064" y="3372"/>
                    <a:pt x="11692" y="1"/>
                    <a:pt x="753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440" bIns="28440" anchor="ctr">
              <a:noAutofit/>
            </a:bodyPr>
            <a:lstStyle/>
            <a:p>
              <a:endParaRPr lang="en-US" sz="1400" b="0" u="none" strike="noStrike">
                <a:solidFill>
                  <a:srgbClr val="000000"/>
                </a:solidFill>
                <a:effectLst/>
                <a:uFillTx/>
                <a:latin typeface="Arial"/>
              </a:endParaRPr>
            </a:p>
          </p:txBody>
        </p:sp>
        <p:sp>
          <p:nvSpPr>
            <p:cNvPr id="239" name="Google Shape;2121;p 1"/>
            <p:cNvSpPr/>
            <p:nvPr/>
          </p:nvSpPr>
          <p:spPr>
            <a:xfrm>
              <a:off x="7139880" y="3516480"/>
              <a:ext cx="69480" cy="69840"/>
            </a:xfrm>
            <a:custGeom>
              <a:avLst/>
              <a:gdLst>
                <a:gd name="textAreaLeft" fmla="*/ 0 w 69480"/>
                <a:gd name="textAreaRight" fmla="*/ 69840 w 69480"/>
                <a:gd name="textAreaTop" fmla="*/ 0 h 69840"/>
                <a:gd name="textAreaBottom" fmla="*/ 70200 h 69840"/>
              </a:gdLst>
              <a:ahLst/>
              <a:cxnLst/>
              <a:rect l="textAreaLeft" t="textAreaTop" r="textAreaRight" b="textAreaBottom"/>
              <a:pathLst>
                <a:path w="6435" h="6436">
                  <a:moveTo>
                    <a:pt x="3218" y="0"/>
                  </a:moveTo>
                  <a:cubicBezTo>
                    <a:pt x="1441" y="0"/>
                    <a:pt x="1" y="1440"/>
                    <a:pt x="1" y="3217"/>
                  </a:cubicBezTo>
                  <a:cubicBezTo>
                    <a:pt x="1" y="4994"/>
                    <a:pt x="1441" y="6436"/>
                    <a:pt x="3218" y="6436"/>
                  </a:cubicBezTo>
                  <a:cubicBezTo>
                    <a:pt x="4995" y="6436"/>
                    <a:pt x="6435" y="4994"/>
                    <a:pt x="6435" y="3217"/>
                  </a:cubicBezTo>
                  <a:cubicBezTo>
                    <a:pt x="6435" y="1440"/>
                    <a:pt x="4995" y="0"/>
                    <a:pt x="321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2240" bIns="12240" anchor="ctr">
              <a:noAutofit/>
            </a:bodyPr>
            <a:lstStyle/>
            <a:p>
              <a:endParaRPr lang="en-US" sz="1400" b="0" u="none" strike="noStrike">
                <a:solidFill>
                  <a:srgbClr val="000000"/>
                </a:solidFill>
                <a:effectLst/>
                <a:uFillTx/>
                <a:latin typeface="Arial"/>
              </a:endParaRPr>
            </a:p>
          </p:txBody>
        </p:sp>
        <p:sp>
          <p:nvSpPr>
            <p:cNvPr id="240" name="Google Shape;2122;p 1"/>
            <p:cNvSpPr/>
            <p:nvPr/>
          </p:nvSpPr>
          <p:spPr>
            <a:xfrm>
              <a:off x="6813000" y="4619520"/>
              <a:ext cx="67320" cy="210600"/>
            </a:xfrm>
            <a:custGeom>
              <a:avLst/>
              <a:gdLst>
                <a:gd name="textAreaLeft" fmla="*/ 0 w 67320"/>
                <a:gd name="textAreaRight" fmla="*/ 67680 w 67320"/>
                <a:gd name="textAreaTop" fmla="*/ 0 h 210600"/>
                <a:gd name="textAreaBottom" fmla="*/ 210960 h 210600"/>
              </a:gdLst>
              <a:ahLst/>
              <a:cxnLst/>
              <a:rect l="textAreaLeft" t="textAreaTop" r="textAreaRight" b="textAreaBottom"/>
              <a:pathLst>
                <a:path w="6262" h="19434">
                  <a:moveTo>
                    <a:pt x="3130" y="1"/>
                  </a:moveTo>
                  <a:lnTo>
                    <a:pt x="0" y="3012"/>
                  </a:lnTo>
                  <a:lnTo>
                    <a:pt x="0" y="19433"/>
                  </a:lnTo>
                  <a:lnTo>
                    <a:pt x="6262" y="19433"/>
                  </a:lnTo>
                  <a:lnTo>
                    <a:pt x="6262" y="3012"/>
                  </a:lnTo>
                  <a:lnTo>
                    <a:pt x="3130"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6720" bIns="36720" anchor="ctr">
              <a:noAutofit/>
            </a:bodyPr>
            <a:lstStyle/>
            <a:p>
              <a:endParaRPr lang="en-US" sz="1400" b="0" u="none" strike="noStrike">
                <a:solidFill>
                  <a:srgbClr val="000000"/>
                </a:solidFill>
                <a:effectLst/>
                <a:uFillTx/>
                <a:latin typeface="Arial"/>
              </a:endParaRPr>
            </a:p>
          </p:txBody>
        </p:sp>
        <p:sp>
          <p:nvSpPr>
            <p:cNvPr id="241" name="Google Shape;2123;p 1"/>
            <p:cNvSpPr/>
            <p:nvPr/>
          </p:nvSpPr>
          <p:spPr>
            <a:xfrm>
              <a:off x="6745320" y="4619520"/>
              <a:ext cx="67680" cy="210600"/>
            </a:xfrm>
            <a:custGeom>
              <a:avLst/>
              <a:gdLst>
                <a:gd name="textAreaLeft" fmla="*/ 0 w 67680"/>
                <a:gd name="textAreaRight" fmla="*/ 68040 w 67680"/>
                <a:gd name="textAreaTop" fmla="*/ 0 h 210600"/>
                <a:gd name="textAreaBottom" fmla="*/ 210960 h 210600"/>
              </a:gdLst>
              <a:ahLst/>
              <a:cxnLst/>
              <a:rect l="textAreaLeft" t="textAreaTop" r="textAreaRight" b="textAreaBottom"/>
              <a:pathLst>
                <a:path w="6263" h="19434">
                  <a:moveTo>
                    <a:pt x="3132" y="1"/>
                  </a:moveTo>
                  <a:lnTo>
                    <a:pt x="0" y="3012"/>
                  </a:lnTo>
                  <a:lnTo>
                    <a:pt x="0" y="19433"/>
                  </a:lnTo>
                  <a:lnTo>
                    <a:pt x="6262" y="19433"/>
                  </a:lnTo>
                  <a:lnTo>
                    <a:pt x="6262" y="3012"/>
                  </a:lnTo>
                  <a:lnTo>
                    <a:pt x="3132"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6720" bIns="36720" anchor="ctr">
              <a:noAutofit/>
            </a:bodyPr>
            <a:lstStyle/>
            <a:p>
              <a:endParaRPr lang="en-US" sz="1400" b="0" u="none" strike="noStrike">
                <a:solidFill>
                  <a:srgbClr val="000000"/>
                </a:solidFill>
                <a:effectLst/>
                <a:uFillTx/>
                <a:latin typeface="Arial"/>
              </a:endParaRPr>
            </a:p>
          </p:txBody>
        </p:sp>
        <p:sp>
          <p:nvSpPr>
            <p:cNvPr id="242" name="Google Shape;2124;p 1"/>
            <p:cNvSpPr/>
            <p:nvPr/>
          </p:nvSpPr>
          <p:spPr>
            <a:xfrm>
              <a:off x="6676560" y="4619520"/>
              <a:ext cx="67680" cy="210600"/>
            </a:xfrm>
            <a:custGeom>
              <a:avLst/>
              <a:gdLst>
                <a:gd name="textAreaLeft" fmla="*/ 0 w 67680"/>
                <a:gd name="textAreaRight" fmla="*/ 68040 w 67680"/>
                <a:gd name="textAreaTop" fmla="*/ 0 h 210600"/>
                <a:gd name="textAreaBottom" fmla="*/ 210960 h 210600"/>
              </a:gdLst>
              <a:ahLst/>
              <a:cxnLst/>
              <a:rect l="textAreaLeft" t="textAreaTop" r="textAreaRight" b="textAreaBottom"/>
              <a:pathLst>
                <a:path w="6263" h="19434">
                  <a:moveTo>
                    <a:pt x="3132" y="1"/>
                  </a:moveTo>
                  <a:lnTo>
                    <a:pt x="0" y="3012"/>
                  </a:lnTo>
                  <a:lnTo>
                    <a:pt x="0" y="19433"/>
                  </a:lnTo>
                  <a:lnTo>
                    <a:pt x="6262" y="19433"/>
                  </a:lnTo>
                  <a:lnTo>
                    <a:pt x="6262" y="3012"/>
                  </a:lnTo>
                  <a:lnTo>
                    <a:pt x="3132"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6720" bIns="36720" anchor="ctr">
              <a:noAutofit/>
            </a:bodyPr>
            <a:lstStyle/>
            <a:p>
              <a:endParaRPr lang="en-US" sz="1400" b="0" u="none" strike="noStrike">
                <a:solidFill>
                  <a:srgbClr val="000000"/>
                </a:solidFill>
                <a:effectLst/>
                <a:uFillTx/>
                <a:latin typeface="Arial"/>
              </a:endParaRPr>
            </a:p>
          </p:txBody>
        </p:sp>
        <p:sp>
          <p:nvSpPr>
            <p:cNvPr id="243" name="Google Shape;2125;p 1"/>
            <p:cNvSpPr/>
            <p:nvPr/>
          </p:nvSpPr>
          <p:spPr>
            <a:xfrm>
              <a:off x="6608520" y="4619520"/>
              <a:ext cx="67320" cy="210600"/>
            </a:xfrm>
            <a:custGeom>
              <a:avLst/>
              <a:gdLst>
                <a:gd name="textAreaLeft" fmla="*/ 0 w 67320"/>
                <a:gd name="textAreaRight" fmla="*/ 67680 w 67320"/>
                <a:gd name="textAreaTop" fmla="*/ 0 h 210600"/>
                <a:gd name="textAreaBottom" fmla="*/ 210960 h 210600"/>
              </a:gdLst>
              <a:ahLst/>
              <a:cxnLst/>
              <a:rect l="textAreaLeft" t="textAreaTop" r="textAreaRight" b="textAreaBottom"/>
              <a:pathLst>
                <a:path w="6263" h="19434">
                  <a:moveTo>
                    <a:pt x="3132" y="1"/>
                  </a:moveTo>
                  <a:lnTo>
                    <a:pt x="1" y="3012"/>
                  </a:lnTo>
                  <a:lnTo>
                    <a:pt x="1" y="19433"/>
                  </a:lnTo>
                  <a:lnTo>
                    <a:pt x="6262" y="19433"/>
                  </a:lnTo>
                  <a:lnTo>
                    <a:pt x="6262" y="3012"/>
                  </a:lnTo>
                  <a:lnTo>
                    <a:pt x="3132"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6720" bIns="36720" anchor="ctr">
              <a:noAutofit/>
            </a:bodyPr>
            <a:lstStyle/>
            <a:p>
              <a:endParaRPr lang="en-US" sz="1400" b="0" u="none" strike="noStrike">
                <a:solidFill>
                  <a:srgbClr val="000000"/>
                </a:solidFill>
                <a:effectLst/>
                <a:uFillTx/>
                <a:latin typeface="Arial"/>
              </a:endParaRPr>
            </a:p>
          </p:txBody>
        </p:sp>
        <p:sp>
          <p:nvSpPr>
            <p:cNvPr id="244" name="Google Shape;2126;p 1"/>
            <p:cNvSpPr/>
            <p:nvPr/>
          </p:nvSpPr>
          <p:spPr>
            <a:xfrm>
              <a:off x="8693280" y="4619520"/>
              <a:ext cx="67680" cy="210600"/>
            </a:xfrm>
            <a:custGeom>
              <a:avLst/>
              <a:gdLst>
                <a:gd name="textAreaLeft" fmla="*/ 0 w 67680"/>
                <a:gd name="textAreaRight" fmla="*/ 68040 w 67680"/>
                <a:gd name="textAreaTop" fmla="*/ 0 h 210600"/>
                <a:gd name="textAreaBottom" fmla="*/ 210960 h 210600"/>
              </a:gdLst>
              <a:ahLst/>
              <a:cxnLst/>
              <a:rect l="textAreaLeft" t="textAreaTop" r="textAreaRight" b="textAreaBottom"/>
              <a:pathLst>
                <a:path w="6263" h="19434">
                  <a:moveTo>
                    <a:pt x="3132" y="1"/>
                  </a:moveTo>
                  <a:lnTo>
                    <a:pt x="1" y="3012"/>
                  </a:lnTo>
                  <a:lnTo>
                    <a:pt x="1" y="19433"/>
                  </a:lnTo>
                  <a:lnTo>
                    <a:pt x="6262" y="19433"/>
                  </a:lnTo>
                  <a:lnTo>
                    <a:pt x="6262" y="3012"/>
                  </a:lnTo>
                  <a:lnTo>
                    <a:pt x="3132"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6720" bIns="36720" anchor="ctr">
              <a:noAutofit/>
            </a:bodyPr>
            <a:lstStyle/>
            <a:p>
              <a:endParaRPr lang="en-US" sz="1400" b="0" u="none" strike="noStrike">
                <a:solidFill>
                  <a:srgbClr val="000000"/>
                </a:solidFill>
                <a:effectLst/>
                <a:uFillTx/>
                <a:latin typeface="Arial"/>
              </a:endParaRPr>
            </a:p>
          </p:txBody>
        </p:sp>
        <p:sp>
          <p:nvSpPr>
            <p:cNvPr id="245" name="Google Shape;2127;p 1"/>
            <p:cNvSpPr/>
            <p:nvPr/>
          </p:nvSpPr>
          <p:spPr>
            <a:xfrm>
              <a:off x="8624520" y="4619520"/>
              <a:ext cx="67680" cy="210600"/>
            </a:xfrm>
            <a:custGeom>
              <a:avLst/>
              <a:gdLst>
                <a:gd name="textAreaLeft" fmla="*/ 0 w 67680"/>
                <a:gd name="textAreaRight" fmla="*/ 68040 w 67680"/>
                <a:gd name="textAreaTop" fmla="*/ 0 h 210600"/>
                <a:gd name="textAreaBottom" fmla="*/ 210960 h 210600"/>
              </a:gdLst>
              <a:ahLst/>
              <a:cxnLst/>
              <a:rect l="textAreaLeft" t="textAreaTop" r="textAreaRight" b="textAreaBottom"/>
              <a:pathLst>
                <a:path w="6263" h="19434">
                  <a:moveTo>
                    <a:pt x="3132" y="1"/>
                  </a:moveTo>
                  <a:lnTo>
                    <a:pt x="1" y="3012"/>
                  </a:lnTo>
                  <a:lnTo>
                    <a:pt x="1" y="19433"/>
                  </a:lnTo>
                  <a:lnTo>
                    <a:pt x="6263" y="19433"/>
                  </a:lnTo>
                  <a:lnTo>
                    <a:pt x="6263" y="3012"/>
                  </a:lnTo>
                  <a:lnTo>
                    <a:pt x="3132"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6720" bIns="36720" anchor="ctr">
              <a:noAutofit/>
            </a:bodyPr>
            <a:lstStyle/>
            <a:p>
              <a:endParaRPr lang="en-US" sz="1400" b="0" u="none" strike="noStrike">
                <a:solidFill>
                  <a:srgbClr val="000000"/>
                </a:solidFill>
                <a:effectLst/>
                <a:uFillTx/>
                <a:latin typeface="Arial"/>
              </a:endParaRPr>
            </a:p>
          </p:txBody>
        </p:sp>
        <p:sp>
          <p:nvSpPr>
            <p:cNvPr id="246" name="Google Shape;2128;p 1"/>
            <p:cNvSpPr/>
            <p:nvPr/>
          </p:nvSpPr>
          <p:spPr>
            <a:xfrm>
              <a:off x="8556120" y="4619520"/>
              <a:ext cx="67320" cy="210600"/>
            </a:xfrm>
            <a:custGeom>
              <a:avLst/>
              <a:gdLst>
                <a:gd name="textAreaLeft" fmla="*/ 0 w 67320"/>
                <a:gd name="textAreaRight" fmla="*/ 67680 w 67320"/>
                <a:gd name="textAreaTop" fmla="*/ 0 h 210600"/>
                <a:gd name="textAreaBottom" fmla="*/ 210960 h 210600"/>
              </a:gdLst>
              <a:ahLst/>
              <a:cxnLst/>
              <a:rect l="textAreaLeft" t="textAreaTop" r="textAreaRight" b="textAreaBottom"/>
              <a:pathLst>
                <a:path w="6263" h="19434">
                  <a:moveTo>
                    <a:pt x="3132" y="1"/>
                  </a:moveTo>
                  <a:lnTo>
                    <a:pt x="1" y="3012"/>
                  </a:lnTo>
                  <a:lnTo>
                    <a:pt x="1" y="19433"/>
                  </a:lnTo>
                  <a:lnTo>
                    <a:pt x="6263" y="19433"/>
                  </a:lnTo>
                  <a:lnTo>
                    <a:pt x="6263" y="3012"/>
                  </a:lnTo>
                  <a:lnTo>
                    <a:pt x="3132"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6720" bIns="36720" anchor="ctr">
              <a:noAutofit/>
            </a:bodyPr>
            <a:lstStyle/>
            <a:p>
              <a:endParaRPr lang="en-US" sz="1400" b="0" u="none" strike="noStrike">
                <a:solidFill>
                  <a:srgbClr val="000000"/>
                </a:solidFill>
                <a:effectLst/>
                <a:uFillTx/>
                <a:latin typeface="Arial"/>
              </a:endParaRPr>
            </a:p>
          </p:txBody>
        </p:sp>
        <p:sp>
          <p:nvSpPr>
            <p:cNvPr id="247" name="Google Shape;2129;p 1"/>
            <p:cNvSpPr/>
            <p:nvPr/>
          </p:nvSpPr>
          <p:spPr>
            <a:xfrm>
              <a:off x="8487720" y="4619520"/>
              <a:ext cx="67320" cy="210600"/>
            </a:xfrm>
            <a:custGeom>
              <a:avLst/>
              <a:gdLst>
                <a:gd name="textAreaLeft" fmla="*/ 0 w 67320"/>
                <a:gd name="textAreaRight" fmla="*/ 67680 w 67320"/>
                <a:gd name="textAreaTop" fmla="*/ 0 h 210600"/>
                <a:gd name="textAreaBottom" fmla="*/ 210960 h 210600"/>
              </a:gdLst>
              <a:ahLst/>
              <a:cxnLst/>
              <a:rect l="textAreaLeft" t="textAreaTop" r="textAreaRight" b="textAreaBottom"/>
              <a:pathLst>
                <a:path w="6261" h="19434">
                  <a:moveTo>
                    <a:pt x="3131" y="1"/>
                  </a:moveTo>
                  <a:lnTo>
                    <a:pt x="0" y="3012"/>
                  </a:lnTo>
                  <a:lnTo>
                    <a:pt x="0" y="19433"/>
                  </a:lnTo>
                  <a:lnTo>
                    <a:pt x="6261" y="19433"/>
                  </a:lnTo>
                  <a:lnTo>
                    <a:pt x="6261" y="3012"/>
                  </a:lnTo>
                  <a:lnTo>
                    <a:pt x="313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6720" bIns="36720" anchor="ctr">
              <a:noAutofit/>
            </a:bodyPr>
            <a:lstStyle/>
            <a:p>
              <a:endParaRPr lang="en-US" sz="1400" b="0" u="none" strike="noStrike">
                <a:solidFill>
                  <a:srgbClr val="000000"/>
                </a:solidFill>
                <a:effectLst/>
                <a:uFillTx/>
                <a:latin typeface="Arial"/>
              </a:endParaRPr>
            </a:p>
          </p:txBody>
        </p:sp>
        <p:sp>
          <p:nvSpPr>
            <p:cNvPr id="248" name="Google Shape;2130;p 1"/>
            <p:cNvSpPr/>
            <p:nvPr/>
          </p:nvSpPr>
          <p:spPr>
            <a:xfrm>
              <a:off x="8418960" y="4619520"/>
              <a:ext cx="67680" cy="210600"/>
            </a:xfrm>
            <a:custGeom>
              <a:avLst/>
              <a:gdLst>
                <a:gd name="textAreaLeft" fmla="*/ 0 w 67680"/>
                <a:gd name="textAreaRight" fmla="*/ 68040 w 67680"/>
                <a:gd name="textAreaTop" fmla="*/ 0 h 210600"/>
                <a:gd name="textAreaBottom" fmla="*/ 210960 h 210600"/>
              </a:gdLst>
              <a:ahLst/>
              <a:cxnLst/>
              <a:rect l="textAreaLeft" t="textAreaTop" r="textAreaRight" b="textAreaBottom"/>
              <a:pathLst>
                <a:path w="6263" h="19434">
                  <a:moveTo>
                    <a:pt x="3131" y="1"/>
                  </a:moveTo>
                  <a:lnTo>
                    <a:pt x="1" y="3012"/>
                  </a:lnTo>
                  <a:lnTo>
                    <a:pt x="1" y="19433"/>
                  </a:lnTo>
                  <a:lnTo>
                    <a:pt x="6262" y="19433"/>
                  </a:lnTo>
                  <a:lnTo>
                    <a:pt x="6262" y="3012"/>
                  </a:lnTo>
                  <a:lnTo>
                    <a:pt x="3131"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6720" bIns="36720" anchor="ctr">
              <a:noAutofit/>
            </a:bodyPr>
            <a:lstStyle/>
            <a:p>
              <a:endParaRPr lang="en-US" sz="1400" b="0" u="none" strike="noStrike">
                <a:solidFill>
                  <a:srgbClr val="000000"/>
                </a:solidFill>
                <a:effectLst/>
                <a:uFillTx/>
                <a:latin typeface="Arial"/>
              </a:endParaRPr>
            </a:p>
          </p:txBody>
        </p:sp>
        <p:sp>
          <p:nvSpPr>
            <p:cNvPr id="249" name="Google Shape;2131;p 1"/>
            <p:cNvSpPr/>
            <p:nvPr/>
          </p:nvSpPr>
          <p:spPr>
            <a:xfrm>
              <a:off x="6549120" y="4627080"/>
              <a:ext cx="56880" cy="204120"/>
            </a:xfrm>
            <a:custGeom>
              <a:avLst/>
              <a:gdLst>
                <a:gd name="textAreaLeft" fmla="*/ 0 w 56880"/>
                <a:gd name="textAreaRight" fmla="*/ 57240 w 56880"/>
                <a:gd name="textAreaTop" fmla="*/ 0 h 204120"/>
                <a:gd name="textAreaBottom" fmla="*/ 204480 h 204120"/>
              </a:gdLst>
              <a:ahLst/>
              <a:cxnLst/>
              <a:rect l="textAreaLeft" t="textAreaTop" r="textAreaRight" b="textAreaBottom"/>
              <a:pathLst>
                <a:path w="5367" h="18816">
                  <a:moveTo>
                    <a:pt x="2683" y="1"/>
                  </a:moveTo>
                  <a:lnTo>
                    <a:pt x="0" y="2915"/>
                  </a:lnTo>
                  <a:lnTo>
                    <a:pt x="0" y="18815"/>
                  </a:lnTo>
                  <a:lnTo>
                    <a:pt x="5366" y="18815"/>
                  </a:lnTo>
                  <a:lnTo>
                    <a:pt x="5366" y="2915"/>
                  </a:lnTo>
                  <a:lnTo>
                    <a:pt x="2683"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5640" bIns="35640" anchor="ctr">
              <a:noAutofit/>
            </a:bodyPr>
            <a:lstStyle/>
            <a:p>
              <a:endParaRPr lang="en-US" sz="1400" b="0" u="none" strike="noStrike">
                <a:solidFill>
                  <a:srgbClr val="000000"/>
                </a:solidFill>
                <a:effectLst/>
                <a:uFillTx/>
                <a:latin typeface="Arial"/>
              </a:endParaRPr>
            </a:p>
          </p:txBody>
        </p:sp>
        <p:sp>
          <p:nvSpPr>
            <p:cNvPr id="250" name="Google Shape;2132;p 1"/>
            <p:cNvSpPr/>
            <p:nvPr/>
          </p:nvSpPr>
          <p:spPr>
            <a:xfrm>
              <a:off x="6444360" y="3777480"/>
              <a:ext cx="228600" cy="953280"/>
            </a:xfrm>
            <a:custGeom>
              <a:avLst/>
              <a:gdLst>
                <a:gd name="textAreaLeft" fmla="*/ 0 w 228600"/>
                <a:gd name="textAreaRight" fmla="*/ 228960 w 228600"/>
                <a:gd name="textAreaTop" fmla="*/ 0 h 953280"/>
                <a:gd name="textAreaBottom" fmla="*/ 953640 h 953280"/>
              </a:gdLst>
              <a:ahLst/>
              <a:cxnLst/>
              <a:rect l="textAreaLeft" t="textAreaTop" r="textAreaRight" b="textAreaBottom"/>
              <a:pathLst>
                <a:path w="21036" h="87508">
                  <a:moveTo>
                    <a:pt x="10519" y="0"/>
                  </a:moveTo>
                  <a:cubicBezTo>
                    <a:pt x="4710" y="0"/>
                    <a:pt x="1" y="38502"/>
                    <a:pt x="1" y="62667"/>
                  </a:cubicBezTo>
                  <a:cubicBezTo>
                    <a:pt x="1" y="86831"/>
                    <a:pt x="4710" y="87507"/>
                    <a:pt x="10519" y="87507"/>
                  </a:cubicBezTo>
                  <a:cubicBezTo>
                    <a:pt x="16326" y="87507"/>
                    <a:pt x="21035" y="86831"/>
                    <a:pt x="21035" y="62667"/>
                  </a:cubicBezTo>
                  <a:cubicBezTo>
                    <a:pt x="21035" y="38502"/>
                    <a:pt x="16326" y="0"/>
                    <a:pt x="10519"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1" name="Google Shape;2133;p 1"/>
            <p:cNvSpPr/>
            <p:nvPr/>
          </p:nvSpPr>
          <p:spPr>
            <a:xfrm>
              <a:off x="6539760" y="4730760"/>
              <a:ext cx="36360" cy="100440"/>
            </a:xfrm>
            <a:custGeom>
              <a:avLst/>
              <a:gdLst>
                <a:gd name="textAreaLeft" fmla="*/ 0 w 36360"/>
                <a:gd name="textAreaRight" fmla="*/ 36720 w 36360"/>
                <a:gd name="textAreaTop" fmla="*/ 0 h 100440"/>
                <a:gd name="textAreaBottom" fmla="*/ 100800 h 100440"/>
              </a:gdLst>
              <a:ahLst/>
              <a:cxnLst/>
              <a:rect l="textAreaLeft" t="textAreaTop" r="textAreaRight" b="textAreaBottom"/>
              <a:pathLst>
                <a:path w="3412" h="9327">
                  <a:moveTo>
                    <a:pt x="0" y="1"/>
                  </a:moveTo>
                  <a:lnTo>
                    <a:pt x="0" y="9326"/>
                  </a:lnTo>
                  <a:lnTo>
                    <a:pt x="3411" y="9326"/>
                  </a:lnTo>
                  <a:lnTo>
                    <a:pt x="3411"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7640" bIns="17640" anchor="ctr">
              <a:noAutofit/>
            </a:bodyPr>
            <a:lstStyle/>
            <a:p>
              <a:endParaRPr lang="en-US" sz="1400" b="0" u="none" strike="noStrike">
                <a:solidFill>
                  <a:srgbClr val="000000"/>
                </a:solidFill>
                <a:effectLst/>
                <a:uFillTx/>
                <a:latin typeface="Arial"/>
              </a:endParaRPr>
            </a:p>
          </p:txBody>
        </p:sp>
        <p:sp>
          <p:nvSpPr>
            <p:cNvPr id="252" name="Google Shape;2134;p 1"/>
            <p:cNvSpPr/>
            <p:nvPr/>
          </p:nvSpPr>
          <p:spPr>
            <a:xfrm>
              <a:off x="6847200" y="3273840"/>
              <a:ext cx="1571040" cy="1561320"/>
            </a:xfrm>
            <a:custGeom>
              <a:avLst/>
              <a:gdLst>
                <a:gd name="textAreaLeft" fmla="*/ 0 w 1571040"/>
                <a:gd name="textAreaRight" fmla="*/ 1571400 w 1571040"/>
                <a:gd name="textAreaTop" fmla="*/ 0 h 1561320"/>
                <a:gd name="textAreaBottom" fmla="*/ 1561680 h 1561320"/>
              </a:gdLst>
              <a:ahLst/>
              <a:cxnLst/>
              <a:rect l="textAreaLeft" t="textAreaTop" r="textAreaRight" b="textAreaBottom"/>
              <a:pathLst>
                <a:path w="143890" h="143355">
                  <a:moveTo>
                    <a:pt x="104007" y="1"/>
                  </a:moveTo>
                  <a:lnTo>
                    <a:pt x="66438" y="36039"/>
                  </a:lnTo>
                  <a:lnTo>
                    <a:pt x="66438" y="62654"/>
                  </a:lnTo>
                  <a:lnTo>
                    <a:pt x="0" y="83526"/>
                  </a:lnTo>
                  <a:lnTo>
                    <a:pt x="0" y="143355"/>
                  </a:lnTo>
                  <a:lnTo>
                    <a:pt x="143890" y="143355"/>
                  </a:lnTo>
                  <a:lnTo>
                    <a:pt x="143890" y="36039"/>
                  </a:lnTo>
                  <a:lnTo>
                    <a:pt x="104007"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3" name="Google Shape;2135;p 1"/>
            <p:cNvSpPr/>
            <p:nvPr/>
          </p:nvSpPr>
          <p:spPr>
            <a:xfrm>
              <a:off x="7869960" y="3601440"/>
              <a:ext cx="252000" cy="251640"/>
            </a:xfrm>
            <a:custGeom>
              <a:avLst/>
              <a:gdLst>
                <a:gd name="textAreaLeft" fmla="*/ 0 w 252000"/>
                <a:gd name="textAreaRight" fmla="*/ 252360 w 252000"/>
                <a:gd name="textAreaTop" fmla="*/ 0 h 251640"/>
                <a:gd name="textAreaBottom" fmla="*/ 252000 h 251640"/>
              </a:gdLst>
              <a:ahLst/>
              <a:cxnLst/>
              <a:rect l="textAreaLeft" t="textAreaTop" r="textAreaRight" b="textAreaBottom"/>
              <a:pathLst>
                <a:path w="23150" h="23148">
                  <a:moveTo>
                    <a:pt x="11575" y="0"/>
                  </a:moveTo>
                  <a:cubicBezTo>
                    <a:pt x="8506" y="0"/>
                    <a:pt x="5562" y="1219"/>
                    <a:pt x="3391" y="3390"/>
                  </a:cubicBezTo>
                  <a:cubicBezTo>
                    <a:pt x="1221" y="5560"/>
                    <a:pt x="1" y="8504"/>
                    <a:pt x="1" y="11575"/>
                  </a:cubicBezTo>
                  <a:cubicBezTo>
                    <a:pt x="1" y="14644"/>
                    <a:pt x="1221" y="17588"/>
                    <a:pt x="3391" y="19758"/>
                  </a:cubicBezTo>
                  <a:cubicBezTo>
                    <a:pt x="5562" y="21929"/>
                    <a:pt x="8506" y="23148"/>
                    <a:pt x="11575" y="23148"/>
                  </a:cubicBezTo>
                  <a:cubicBezTo>
                    <a:pt x="14644" y="23148"/>
                    <a:pt x="17588" y="21929"/>
                    <a:pt x="19759" y="19758"/>
                  </a:cubicBezTo>
                  <a:cubicBezTo>
                    <a:pt x="21929" y="17588"/>
                    <a:pt x="23149" y="14644"/>
                    <a:pt x="23149" y="11575"/>
                  </a:cubicBezTo>
                  <a:cubicBezTo>
                    <a:pt x="23149" y="8504"/>
                    <a:pt x="21929" y="5560"/>
                    <a:pt x="19759" y="3390"/>
                  </a:cubicBezTo>
                  <a:cubicBezTo>
                    <a:pt x="17588" y="1219"/>
                    <a:pt x="14644" y="0"/>
                    <a:pt x="1157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3920" bIns="43920" anchor="ctr">
              <a:noAutofit/>
            </a:bodyPr>
            <a:lstStyle/>
            <a:p>
              <a:endParaRPr lang="en-US" sz="1400" b="0" u="none" strike="noStrike">
                <a:solidFill>
                  <a:srgbClr val="FFFFFF"/>
                </a:solidFill>
                <a:effectLst/>
                <a:uFillTx/>
                <a:latin typeface="Arial"/>
              </a:endParaRPr>
            </a:p>
          </p:txBody>
        </p:sp>
        <p:sp>
          <p:nvSpPr>
            <p:cNvPr id="254" name="Google Shape;2136;p 1"/>
            <p:cNvSpPr/>
            <p:nvPr/>
          </p:nvSpPr>
          <p:spPr>
            <a:xfrm>
              <a:off x="7859520" y="3590280"/>
              <a:ext cx="272880" cy="271800"/>
            </a:xfrm>
            <a:custGeom>
              <a:avLst/>
              <a:gdLst>
                <a:gd name="textAreaLeft" fmla="*/ 0 w 272880"/>
                <a:gd name="textAreaRight" fmla="*/ 273240 w 272880"/>
                <a:gd name="textAreaTop" fmla="*/ 0 h 271800"/>
                <a:gd name="textAreaBottom" fmla="*/ 272160 h 271800"/>
              </a:gdLst>
              <a:ahLst/>
              <a:cxnLst/>
              <a:rect l="textAreaLeft" t="textAreaTop" r="textAreaRight" b="textAreaBottom"/>
              <a:pathLst>
                <a:path w="25132" h="25134">
                  <a:moveTo>
                    <a:pt x="12566" y="1985"/>
                  </a:moveTo>
                  <a:cubicBezTo>
                    <a:pt x="18401" y="1985"/>
                    <a:pt x="23148" y="6733"/>
                    <a:pt x="23148" y="12568"/>
                  </a:cubicBezTo>
                  <a:cubicBezTo>
                    <a:pt x="23148" y="18403"/>
                    <a:pt x="18401" y="23149"/>
                    <a:pt x="12566" y="23149"/>
                  </a:cubicBezTo>
                  <a:cubicBezTo>
                    <a:pt x="6730" y="23149"/>
                    <a:pt x="1983" y="18403"/>
                    <a:pt x="1983" y="12568"/>
                  </a:cubicBezTo>
                  <a:cubicBezTo>
                    <a:pt x="1983" y="6733"/>
                    <a:pt x="6731" y="1985"/>
                    <a:pt x="12566" y="1985"/>
                  </a:cubicBezTo>
                  <a:close/>
                  <a:moveTo>
                    <a:pt x="12566" y="1"/>
                  </a:moveTo>
                  <a:cubicBezTo>
                    <a:pt x="5637" y="1"/>
                    <a:pt x="0" y="5639"/>
                    <a:pt x="0" y="12568"/>
                  </a:cubicBezTo>
                  <a:cubicBezTo>
                    <a:pt x="0" y="19497"/>
                    <a:pt x="5637" y="25133"/>
                    <a:pt x="12566" y="25133"/>
                  </a:cubicBezTo>
                  <a:cubicBezTo>
                    <a:pt x="19495" y="25133"/>
                    <a:pt x="25132" y="19497"/>
                    <a:pt x="25132" y="12568"/>
                  </a:cubicBezTo>
                  <a:cubicBezTo>
                    <a:pt x="25132" y="5639"/>
                    <a:pt x="19495" y="1"/>
                    <a:pt x="125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7520" bIns="47520" anchor="ctr">
              <a:noAutofit/>
            </a:bodyPr>
            <a:lstStyle/>
            <a:p>
              <a:endParaRPr lang="en-US" sz="1400" b="0" u="none" strike="noStrike">
                <a:solidFill>
                  <a:srgbClr val="FFFFFF"/>
                </a:solidFill>
                <a:effectLst/>
                <a:uFillTx/>
                <a:latin typeface="Arial"/>
              </a:endParaRPr>
            </a:p>
          </p:txBody>
        </p:sp>
        <p:sp>
          <p:nvSpPr>
            <p:cNvPr id="255" name="Google Shape;2137;p 1"/>
            <p:cNvSpPr/>
            <p:nvPr/>
          </p:nvSpPr>
          <p:spPr>
            <a:xfrm>
              <a:off x="7985160" y="3601440"/>
              <a:ext cx="20520" cy="251640"/>
            </a:xfrm>
            <a:custGeom>
              <a:avLst/>
              <a:gdLst>
                <a:gd name="textAreaLeft" fmla="*/ 0 w 20520"/>
                <a:gd name="textAreaRight" fmla="*/ 20880 w 20520"/>
                <a:gd name="textAreaTop" fmla="*/ 0 h 251640"/>
                <a:gd name="textAreaBottom" fmla="*/ 252000 h 251640"/>
              </a:gdLst>
              <a:ahLst/>
              <a:cxnLst/>
              <a:rect l="textAreaLeft" t="textAreaTop" r="textAreaRight" b="textAreaBottom"/>
              <a:pathLst>
                <a:path w="1985" h="23148">
                  <a:moveTo>
                    <a:pt x="0" y="0"/>
                  </a:moveTo>
                  <a:lnTo>
                    <a:pt x="0" y="23148"/>
                  </a:lnTo>
                  <a:lnTo>
                    <a:pt x="1984" y="23148"/>
                  </a:lnTo>
                  <a:lnTo>
                    <a:pt x="1984" y="0"/>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3920" bIns="43920" anchor="ctr">
              <a:noAutofit/>
            </a:bodyPr>
            <a:lstStyle/>
            <a:p>
              <a:endParaRPr lang="en-US" sz="1400" b="0" u="none" strike="noStrike">
                <a:solidFill>
                  <a:srgbClr val="FFFFFF"/>
                </a:solidFill>
                <a:effectLst/>
                <a:uFillTx/>
                <a:latin typeface="Arial"/>
              </a:endParaRPr>
            </a:p>
          </p:txBody>
        </p:sp>
        <p:sp>
          <p:nvSpPr>
            <p:cNvPr id="256" name="Google Shape;2138;p 1"/>
            <p:cNvSpPr/>
            <p:nvPr/>
          </p:nvSpPr>
          <p:spPr>
            <a:xfrm>
              <a:off x="7869960" y="3716280"/>
              <a:ext cx="252000" cy="20880"/>
            </a:xfrm>
            <a:custGeom>
              <a:avLst/>
              <a:gdLst>
                <a:gd name="textAreaLeft" fmla="*/ 0 w 252000"/>
                <a:gd name="textAreaRight" fmla="*/ 252360 w 252000"/>
                <a:gd name="textAreaTop" fmla="*/ 0 h 20880"/>
                <a:gd name="textAreaBottom" fmla="*/ 21240 h 20880"/>
              </a:gdLst>
              <a:ahLst/>
              <a:cxnLst/>
              <a:rect l="textAreaLeft" t="textAreaTop" r="textAreaRight" b="textAreaBottom"/>
              <a:pathLst>
                <a:path w="23150" h="1985">
                  <a:moveTo>
                    <a:pt x="1" y="1"/>
                  </a:moveTo>
                  <a:lnTo>
                    <a:pt x="1" y="1985"/>
                  </a:lnTo>
                  <a:lnTo>
                    <a:pt x="23149" y="1985"/>
                  </a:lnTo>
                  <a:lnTo>
                    <a:pt x="23149" y="1"/>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960" bIns="3960" anchor="ctr">
              <a:noAutofit/>
            </a:bodyPr>
            <a:lstStyle/>
            <a:p>
              <a:endParaRPr lang="en-US" sz="1400" b="0" u="none" strike="noStrike">
                <a:solidFill>
                  <a:srgbClr val="FFFFFF"/>
                </a:solidFill>
                <a:effectLst/>
                <a:uFillTx/>
                <a:latin typeface="Arial"/>
              </a:endParaRPr>
            </a:p>
          </p:txBody>
        </p:sp>
        <p:sp>
          <p:nvSpPr>
            <p:cNvPr id="257" name="Google Shape;2139;p 1"/>
            <p:cNvSpPr/>
            <p:nvPr/>
          </p:nvSpPr>
          <p:spPr>
            <a:xfrm>
              <a:off x="7694280" y="4245480"/>
              <a:ext cx="210600" cy="414720"/>
            </a:xfrm>
            <a:custGeom>
              <a:avLst/>
              <a:gdLst>
                <a:gd name="textAreaLeft" fmla="*/ 0 w 210600"/>
                <a:gd name="textAreaRight" fmla="*/ 210960 w 210600"/>
                <a:gd name="textAreaTop" fmla="*/ 0 h 414720"/>
                <a:gd name="textAreaBottom" fmla="*/ 415080 h 414720"/>
              </a:gdLst>
              <a:ahLst/>
              <a:cxnLst/>
              <a:rect l="textAreaLeft" t="textAreaTop" r="textAreaRight" b="textAreaBottom"/>
              <a:pathLst>
                <a:path w="19351" h="38122">
                  <a:moveTo>
                    <a:pt x="9675" y="1"/>
                  </a:moveTo>
                  <a:cubicBezTo>
                    <a:pt x="4332" y="1"/>
                    <a:pt x="0" y="4044"/>
                    <a:pt x="0" y="9033"/>
                  </a:cubicBezTo>
                  <a:lnTo>
                    <a:pt x="0" y="38122"/>
                  </a:lnTo>
                  <a:lnTo>
                    <a:pt x="19350" y="38122"/>
                  </a:lnTo>
                  <a:lnTo>
                    <a:pt x="19350" y="9033"/>
                  </a:lnTo>
                  <a:cubicBezTo>
                    <a:pt x="19350" y="4044"/>
                    <a:pt x="15018" y="1"/>
                    <a:pt x="967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72360" bIns="72360" anchor="ctr">
              <a:noAutofit/>
            </a:bodyPr>
            <a:lstStyle/>
            <a:p>
              <a:endParaRPr lang="en-US" sz="1400" b="0" u="none" strike="noStrike">
                <a:solidFill>
                  <a:srgbClr val="FFFFFF"/>
                </a:solidFill>
                <a:effectLst/>
                <a:uFillTx/>
                <a:latin typeface="Arial"/>
              </a:endParaRPr>
            </a:p>
          </p:txBody>
        </p:sp>
        <p:sp>
          <p:nvSpPr>
            <p:cNvPr id="258" name="Google Shape;2140;p 1"/>
            <p:cNvSpPr/>
            <p:nvPr/>
          </p:nvSpPr>
          <p:spPr>
            <a:xfrm>
              <a:off x="7031880" y="4235040"/>
              <a:ext cx="446400" cy="436680"/>
            </a:xfrm>
            <a:custGeom>
              <a:avLst/>
              <a:gdLst>
                <a:gd name="textAreaLeft" fmla="*/ 0 w 446400"/>
                <a:gd name="textAreaRight" fmla="*/ 446760 w 446400"/>
                <a:gd name="textAreaTop" fmla="*/ 0 h 436680"/>
                <a:gd name="textAreaBottom" fmla="*/ 437040 h 436680"/>
              </a:gdLst>
              <a:ahLst/>
              <a:cxnLst/>
              <a:rect l="textAreaLeft" t="textAreaTop" r="textAreaRight" b="textAreaBottom"/>
              <a:pathLst>
                <a:path w="40947" h="40107">
                  <a:moveTo>
                    <a:pt x="20473" y="0"/>
                  </a:moveTo>
                  <a:cubicBezTo>
                    <a:pt x="9640" y="0"/>
                    <a:pt x="0" y="7547"/>
                    <a:pt x="0" y="13496"/>
                  </a:cubicBezTo>
                  <a:lnTo>
                    <a:pt x="0" y="40107"/>
                  </a:lnTo>
                  <a:lnTo>
                    <a:pt x="40946" y="40107"/>
                  </a:lnTo>
                  <a:lnTo>
                    <a:pt x="40946" y="13496"/>
                  </a:lnTo>
                  <a:cubicBezTo>
                    <a:pt x="40946" y="7547"/>
                    <a:pt x="31307" y="0"/>
                    <a:pt x="2047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75960" bIns="75960" anchor="ctr">
              <a:noAutofit/>
            </a:bodyPr>
            <a:lstStyle/>
            <a:p>
              <a:endParaRPr lang="en-US" sz="1400" b="0" u="none" strike="noStrike">
                <a:solidFill>
                  <a:srgbClr val="FFFFFF"/>
                </a:solidFill>
                <a:effectLst/>
                <a:uFillTx/>
                <a:latin typeface="Arial"/>
              </a:endParaRPr>
            </a:p>
          </p:txBody>
        </p:sp>
        <p:sp>
          <p:nvSpPr>
            <p:cNvPr id="259" name="Google Shape;2141;p 1"/>
            <p:cNvSpPr/>
            <p:nvPr/>
          </p:nvSpPr>
          <p:spPr>
            <a:xfrm>
              <a:off x="7026480" y="3773520"/>
              <a:ext cx="140400" cy="313920"/>
            </a:xfrm>
            <a:custGeom>
              <a:avLst/>
              <a:gdLst>
                <a:gd name="textAreaLeft" fmla="*/ 0 w 140400"/>
                <a:gd name="textAreaRight" fmla="*/ 140760 w 140400"/>
                <a:gd name="textAreaTop" fmla="*/ 0 h 313920"/>
                <a:gd name="textAreaBottom" fmla="*/ 314280 h 313920"/>
              </a:gdLst>
              <a:ahLst/>
              <a:cxnLst/>
              <a:rect l="textAreaLeft" t="textAreaTop" r="textAreaRight" b="textAreaBottom"/>
              <a:pathLst>
                <a:path w="12913" h="28885">
                  <a:moveTo>
                    <a:pt x="1" y="0"/>
                  </a:moveTo>
                  <a:lnTo>
                    <a:pt x="1" y="28884"/>
                  </a:lnTo>
                  <a:lnTo>
                    <a:pt x="12912" y="28884"/>
                  </a:lnTo>
                  <a:lnTo>
                    <a:pt x="12912"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000000"/>
                </a:solidFill>
                <a:effectLst/>
                <a:uFillTx/>
                <a:latin typeface="Arial"/>
              </a:endParaRPr>
            </a:p>
          </p:txBody>
        </p:sp>
        <p:sp>
          <p:nvSpPr>
            <p:cNvPr id="260" name="Google Shape;2142;p 1"/>
            <p:cNvSpPr/>
            <p:nvPr/>
          </p:nvSpPr>
          <p:spPr>
            <a:xfrm>
              <a:off x="7026480" y="3773520"/>
              <a:ext cx="140400" cy="79560"/>
            </a:xfrm>
            <a:custGeom>
              <a:avLst/>
              <a:gdLst>
                <a:gd name="textAreaLeft" fmla="*/ 0 w 140400"/>
                <a:gd name="textAreaRight" fmla="*/ 140760 w 140400"/>
                <a:gd name="textAreaTop" fmla="*/ 0 h 79560"/>
                <a:gd name="textAreaBottom" fmla="*/ 79920 h 79560"/>
              </a:gdLst>
              <a:ahLst/>
              <a:cxnLst/>
              <a:rect l="textAreaLeft" t="textAreaTop" r="textAreaRight" b="textAreaBottom"/>
              <a:pathLst>
                <a:path w="12913" h="7429">
                  <a:moveTo>
                    <a:pt x="1" y="0"/>
                  </a:moveTo>
                  <a:lnTo>
                    <a:pt x="1" y="7428"/>
                  </a:lnTo>
                  <a:lnTo>
                    <a:pt x="12912" y="7428"/>
                  </a:lnTo>
                  <a:lnTo>
                    <a:pt x="12912" y="0"/>
                  </a:lnTo>
                  <a:close/>
                </a:path>
              </a:pathLst>
            </a:custGeom>
            <a:solidFill>
              <a:srgbClr val="F9BF3E"/>
            </a:solidFill>
            <a:ln w="0">
              <a:noFill/>
            </a:ln>
          </p:spPr>
          <p:style>
            <a:lnRef idx="0">
              <a:scrgbClr r="0" g="0" b="0"/>
            </a:lnRef>
            <a:fillRef idx="0">
              <a:scrgbClr r="0" g="0" b="0"/>
            </a:fillRef>
            <a:effectRef idx="0">
              <a:scrgbClr r="0" g="0" b="0"/>
            </a:effectRef>
            <a:fontRef idx="minor"/>
          </p:style>
          <p:txBody>
            <a:bodyPr tIns="14040" bIns="14040" anchor="ctr">
              <a:noAutofit/>
            </a:bodyPr>
            <a:lstStyle/>
            <a:p>
              <a:endParaRPr lang="en-US" sz="1400" b="0" u="none" strike="noStrike">
                <a:solidFill>
                  <a:srgbClr val="000000"/>
                </a:solidFill>
                <a:effectLst/>
                <a:uFillTx/>
                <a:latin typeface="Arial"/>
              </a:endParaRPr>
            </a:p>
          </p:txBody>
        </p:sp>
        <p:sp>
          <p:nvSpPr>
            <p:cNvPr id="261" name="Google Shape;2143;p 1"/>
            <p:cNvSpPr/>
            <p:nvPr/>
          </p:nvSpPr>
          <p:spPr>
            <a:xfrm>
              <a:off x="6996600" y="3700440"/>
              <a:ext cx="196200" cy="113400"/>
            </a:xfrm>
            <a:custGeom>
              <a:avLst/>
              <a:gdLst>
                <a:gd name="textAreaLeft" fmla="*/ 0 w 196200"/>
                <a:gd name="textAreaRight" fmla="*/ 196560 w 196200"/>
                <a:gd name="textAreaTop" fmla="*/ 0 h 113400"/>
                <a:gd name="textAreaBottom" fmla="*/ 113760 h 113400"/>
              </a:gdLst>
              <a:ahLst/>
              <a:cxnLst/>
              <a:rect l="textAreaLeft" t="textAreaTop" r="textAreaRight" b="textAreaBottom"/>
              <a:pathLst>
                <a:path w="18048" h="10417">
                  <a:moveTo>
                    <a:pt x="2113" y="0"/>
                  </a:moveTo>
                  <a:cubicBezTo>
                    <a:pt x="942" y="0"/>
                    <a:pt x="0" y="942"/>
                    <a:pt x="0" y="2113"/>
                  </a:cubicBezTo>
                  <a:lnTo>
                    <a:pt x="0" y="8304"/>
                  </a:lnTo>
                  <a:cubicBezTo>
                    <a:pt x="0" y="9475"/>
                    <a:pt x="942" y="10417"/>
                    <a:pt x="2113" y="10417"/>
                  </a:cubicBezTo>
                  <a:lnTo>
                    <a:pt x="15935" y="10417"/>
                  </a:lnTo>
                  <a:cubicBezTo>
                    <a:pt x="17105" y="10417"/>
                    <a:pt x="18048" y="9475"/>
                    <a:pt x="18048" y="8304"/>
                  </a:cubicBezTo>
                  <a:lnTo>
                    <a:pt x="18048" y="2113"/>
                  </a:lnTo>
                  <a:cubicBezTo>
                    <a:pt x="18048" y="942"/>
                    <a:pt x="17105" y="0"/>
                    <a:pt x="15935"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9800" bIns="19800" anchor="ctr">
              <a:noAutofit/>
            </a:bodyPr>
            <a:lstStyle/>
            <a:p>
              <a:endParaRPr lang="en-US" sz="1400" b="0" u="none" strike="noStrike">
                <a:solidFill>
                  <a:srgbClr val="000000"/>
                </a:solidFill>
                <a:effectLst/>
                <a:uFillTx/>
                <a:latin typeface="Arial"/>
              </a:endParaRPr>
            </a:p>
          </p:txBody>
        </p:sp>
        <p:sp>
          <p:nvSpPr>
            <p:cNvPr id="262" name="Google Shape;2144;p 1"/>
            <p:cNvSpPr/>
            <p:nvPr/>
          </p:nvSpPr>
          <p:spPr>
            <a:xfrm>
              <a:off x="6847200" y="3956760"/>
              <a:ext cx="724680" cy="355680"/>
            </a:xfrm>
            <a:custGeom>
              <a:avLst/>
              <a:gdLst>
                <a:gd name="textAreaLeft" fmla="*/ 0 w 724680"/>
                <a:gd name="textAreaRight" fmla="*/ 725040 w 724680"/>
                <a:gd name="textAreaTop" fmla="*/ 0 h 355680"/>
                <a:gd name="textAreaBottom" fmla="*/ 356040 h 355680"/>
              </a:gdLst>
              <a:ahLst/>
              <a:cxnLst/>
              <a:rect l="textAreaLeft" t="textAreaTop" r="textAreaRight" b="textAreaBottom"/>
              <a:pathLst>
                <a:path w="66438" h="32743">
                  <a:moveTo>
                    <a:pt x="66438" y="1"/>
                  </a:moveTo>
                  <a:lnTo>
                    <a:pt x="0" y="20873"/>
                  </a:lnTo>
                  <a:lnTo>
                    <a:pt x="0" y="32743"/>
                  </a:lnTo>
                  <a:lnTo>
                    <a:pt x="66438" y="11870"/>
                  </a:lnTo>
                  <a:lnTo>
                    <a:pt x="66438" y="1"/>
                  </a:lnTo>
                  <a:close/>
                </a:path>
              </a:pathLst>
            </a:custGeom>
            <a:solidFill>
              <a:srgbClr val="F9BF3E"/>
            </a:solidFill>
            <a:ln w="0">
              <a:noFill/>
            </a:ln>
          </p:spPr>
          <p:style>
            <a:lnRef idx="0">
              <a:scrgbClr r="0" g="0" b="0"/>
            </a:lnRef>
            <a:fillRef idx="0">
              <a:scrgbClr r="0" g="0" b="0"/>
            </a:fillRef>
            <a:effectRef idx="0">
              <a:scrgbClr r="0" g="0" b="0"/>
            </a:effectRef>
            <a:fontRef idx="minor"/>
          </p:style>
          <p:txBody>
            <a:bodyPr tIns="61920" bIns="61920" anchor="ctr">
              <a:noAutofit/>
            </a:bodyPr>
            <a:lstStyle/>
            <a:p>
              <a:endParaRPr lang="en-US" sz="1400" b="0" u="none" strike="noStrike">
                <a:solidFill>
                  <a:srgbClr val="000000"/>
                </a:solidFill>
                <a:effectLst/>
                <a:uFillTx/>
                <a:latin typeface="Arial"/>
              </a:endParaRPr>
            </a:p>
          </p:txBody>
        </p:sp>
        <p:sp>
          <p:nvSpPr>
            <p:cNvPr id="263" name="Google Shape;2145;p 1"/>
            <p:cNvSpPr/>
            <p:nvPr/>
          </p:nvSpPr>
          <p:spPr>
            <a:xfrm>
              <a:off x="7572960" y="3273840"/>
              <a:ext cx="845280" cy="521280"/>
            </a:xfrm>
            <a:custGeom>
              <a:avLst/>
              <a:gdLst>
                <a:gd name="textAreaLeft" fmla="*/ 0 w 845280"/>
                <a:gd name="textAreaRight" fmla="*/ 845640 w 845280"/>
                <a:gd name="textAreaTop" fmla="*/ 0 h 521280"/>
                <a:gd name="textAreaBottom" fmla="*/ 521640 h 521280"/>
              </a:gdLst>
              <a:ahLst/>
              <a:cxnLst/>
              <a:rect l="textAreaLeft" t="textAreaTop" r="textAreaRight" b="textAreaBottom"/>
              <a:pathLst>
                <a:path w="77453" h="47909">
                  <a:moveTo>
                    <a:pt x="37569" y="1"/>
                  </a:moveTo>
                  <a:lnTo>
                    <a:pt x="1" y="36039"/>
                  </a:lnTo>
                  <a:lnTo>
                    <a:pt x="1" y="47909"/>
                  </a:lnTo>
                  <a:lnTo>
                    <a:pt x="37569" y="13854"/>
                  </a:lnTo>
                  <a:lnTo>
                    <a:pt x="77453" y="47909"/>
                  </a:lnTo>
                  <a:lnTo>
                    <a:pt x="77453" y="36039"/>
                  </a:lnTo>
                  <a:lnTo>
                    <a:pt x="37569" y="1"/>
                  </a:lnTo>
                  <a:close/>
                </a:path>
              </a:pathLst>
            </a:custGeom>
            <a:solidFill>
              <a:srgbClr val="F9BF3E"/>
            </a:solidFill>
            <a:ln w="0">
              <a:noFill/>
            </a:ln>
          </p:spPr>
          <p:style>
            <a:lnRef idx="0">
              <a:scrgbClr r="0" g="0" b="0"/>
            </a:lnRef>
            <a:fillRef idx="0">
              <a:scrgbClr r="0" g="0" b="0"/>
            </a:fillRef>
            <a:effectRef idx="0">
              <a:scrgbClr r="0" g="0" b="0"/>
            </a:effectRef>
            <a:fontRef idx="minor"/>
          </p:style>
          <p:txBody>
            <a:bodyPr tIns="90720" bIns="90720" anchor="ctr">
              <a:noAutofit/>
            </a:bodyPr>
            <a:lstStyle/>
            <a:p>
              <a:endParaRPr lang="en-US" sz="1400" b="0" u="none" strike="noStrike">
                <a:solidFill>
                  <a:srgbClr val="000000"/>
                </a:solidFill>
                <a:effectLst/>
                <a:uFillTx/>
                <a:latin typeface="Arial"/>
              </a:endParaRPr>
            </a:p>
          </p:txBody>
        </p:sp>
        <p:sp>
          <p:nvSpPr>
            <p:cNvPr id="264" name="Google Shape;2146;p 1"/>
            <p:cNvSpPr/>
            <p:nvPr/>
          </p:nvSpPr>
          <p:spPr>
            <a:xfrm>
              <a:off x="7474320" y="3208680"/>
              <a:ext cx="1042200" cy="545040"/>
            </a:xfrm>
            <a:custGeom>
              <a:avLst/>
              <a:gdLst>
                <a:gd name="textAreaLeft" fmla="*/ 0 w 1042200"/>
                <a:gd name="textAreaRight" fmla="*/ 1042560 w 1042200"/>
                <a:gd name="textAreaTop" fmla="*/ 0 h 545040"/>
                <a:gd name="textAreaBottom" fmla="*/ 545400 h 545040"/>
              </a:gdLst>
              <a:ahLst/>
              <a:cxnLst/>
              <a:rect l="textAreaLeft" t="textAreaTop" r="textAreaRight" b="textAreaBottom"/>
              <a:pathLst>
                <a:path w="95487" h="50095">
                  <a:moveTo>
                    <a:pt x="46589" y="1"/>
                  </a:moveTo>
                  <a:cubicBezTo>
                    <a:pt x="45940" y="1"/>
                    <a:pt x="45290" y="231"/>
                    <a:pt x="44771" y="691"/>
                  </a:cubicBezTo>
                  <a:lnTo>
                    <a:pt x="1235" y="39312"/>
                  </a:lnTo>
                  <a:cubicBezTo>
                    <a:pt x="105" y="40315"/>
                    <a:pt x="0" y="42046"/>
                    <a:pt x="1005" y="43178"/>
                  </a:cubicBezTo>
                  <a:lnTo>
                    <a:pt x="4283" y="46874"/>
                  </a:lnTo>
                  <a:cubicBezTo>
                    <a:pt x="4824" y="47483"/>
                    <a:pt x="5577" y="47794"/>
                    <a:pt x="6333" y="47794"/>
                  </a:cubicBezTo>
                  <a:cubicBezTo>
                    <a:pt x="6978" y="47794"/>
                    <a:pt x="7627" y="47567"/>
                    <a:pt x="8148" y="47105"/>
                  </a:cubicBezTo>
                  <a:lnTo>
                    <a:pt x="44751" y="14635"/>
                  </a:lnTo>
                  <a:cubicBezTo>
                    <a:pt x="45269" y="14176"/>
                    <a:pt x="45918" y="13946"/>
                    <a:pt x="46567" y="13946"/>
                  </a:cubicBezTo>
                  <a:cubicBezTo>
                    <a:pt x="47219" y="13946"/>
                    <a:pt x="47871" y="14178"/>
                    <a:pt x="48390" y="14641"/>
                  </a:cubicBezTo>
                  <a:lnTo>
                    <a:pt x="87323" y="49399"/>
                  </a:lnTo>
                  <a:cubicBezTo>
                    <a:pt x="87845" y="49865"/>
                    <a:pt x="88496" y="50094"/>
                    <a:pt x="89145" y="50094"/>
                  </a:cubicBezTo>
                  <a:cubicBezTo>
                    <a:pt x="89898" y="50094"/>
                    <a:pt x="90648" y="49785"/>
                    <a:pt x="91189" y="49179"/>
                  </a:cubicBezTo>
                  <a:lnTo>
                    <a:pt x="94480" y="45493"/>
                  </a:lnTo>
                  <a:cubicBezTo>
                    <a:pt x="95487" y="44366"/>
                    <a:pt x="95388" y="42635"/>
                    <a:pt x="94260" y="41628"/>
                  </a:cubicBezTo>
                  <a:lnTo>
                    <a:pt x="48412" y="696"/>
                  </a:lnTo>
                  <a:cubicBezTo>
                    <a:pt x="47893" y="233"/>
                    <a:pt x="47241" y="1"/>
                    <a:pt x="46589"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65" name="Google Shape;2147;p 1"/>
            <p:cNvSpPr/>
            <p:nvPr/>
          </p:nvSpPr>
          <p:spPr>
            <a:xfrm>
              <a:off x="6725520" y="3895560"/>
              <a:ext cx="847440" cy="375120"/>
            </a:xfrm>
            <a:custGeom>
              <a:avLst/>
              <a:gdLst>
                <a:gd name="textAreaLeft" fmla="*/ 0 w 847440"/>
                <a:gd name="textAreaRight" fmla="*/ 847800 w 847440"/>
                <a:gd name="textAreaTop" fmla="*/ 0 h 375120"/>
                <a:gd name="textAreaBottom" fmla="*/ 375480 h 375120"/>
              </a:gdLst>
              <a:ahLst/>
              <a:cxnLst/>
              <a:rect l="textAreaLeft" t="textAreaTop" r="textAreaRight" b="textAreaBottom"/>
              <a:pathLst>
                <a:path w="77653" h="34520">
                  <a:moveTo>
                    <a:pt x="77652" y="1"/>
                  </a:moveTo>
                  <a:lnTo>
                    <a:pt x="2681" y="24497"/>
                  </a:lnTo>
                  <a:cubicBezTo>
                    <a:pt x="930" y="25070"/>
                    <a:pt x="1" y="26980"/>
                    <a:pt x="633" y="28711"/>
                  </a:cubicBezTo>
                  <a:lnTo>
                    <a:pt x="1973" y="32378"/>
                  </a:lnTo>
                  <a:cubicBezTo>
                    <a:pt x="2454" y="33696"/>
                    <a:pt x="3700" y="34519"/>
                    <a:pt x="5032" y="34519"/>
                  </a:cubicBezTo>
                  <a:cubicBezTo>
                    <a:pt x="5366" y="34519"/>
                    <a:pt x="5705" y="34468"/>
                    <a:pt x="6038" y="34359"/>
                  </a:cubicBezTo>
                  <a:lnTo>
                    <a:pt x="77652" y="11091"/>
                  </a:lnTo>
                  <a:lnTo>
                    <a:pt x="77652"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65520" bIns="65520" anchor="ctr">
              <a:noAutofit/>
            </a:bodyPr>
            <a:lstStyle/>
            <a:p>
              <a:endParaRPr lang="en-US" sz="1400" b="0" u="none" strike="noStrike">
                <a:solidFill>
                  <a:srgbClr val="000000"/>
                </a:solidFill>
                <a:effectLst/>
                <a:uFillTx/>
                <a:latin typeface="Arial"/>
              </a:endParaRPr>
            </a:p>
          </p:txBody>
        </p:sp>
        <p:sp>
          <p:nvSpPr>
            <p:cNvPr id="266" name="Google Shape;2148;p 1"/>
            <p:cNvSpPr/>
            <p:nvPr/>
          </p:nvSpPr>
          <p:spPr>
            <a:xfrm>
              <a:off x="8066160" y="4124160"/>
              <a:ext cx="231480" cy="682920"/>
            </a:xfrm>
            <a:custGeom>
              <a:avLst/>
              <a:gdLst>
                <a:gd name="textAreaLeft" fmla="*/ 0 w 231480"/>
                <a:gd name="textAreaRight" fmla="*/ 231840 w 231480"/>
                <a:gd name="textAreaTop" fmla="*/ 0 h 682920"/>
                <a:gd name="textAreaBottom" fmla="*/ 683280 h 682920"/>
              </a:gdLst>
              <a:ahLst/>
              <a:cxnLst/>
              <a:rect l="textAreaLeft" t="textAreaTop" r="textAreaRight" b="textAreaBottom"/>
              <a:pathLst>
                <a:path w="21333" h="62759">
                  <a:moveTo>
                    <a:pt x="10667" y="0"/>
                  </a:moveTo>
                  <a:cubicBezTo>
                    <a:pt x="4786" y="0"/>
                    <a:pt x="0" y="4496"/>
                    <a:pt x="0" y="10025"/>
                  </a:cubicBezTo>
                  <a:lnTo>
                    <a:pt x="0" y="62759"/>
                  </a:lnTo>
                  <a:lnTo>
                    <a:pt x="21333" y="62759"/>
                  </a:lnTo>
                  <a:lnTo>
                    <a:pt x="21333" y="10025"/>
                  </a:lnTo>
                  <a:cubicBezTo>
                    <a:pt x="21333" y="4496"/>
                    <a:pt x="16548" y="0"/>
                    <a:pt x="10667"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267" name="Google Shape;2149;p 1"/>
            <p:cNvSpPr/>
            <p:nvPr/>
          </p:nvSpPr>
          <p:spPr>
            <a:xfrm>
              <a:off x="7657920" y="4577040"/>
              <a:ext cx="262800" cy="96480"/>
            </a:xfrm>
            <a:custGeom>
              <a:avLst/>
              <a:gdLst>
                <a:gd name="textAreaLeft" fmla="*/ 0 w 262800"/>
                <a:gd name="textAreaRight" fmla="*/ 263160 w 262800"/>
                <a:gd name="textAreaTop" fmla="*/ 0 h 96480"/>
                <a:gd name="textAreaBottom" fmla="*/ 96840 h 96480"/>
              </a:gdLst>
              <a:ahLst/>
              <a:cxnLst/>
              <a:rect l="textAreaLeft" t="textAreaTop" r="textAreaRight" b="textAreaBottom"/>
              <a:pathLst>
                <a:path w="24101" h="8976">
                  <a:moveTo>
                    <a:pt x="4365" y="0"/>
                  </a:moveTo>
                  <a:cubicBezTo>
                    <a:pt x="1954" y="0"/>
                    <a:pt x="1" y="1954"/>
                    <a:pt x="1" y="4365"/>
                  </a:cubicBezTo>
                  <a:cubicBezTo>
                    <a:pt x="1" y="6777"/>
                    <a:pt x="1954" y="8731"/>
                    <a:pt x="4365" y="8731"/>
                  </a:cubicBezTo>
                  <a:cubicBezTo>
                    <a:pt x="4368" y="8731"/>
                    <a:pt x="4370" y="8731"/>
                    <a:pt x="4372" y="8731"/>
                  </a:cubicBezTo>
                  <a:cubicBezTo>
                    <a:pt x="5245" y="8731"/>
                    <a:pt x="6098" y="8467"/>
                    <a:pt x="6818" y="7975"/>
                  </a:cubicBezTo>
                  <a:cubicBezTo>
                    <a:pt x="7394" y="8463"/>
                    <a:pt x="8123" y="8731"/>
                    <a:pt x="8877" y="8731"/>
                  </a:cubicBezTo>
                  <a:cubicBezTo>
                    <a:pt x="10433" y="8731"/>
                    <a:pt x="11728" y="7615"/>
                    <a:pt x="12009" y="6140"/>
                  </a:cubicBezTo>
                  <a:cubicBezTo>
                    <a:pt x="12449" y="6364"/>
                    <a:pt x="12934" y="6479"/>
                    <a:pt x="13423" y="6479"/>
                  </a:cubicBezTo>
                  <a:cubicBezTo>
                    <a:pt x="13607" y="6479"/>
                    <a:pt x="13791" y="6463"/>
                    <a:pt x="13974" y="6430"/>
                  </a:cubicBezTo>
                  <a:cubicBezTo>
                    <a:pt x="14220" y="7624"/>
                    <a:pt x="15126" y="8573"/>
                    <a:pt x="16306" y="8875"/>
                  </a:cubicBezTo>
                  <a:cubicBezTo>
                    <a:pt x="16568" y="8943"/>
                    <a:pt x="16833" y="8975"/>
                    <a:pt x="17096" y="8975"/>
                  </a:cubicBezTo>
                  <a:cubicBezTo>
                    <a:pt x="18019" y="8975"/>
                    <a:pt x="18912" y="8574"/>
                    <a:pt x="19527" y="7852"/>
                  </a:cubicBezTo>
                  <a:cubicBezTo>
                    <a:pt x="19805" y="7919"/>
                    <a:pt x="20091" y="7954"/>
                    <a:pt x="20378" y="7954"/>
                  </a:cubicBezTo>
                  <a:cubicBezTo>
                    <a:pt x="22434" y="7954"/>
                    <a:pt x="24100" y="6288"/>
                    <a:pt x="24100" y="4232"/>
                  </a:cubicBezTo>
                  <a:cubicBezTo>
                    <a:pt x="24100" y="2175"/>
                    <a:pt x="22434" y="508"/>
                    <a:pt x="20378" y="508"/>
                  </a:cubicBezTo>
                  <a:cubicBezTo>
                    <a:pt x="18909" y="508"/>
                    <a:pt x="17643" y="1360"/>
                    <a:pt x="17038" y="2596"/>
                  </a:cubicBezTo>
                  <a:cubicBezTo>
                    <a:pt x="16877" y="2599"/>
                    <a:pt x="16717" y="2615"/>
                    <a:pt x="16559" y="2643"/>
                  </a:cubicBezTo>
                  <a:cubicBezTo>
                    <a:pt x="16252" y="1161"/>
                    <a:pt x="14947" y="97"/>
                    <a:pt x="13433" y="97"/>
                  </a:cubicBezTo>
                  <a:cubicBezTo>
                    <a:pt x="11877" y="97"/>
                    <a:pt x="10582" y="1213"/>
                    <a:pt x="10301" y="2687"/>
                  </a:cubicBezTo>
                  <a:cubicBezTo>
                    <a:pt x="9857" y="2464"/>
                    <a:pt x="9370" y="2349"/>
                    <a:pt x="8879" y="2349"/>
                  </a:cubicBezTo>
                  <a:cubicBezTo>
                    <a:pt x="8674" y="2349"/>
                    <a:pt x="8468" y="2369"/>
                    <a:pt x="8264" y="2410"/>
                  </a:cubicBezTo>
                  <a:cubicBezTo>
                    <a:pt x="7546" y="981"/>
                    <a:pt x="6073" y="0"/>
                    <a:pt x="436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6920" bIns="16920" anchor="ctr">
              <a:noAutofit/>
            </a:bodyPr>
            <a:lstStyle/>
            <a:p>
              <a:endParaRPr lang="en-US" sz="1400" b="0" u="none" strike="noStrike">
                <a:solidFill>
                  <a:srgbClr val="000000"/>
                </a:solidFill>
                <a:effectLst/>
                <a:uFillTx/>
                <a:latin typeface="Arial"/>
              </a:endParaRPr>
            </a:p>
          </p:txBody>
        </p:sp>
        <p:sp>
          <p:nvSpPr>
            <p:cNvPr id="268" name="Google Shape;2150;p 1"/>
            <p:cNvSpPr/>
            <p:nvPr/>
          </p:nvSpPr>
          <p:spPr>
            <a:xfrm>
              <a:off x="6994440" y="4547520"/>
              <a:ext cx="494280" cy="139320"/>
            </a:xfrm>
            <a:custGeom>
              <a:avLst/>
              <a:gdLst>
                <a:gd name="textAreaLeft" fmla="*/ 0 w 494280"/>
                <a:gd name="textAreaRight" fmla="*/ 494640 w 494280"/>
                <a:gd name="textAreaTop" fmla="*/ 0 h 139320"/>
                <a:gd name="textAreaBottom" fmla="*/ 139680 h 139320"/>
              </a:gdLst>
              <a:ahLst/>
              <a:cxnLst/>
              <a:rect l="textAreaLeft" t="textAreaTop" r="textAreaRight" b="textAreaBottom"/>
              <a:pathLst>
                <a:path w="45313" h="12927">
                  <a:moveTo>
                    <a:pt x="29852" y="0"/>
                  </a:moveTo>
                  <a:cubicBezTo>
                    <a:pt x="27126" y="0"/>
                    <a:pt x="24879" y="2035"/>
                    <a:pt x="24534" y="4667"/>
                  </a:cubicBezTo>
                  <a:cubicBezTo>
                    <a:pt x="24407" y="4656"/>
                    <a:pt x="24278" y="4649"/>
                    <a:pt x="24148" y="4649"/>
                  </a:cubicBezTo>
                  <a:cubicBezTo>
                    <a:pt x="24146" y="4649"/>
                    <a:pt x="24144" y="4649"/>
                    <a:pt x="24142" y="4649"/>
                  </a:cubicBezTo>
                  <a:cubicBezTo>
                    <a:pt x="23044" y="4649"/>
                    <a:pt x="21992" y="5087"/>
                    <a:pt x="21217" y="5866"/>
                  </a:cubicBezTo>
                  <a:cubicBezTo>
                    <a:pt x="21106" y="3507"/>
                    <a:pt x="19164" y="1627"/>
                    <a:pt x="16777" y="1627"/>
                  </a:cubicBezTo>
                  <a:cubicBezTo>
                    <a:pt x="14539" y="1627"/>
                    <a:pt x="12691" y="3284"/>
                    <a:pt x="12380" y="5436"/>
                  </a:cubicBezTo>
                  <a:cubicBezTo>
                    <a:pt x="11747" y="4913"/>
                    <a:pt x="10969" y="4647"/>
                    <a:pt x="10188" y="4647"/>
                  </a:cubicBezTo>
                  <a:cubicBezTo>
                    <a:pt x="9525" y="4647"/>
                    <a:pt x="8859" y="4839"/>
                    <a:pt x="8278" y="5228"/>
                  </a:cubicBezTo>
                  <a:cubicBezTo>
                    <a:pt x="7566" y="3785"/>
                    <a:pt x="6084" y="2789"/>
                    <a:pt x="4365" y="2789"/>
                  </a:cubicBezTo>
                  <a:cubicBezTo>
                    <a:pt x="1954" y="2789"/>
                    <a:pt x="1" y="4743"/>
                    <a:pt x="1" y="7154"/>
                  </a:cubicBezTo>
                  <a:cubicBezTo>
                    <a:pt x="1" y="9566"/>
                    <a:pt x="1954" y="11520"/>
                    <a:pt x="4365" y="11520"/>
                  </a:cubicBezTo>
                  <a:cubicBezTo>
                    <a:pt x="5542" y="11520"/>
                    <a:pt x="6668" y="11045"/>
                    <a:pt x="7487" y="10203"/>
                  </a:cubicBezTo>
                  <a:cubicBezTo>
                    <a:pt x="8136" y="11034"/>
                    <a:pt x="9134" y="11520"/>
                    <a:pt x="10189" y="11520"/>
                  </a:cubicBezTo>
                  <a:cubicBezTo>
                    <a:pt x="11747" y="11520"/>
                    <a:pt x="13061" y="10482"/>
                    <a:pt x="13481" y="9060"/>
                  </a:cubicBezTo>
                  <a:cubicBezTo>
                    <a:pt x="14296" y="9960"/>
                    <a:pt x="15468" y="10527"/>
                    <a:pt x="16776" y="10527"/>
                  </a:cubicBezTo>
                  <a:cubicBezTo>
                    <a:pt x="18060" y="10527"/>
                    <a:pt x="19212" y="9981"/>
                    <a:pt x="20025" y="9113"/>
                  </a:cubicBezTo>
                  <a:cubicBezTo>
                    <a:pt x="20191" y="11246"/>
                    <a:pt x="21971" y="12926"/>
                    <a:pt x="24146" y="12926"/>
                  </a:cubicBezTo>
                  <a:cubicBezTo>
                    <a:pt x="25864" y="12926"/>
                    <a:pt x="27336" y="11880"/>
                    <a:pt x="27964" y="10391"/>
                  </a:cubicBezTo>
                  <a:cubicBezTo>
                    <a:pt x="28580" y="10626"/>
                    <a:pt x="29223" y="10740"/>
                    <a:pt x="29861" y="10740"/>
                  </a:cubicBezTo>
                  <a:cubicBezTo>
                    <a:pt x="31070" y="10740"/>
                    <a:pt x="32264" y="10329"/>
                    <a:pt x="33232" y="9541"/>
                  </a:cubicBezTo>
                  <a:cubicBezTo>
                    <a:pt x="33663" y="11240"/>
                    <a:pt x="35198" y="12498"/>
                    <a:pt x="37030" y="12498"/>
                  </a:cubicBezTo>
                  <a:cubicBezTo>
                    <a:pt x="38699" y="12498"/>
                    <a:pt x="40120" y="11456"/>
                    <a:pt x="40689" y="9989"/>
                  </a:cubicBezTo>
                  <a:cubicBezTo>
                    <a:pt x="41165" y="10297"/>
                    <a:pt x="41714" y="10456"/>
                    <a:pt x="42268" y="10456"/>
                  </a:cubicBezTo>
                  <a:cubicBezTo>
                    <a:pt x="42607" y="10456"/>
                    <a:pt x="42948" y="10396"/>
                    <a:pt x="43275" y="10275"/>
                  </a:cubicBezTo>
                  <a:cubicBezTo>
                    <a:pt x="44134" y="9958"/>
                    <a:pt x="44793" y="9253"/>
                    <a:pt x="45052" y="8375"/>
                  </a:cubicBezTo>
                  <a:cubicBezTo>
                    <a:pt x="45312" y="7497"/>
                    <a:pt x="45142" y="6547"/>
                    <a:pt x="44593" y="5814"/>
                  </a:cubicBezTo>
                  <a:cubicBezTo>
                    <a:pt x="44046" y="5081"/>
                    <a:pt x="43187" y="4649"/>
                    <a:pt x="42272" y="4649"/>
                  </a:cubicBezTo>
                  <a:cubicBezTo>
                    <a:pt x="42271" y="4649"/>
                    <a:pt x="42269" y="4649"/>
                    <a:pt x="42268" y="4649"/>
                  </a:cubicBezTo>
                  <a:lnTo>
                    <a:pt x="42268" y="4647"/>
                  </a:lnTo>
                  <a:cubicBezTo>
                    <a:pt x="41320" y="4647"/>
                    <a:pt x="40431" y="5110"/>
                    <a:pt x="39889" y="5889"/>
                  </a:cubicBezTo>
                  <a:cubicBezTo>
                    <a:pt x="39129" y="5077"/>
                    <a:pt x="38087" y="4648"/>
                    <a:pt x="37029" y="4648"/>
                  </a:cubicBezTo>
                  <a:cubicBezTo>
                    <a:pt x="36410" y="4648"/>
                    <a:pt x="35785" y="4795"/>
                    <a:pt x="35208" y="5099"/>
                  </a:cubicBezTo>
                  <a:cubicBezTo>
                    <a:pt x="35065" y="2259"/>
                    <a:pt x="32727" y="0"/>
                    <a:pt x="29852"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4480" bIns="24480" anchor="ctr">
              <a:noAutofit/>
            </a:bodyPr>
            <a:lstStyle/>
            <a:p>
              <a:endParaRPr lang="en-US" sz="1400" b="0" u="none" strike="noStrike">
                <a:solidFill>
                  <a:srgbClr val="000000"/>
                </a:solidFill>
                <a:effectLst/>
                <a:uFillTx/>
                <a:latin typeface="Arial"/>
              </a:endParaRPr>
            </a:p>
          </p:txBody>
        </p:sp>
        <p:sp>
          <p:nvSpPr>
            <p:cNvPr id="269" name="Google Shape;2151;p 1"/>
            <p:cNvSpPr/>
            <p:nvPr/>
          </p:nvSpPr>
          <p:spPr>
            <a:xfrm>
              <a:off x="6973920" y="4630320"/>
              <a:ext cx="531360" cy="59760"/>
            </a:xfrm>
            <a:custGeom>
              <a:avLst/>
              <a:gdLst>
                <a:gd name="textAreaLeft" fmla="*/ 0 w 531360"/>
                <a:gd name="textAreaRight" fmla="*/ 531720 w 531360"/>
                <a:gd name="textAreaTop" fmla="*/ 0 h 59760"/>
                <a:gd name="textAreaBottom" fmla="*/ 60120 h 59760"/>
              </a:gdLst>
              <a:ahLst/>
              <a:cxnLst/>
              <a:rect l="textAreaLeft" t="textAreaTop" r="textAreaRight" b="textAreaBottom"/>
              <a:pathLst>
                <a:path w="48795" h="5577">
                  <a:moveTo>
                    <a:pt x="0" y="1"/>
                  </a:moveTo>
                  <a:lnTo>
                    <a:pt x="0" y="5577"/>
                  </a:lnTo>
                  <a:lnTo>
                    <a:pt x="48794" y="5577"/>
                  </a:lnTo>
                  <a:lnTo>
                    <a:pt x="48794"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0800" bIns="10800" anchor="ctr">
              <a:noAutofit/>
            </a:bodyPr>
            <a:lstStyle/>
            <a:p>
              <a:endParaRPr lang="en-US" sz="1400" b="0" u="none" strike="noStrike">
                <a:solidFill>
                  <a:srgbClr val="000000"/>
                </a:solidFill>
                <a:effectLst/>
                <a:uFillTx/>
                <a:latin typeface="Arial"/>
              </a:endParaRPr>
            </a:p>
          </p:txBody>
        </p:sp>
        <p:sp>
          <p:nvSpPr>
            <p:cNvPr id="270" name="Google Shape;2152;p 1"/>
            <p:cNvSpPr/>
            <p:nvPr/>
          </p:nvSpPr>
          <p:spPr>
            <a:xfrm>
              <a:off x="6973920" y="4672440"/>
              <a:ext cx="531360" cy="17640"/>
            </a:xfrm>
            <a:custGeom>
              <a:avLst/>
              <a:gdLst>
                <a:gd name="textAreaLeft" fmla="*/ 0 w 531360"/>
                <a:gd name="textAreaRight" fmla="*/ 531720 w 531360"/>
                <a:gd name="textAreaTop" fmla="*/ 0 h 17640"/>
                <a:gd name="textAreaBottom" fmla="*/ 18000 h 17640"/>
              </a:gdLst>
              <a:ahLst/>
              <a:cxnLst/>
              <a:rect l="textAreaLeft" t="textAreaTop" r="textAreaRight" b="textAreaBottom"/>
              <a:pathLst>
                <a:path w="48795" h="1726">
                  <a:moveTo>
                    <a:pt x="0" y="1"/>
                  </a:moveTo>
                  <a:lnTo>
                    <a:pt x="0" y="1726"/>
                  </a:lnTo>
                  <a:lnTo>
                    <a:pt x="48794" y="1726"/>
                  </a:lnTo>
                  <a:lnTo>
                    <a:pt x="48794" y="1"/>
                  </a:lnTo>
                  <a:close/>
                </a:path>
              </a:pathLst>
            </a:custGeom>
            <a:solidFill>
              <a:srgbClr val="74C1B9"/>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271" name="Google Shape;2153;p 1"/>
            <p:cNvSpPr/>
            <p:nvPr/>
          </p:nvSpPr>
          <p:spPr>
            <a:xfrm>
              <a:off x="7634160" y="4630320"/>
              <a:ext cx="304200" cy="59760"/>
            </a:xfrm>
            <a:custGeom>
              <a:avLst/>
              <a:gdLst>
                <a:gd name="textAreaLeft" fmla="*/ 0 w 304200"/>
                <a:gd name="textAreaRight" fmla="*/ 304560 w 304200"/>
                <a:gd name="textAreaTop" fmla="*/ 0 h 59760"/>
                <a:gd name="textAreaBottom" fmla="*/ 60120 h 59760"/>
              </a:gdLst>
              <a:ahLst/>
              <a:cxnLst/>
              <a:rect l="textAreaLeft" t="textAreaTop" r="textAreaRight" b="textAreaBottom"/>
              <a:pathLst>
                <a:path w="27936" h="5577">
                  <a:moveTo>
                    <a:pt x="1" y="1"/>
                  </a:moveTo>
                  <a:lnTo>
                    <a:pt x="1" y="5577"/>
                  </a:lnTo>
                  <a:lnTo>
                    <a:pt x="27935" y="5577"/>
                  </a:lnTo>
                  <a:lnTo>
                    <a:pt x="27935"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0800" bIns="10800" anchor="ctr">
              <a:noAutofit/>
            </a:bodyPr>
            <a:lstStyle/>
            <a:p>
              <a:endParaRPr lang="en-US" sz="1400" b="0" u="none" strike="noStrike">
                <a:solidFill>
                  <a:srgbClr val="000000"/>
                </a:solidFill>
                <a:effectLst/>
                <a:uFillTx/>
                <a:latin typeface="Arial"/>
              </a:endParaRPr>
            </a:p>
          </p:txBody>
        </p:sp>
        <p:sp>
          <p:nvSpPr>
            <p:cNvPr id="272" name="Google Shape;2154;p 1"/>
            <p:cNvSpPr/>
            <p:nvPr/>
          </p:nvSpPr>
          <p:spPr>
            <a:xfrm>
              <a:off x="7634160" y="4672440"/>
              <a:ext cx="304200" cy="17640"/>
            </a:xfrm>
            <a:custGeom>
              <a:avLst/>
              <a:gdLst>
                <a:gd name="textAreaLeft" fmla="*/ 0 w 304200"/>
                <a:gd name="textAreaRight" fmla="*/ 304560 w 304200"/>
                <a:gd name="textAreaTop" fmla="*/ 0 h 17640"/>
                <a:gd name="textAreaBottom" fmla="*/ 18000 h 17640"/>
              </a:gdLst>
              <a:ahLst/>
              <a:cxnLst/>
              <a:rect l="textAreaLeft" t="textAreaTop" r="textAreaRight" b="textAreaBottom"/>
              <a:pathLst>
                <a:path w="27936" h="1726">
                  <a:moveTo>
                    <a:pt x="1" y="1"/>
                  </a:moveTo>
                  <a:lnTo>
                    <a:pt x="1" y="1726"/>
                  </a:lnTo>
                  <a:lnTo>
                    <a:pt x="27935" y="1726"/>
                  </a:lnTo>
                  <a:lnTo>
                    <a:pt x="27935" y="1"/>
                  </a:lnTo>
                  <a:close/>
                </a:path>
              </a:pathLst>
            </a:custGeom>
            <a:solidFill>
              <a:srgbClr val="74C1B9"/>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273" name="Google Shape;2155;p 1"/>
            <p:cNvSpPr/>
            <p:nvPr/>
          </p:nvSpPr>
          <p:spPr>
            <a:xfrm>
              <a:off x="8006760" y="4771440"/>
              <a:ext cx="342720" cy="59760"/>
            </a:xfrm>
            <a:custGeom>
              <a:avLst/>
              <a:gdLst>
                <a:gd name="textAreaLeft" fmla="*/ 0 w 342720"/>
                <a:gd name="textAreaRight" fmla="*/ 343080 w 342720"/>
                <a:gd name="textAreaTop" fmla="*/ 0 h 59760"/>
                <a:gd name="textAreaBottom" fmla="*/ 60120 h 59760"/>
              </a:gdLst>
              <a:ahLst/>
              <a:cxnLst/>
              <a:rect l="textAreaLeft" t="textAreaTop" r="textAreaRight" b="textAreaBottom"/>
              <a:pathLst>
                <a:path w="31456" h="5473">
                  <a:moveTo>
                    <a:pt x="0" y="0"/>
                  </a:moveTo>
                  <a:lnTo>
                    <a:pt x="0" y="5472"/>
                  </a:lnTo>
                  <a:lnTo>
                    <a:pt x="31456" y="5472"/>
                  </a:lnTo>
                  <a:lnTo>
                    <a:pt x="31456"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0440" bIns="10440" anchor="ctr">
              <a:noAutofit/>
            </a:bodyPr>
            <a:lstStyle/>
            <a:p>
              <a:endParaRPr lang="en-US" sz="1400" b="0" u="none" strike="noStrike">
                <a:solidFill>
                  <a:srgbClr val="000000"/>
                </a:solidFill>
                <a:effectLst/>
                <a:uFillTx/>
                <a:latin typeface="Arial"/>
              </a:endParaRPr>
            </a:p>
          </p:txBody>
        </p:sp>
        <p:sp>
          <p:nvSpPr>
            <p:cNvPr id="274" name="Google Shape;2156;p 1"/>
            <p:cNvSpPr/>
            <p:nvPr/>
          </p:nvSpPr>
          <p:spPr>
            <a:xfrm>
              <a:off x="8006760" y="4803840"/>
              <a:ext cx="342720" cy="27360"/>
            </a:xfrm>
            <a:custGeom>
              <a:avLst/>
              <a:gdLst>
                <a:gd name="textAreaLeft" fmla="*/ 0 w 342720"/>
                <a:gd name="textAreaRight" fmla="*/ 343080 w 342720"/>
                <a:gd name="textAreaTop" fmla="*/ 0 h 27360"/>
                <a:gd name="textAreaBottom" fmla="*/ 27720 h 27360"/>
              </a:gdLst>
              <a:ahLst/>
              <a:cxnLst/>
              <a:rect l="textAreaLeft" t="textAreaTop" r="textAreaRight" b="textAreaBottom"/>
              <a:pathLst>
                <a:path w="31456" h="2594">
                  <a:moveTo>
                    <a:pt x="0" y="0"/>
                  </a:moveTo>
                  <a:lnTo>
                    <a:pt x="0" y="2594"/>
                  </a:lnTo>
                  <a:lnTo>
                    <a:pt x="31456" y="2594"/>
                  </a:lnTo>
                  <a:lnTo>
                    <a:pt x="31456" y="0"/>
                  </a:lnTo>
                  <a:close/>
                </a:path>
              </a:pathLst>
            </a:custGeom>
            <a:solidFill>
              <a:srgbClr val="74C1B9"/>
            </a:solidFill>
            <a:ln w="0">
              <a:noFill/>
            </a:ln>
          </p:spPr>
          <p:style>
            <a:lnRef idx="0">
              <a:scrgbClr r="0" g="0" b="0"/>
            </a:lnRef>
            <a:fillRef idx="0">
              <a:scrgbClr r="0" g="0" b="0"/>
            </a:fillRef>
            <a:effectRef idx="0">
              <a:scrgbClr r="0" g="0" b="0"/>
            </a:effectRef>
            <a:fontRef idx="minor"/>
          </p:style>
          <p:txBody>
            <a:bodyPr tIns="5040" bIns="5040" anchor="ctr">
              <a:noAutofit/>
            </a:bodyPr>
            <a:lstStyle/>
            <a:p>
              <a:endParaRPr lang="en-US" sz="1400" b="0" u="none" strike="noStrike">
                <a:solidFill>
                  <a:srgbClr val="000000"/>
                </a:solidFill>
                <a:effectLst/>
                <a:uFillTx/>
                <a:latin typeface="Arial"/>
              </a:endParaRPr>
            </a:p>
          </p:txBody>
        </p:sp>
        <p:sp>
          <p:nvSpPr>
            <p:cNvPr id="275" name="Google Shape;2157;p 1"/>
            <p:cNvSpPr/>
            <p:nvPr/>
          </p:nvSpPr>
          <p:spPr>
            <a:xfrm>
              <a:off x="8637120" y="4120920"/>
              <a:ext cx="86400" cy="713160"/>
            </a:xfrm>
            <a:custGeom>
              <a:avLst/>
              <a:gdLst>
                <a:gd name="textAreaLeft" fmla="*/ 0 w 86400"/>
                <a:gd name="textAreaRight" fmla="*/ 86760 w 86400"/>
                <a:gd name="textAreaTop" fmla="*/ 0 h 713160"/>
                <a:gd name="textAreaBottom" fmla="*/ 713520 h 713160"/>
              </a:gdLst>
              <a:ahLst/>
              <a:cxnLst/>
              <a:rect l="textAreaLeft" t="textAreaTop" r="textAreaRight" b="textAreaBottom"/>
              <a:pathLst>
                <a:path w="7988" h="65520">
                  <a:moveTo>
                    <a:pt x="3995" y="1"/>
                  </a:moveTo>
                  <a:cubicBezTo>
                    <a:pt x="1789" y="1"/>
                    <a:pt x="1" y="1789"/>
                    <a:pt x="1" y="3995"/>
                  </a:cubicBezTo>
                  <a:lnTo>
                    <a:pt x="1" y="65519"/>
                  </a:lnTo>
                  <a:lnTo>
                    <a:pt x="7988" y="65519"/>
                  </a:lnTo>
                  <a:lnTo>
                    <a:pt x="7988" y="3995"/>
                  </a:lnTo>
                  <a:cubicBezTo>
                    <a:pt x="7988" y="1789"/>
                    <a:pt x="6200" y="1"/>
                    <a:pt x="3995"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76" name="Google Shape;2158;p 1"/>
            <p:cNvSpPr/>
            <p:nvPr/>
          </p:nvSpPr>
          <p:spPr>
            <a:xfrm>
              <a:off x="8357760" y="4170240"/>
              <a:ext cx="645840" cy="428400"/>
            </a:xfrm>
            <a:custGeom>
              <a:avLst/>
              <a:gdLst>
                <a:gd name="textAreaLeft" fmla="*/ 0 w 645840"/>
                <a:gd name="textAreaRight" fmla="*/ 646200 w 645840"/>
                <a:gd name="textAreaTop" fmla="*/ 0 h 428400"/>
                <a:gd name="textAreaBottom" fmla="*/ 428760 h 428400"/>
              </a:gdLst>
              <a:ahLst/>
              <a:cxnLst/>
              <a:rect l="textAreaLeft" t="textAreaTop" r="textAreaRight" b="textAreaBottom"/>
              <a:pathLst>
                <a:path w="59232" h="39446">
                  <a:moveTo>
                    <a:pt x="2581" y="0"/>
                  </a:moveTo>
                  <a:cubicBezTo>
                    <a:pt x="1153" y="0"/>
                    <a:pt x="1" y="1152"/>
                    <a:pt x="1" y="2582"/>
                  </a:cubicBezTo>
                  <a:lnTo>
                    <a:pt x="1" y="36864"/>
                  </a:lnTo>
                  <a:cubicBezTo>
                    <a:pt x="1" y="38293"/>
                    <a:pt x="1153" y="39445"/>
                    <a:pt x="2581" y="39445"/>
                  </a:cubicBezTo>
                  <a:lnTo>
                    <a:pt x="56651" y="39445"/>
                  </a:lnTo>
                  <a:cubicBezTo>
                    <a:pt x="58081" y="39445"/>
                    <a:pt x="59232" y="38293"/>
                    <a:pt x="59232" y="36864"/>
                  </a:cubicBezTo>
                  <a:lnTo>
                    <a:pt x="59232" y="2582"/>
                  </a:lnTo>
                  <a:cubicBezTo>
                    <a:pt x="59232" y="1152"/>
                    <a:pt x="58081" y="0"/>
                    <a:pt x="56651"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4880" bIns="74880" anchor="ctr">
              <a:noAutofit/>
            </a:bodyPr>
            <a:lstStyle/>
            <a:p>
              <a:endParaRPr lang="en-US" sz="1400" b="0" u="none" strike="noStrike">
                <a:solidFill>
                  <a:srgbClr val="000000"/>
                </a:solidFill>
                <a:effectLst/>
                <a:uFillTx/>
                <a:latin typeface="Arial"/>
              </a:endParaRPr>
            </a:p>
          </p:txBody>
        </p:sp>
        <p:sp>
          <p:nvSpPr>
            <p:cNvPr id="277" name="Google Shape;2159;p 1"/>
            <p:cNvSpPr/>
            <p:nvPr/>
          </p:nvSpPr>
          <p:spPr>
            <a:xfrm>
              <a:off x="8550000" y="4255920"/>
              <a:ext cx="70560" cy="90360"/>
            </a:xfrm>
            <a:custGeom>
              <a:avLst/>
              <a:gdLst>
                <a:gd name="textAreaLeft" fmla="*/ 0 w 70560"/>
                <a:gd name="textAreaRight" fmla="*/ 70920 w 70560"/>
                <a:gd name="textAreaTop" fmla="*/ 0 h 90360"/>
                <a:gd name="textAreaBottom" fmla="*/ 90720 h 90360"/>
              </a:gdLst>
              <a:ahLst/>
              <a:cxnLst/>
              <a:rect l="textAreaLeft" t="textAreaTop" r="textAreaRight" b="textAreaBottom"/>
              <a:pathLst>
                <a:path w="6524" h="8318">
                  <a:moveTo>
                    <a:pt x="0" y="1"/>
                  </a:moveTo>
                  <a:lnTo>
                    <a:pt x="0" y="8317"/>
                  </a:lnTo>
                  <a:lnTo>
                    <a:pt x="2352" y="8317"/>
                  </a:lnTo>
                  <a:lnTo>
                    <a:pt x="2352" y="5467"/>
                  </a:lnTo>
                  <a:lnTo>
                    <a:pt x="6025" y="5467"/>
                  </a:lnTo>
                  <a:lnTo>
                    <a:pt x="6025" y="3647"/>
                  </a:lnTo>
                  <a:lnTo>
                    <a:pt x="2352" y="3647"/>
                  </a:lnTo>
                  <a:lnTo>
                    <a:pt x="2352" y="1818"/>
                  </a:lnTo>
                  <a:lnTo>
                    <a:pt x="6524" y="1818"/>
                  </a:lnTo>
                  <a:lnTo>
                    <a:pt x="6524"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5840" bIns="15840" anchor="ctr">
              <a:noAutofit/>
            </a:bodyPr>
            <a:lstStyle/>
            <a:p>
              <a:endParaRPr lang="en-US" sz="1400" b="0" u="none" strike="noStrike">
                <a:solidFill>
                  <a:srgbClr val="000000"/>
                </a:solidFill>
                <a:effectLst/>
                <a:uFillTx/>
                <a:latin typeface="Arial"/>
              </a:endParaRPr>
            </a:p>
          </p:txBody>
        </p:sp>
        <p:sp>
          <p:nvSpPr>
            <p:cNvPr id="278" name="Google Shape;2160;p 1"/>
            <p:cNvSpPr/>
            <p:nvPr/>
          </p:nvSpPr>
          <p:spPr>
            <a:xfrm>
              <a:off x="8627760" y="4254120"/>
              <a:ext cx="99720" cy="92880"/>
            </a:xfrm>
            <a:custGeom>
              <a:avLst/>
              <a:gdLst>
                <a:gd name="textAreaLeft" fmla="*/ 0 w 99720"/>
                <a:gd name="textAreaRight" fmla="*/ 100080 w 99720"/>
                <a:gd name="textAreaTop" fmla="*/ 0 h 92880"/>
                <a:gd name="textAreaBottom" fmla="*/ 93240 h 92880"/>
              </a:gdLst>
              <a:ahLst/>
              <a:cxnLst/>
              <a:rect l="textAreaLeft" t="textAreaTop" r="textAreaRight" b="textAreaBottom"/>
              <a:pathLst>
                <a:path w="9246" h="8650">
                  <a:moveTo>
                    <a:pt x="4623" y="1948"/>
                  </a:moveTo>
                  <a:cubicBezTo>
                    <a:pt x="5043" y="1948"/>
                    <a:pt x="5423" y="2048"/>
                    <a:pt x="5765" y="2245"/>
                  </a:cubicBezTo>
                  <a:cubicBezTo>
                    <a:pt x="6105" y="2443"/>
                    <a:pt x="6374" y="2722"/>
                    <a:pt x="6572" y="3083"/>
                  </a:cubicBezTo>
                  <a:cubicBezTo>
                    <a:pt x="6771" y="3443"/>
                    <a:pt x="6869" y="3857"/>
                    <a:pt x="6869" y="4324"/>
                  </a:cubicBezTo>
                  <a:cubicBezTo>
                    <a:pt x="6869" y="4792"/>
                    <a:pt x="6771" y="5206"/>
                    <a:pt x="6572" y="5567"/>
                  </a:cubicBezTo>
                  <a:cubicBezTo>
                    <a:pt x="6374" y="5928"/>
                    <a:pt x="6105" y="6207"/>
                    <a:pt x="5765" y="6404"/>
                  </a:cubicBezTo>
                  <a:cubicBezTo>
                    <a:pt x="5423" y="6602"/>
                    <a:pt x="5044" y="6702"/>
                    <a:pt x="4623" y="6702"/>
                  </a:cubicBezTo>
                  <a:cubicBezTo>
                    <a:pt x="4203" y="6702"/>
                    <a:pt x="3823" y="6602"/>
                    <a:pt x="3483" y="6404"/>
                  </a:cubicBezTo>
                  <a:cubicBezTo>
                    <a:pt x="3143" y="6207"/>
                    <a:pt x="2874" y="5928"/>
                    <a:pt x="2675" y="5567"/>
                  </a:cubicBezTo>
                  <a:cubicBezTo>
                    <a:pt x="2477" y="5207"/>
                    <a:pt x="2379" y="4792"/>
                    <a:pt x="2379" y="4324"/>
                  </a:cubicBezTo>
                  <a:cubicBezTo>
                    <a:pt x="2377" y="3857"/>
                    <a:pt x="2477" y="3443"/>
                    <a:pt x="2675" y="3083"/>
                  </a:cubicBezTo>
                  <a:cubicBezTo>
                    <a:pt x="2874" y="2722"/>
                    <a:pt x="3143" y="2443"/>
                    <a:pt x="3483" y="2245"/>
                  </a:cubicBezTo>
                  <a:cubicBezTo>
                    <a:pt x="3824" y="2048"/>
                    <a:pt x="4203" y="1948"/>
                    <a:pt x="4623" y="1948"/>
                  </a:cubicBezTo>
                  <a:close/>
                  <a:moveTo>
                    <a:pt x="4623" y="0"/>
                  </a:moveTo>
                  <a:cubicBezTo>
                    <a:pt x="3745" y="0"/>
                    <a:pt x="2955" y="185"/>
                    <a:pt x="2253" y="559"/>
                  </a:cubicBezTo>
                  <a:cubicBezTo>
                    <a:pt x="1552" y="931"/>
                    <a:pt x="1001" y="1446"/>
                    <a:pt x="601" y="2103"/>
                  </a:cubicBezTo>
                  <a:cubicBezTo>
                    <a:pt x="201" y="2760"/>
                    <a:pt x="1" y="3501"/>
                    <a:pt x="1" y="4326"/>
                  </a:cubicBezTo>
                  <a:cubicBezTo>
                    <a:pt x="1" y="5149"/>
                    <a:pt x="201" y="5890"/>
                    <a:pt x="601" y="6547"/>
                  </a:cubicBezTo>
                  <a:cubicBezTo>
                    <a:pt x="1001" y="7204"/>
                    <a:pt x="1552" y="7719"/>
                    <a:pt x="2253" y="8091"/>
                  </a:cubicBezTo>
                  <a:cubicBezTo>
                    <a:pt x="2955" y="8465"/>
                    <a:pt x="3745" y="8650"/>
                    <a:pt x="4623" y="8650"/>
                  </a:cubicBezTo>
                  <a:cubicBezTo>
                    <a:pt x="5503" y="8650"/>
                    <a:pt x="6293" y="8465"/>
                    <a:pt x="6994" y="8091"/>
                  </a:cubicBezTo>
                  <a:cubicBezTo>
                    <a:pt x="7694" y="7719"/>
                    <a:pt x="8245" y="7204"/>
                    <a:pt x="8645" y="6547"/>
                  </a:cubicBezTo>
                  <a:cubicBezTo>
                    <a:pt x="9046" y="5890"/>
                    <a:pt x="9245" y="5149"/>
                    <a:pt x="9245" y="4326"/>
                  </a:cubicBezTo>
                  <a:cubicBezTo>
                    <a:pt x="9245" y="3501"/>
                    <a:pt x="9046" y="2760"/>
                    <a:pt x="8645" y="2103"/>
                  </a:cubicBezTo>
                  <a:cubicBezTo>
                    <a:pt x="8245" y="1446"/>
                    <a:pt x="7694" y="931"/>
                    <a:pt x="6994" y="559"/>
                  </a:cubicBezTo>
                  <a:cubicBezTo>
                    <a:pt x="6293" y="185"/>
                    <a:pt x="5503" y="0"/>
                    <a:pt x="4623"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endParaRPr lang="en-US" sz="1400" b="0" u="none" strike="noStrike">
                <a:solidFill>
                  <a:srgbClr val="000000"/>
                </a:solidFill>
                <a:effectLst/>
                <a:uFillTx/>
                <a:latin typeface="Arial"/>
              </a:endParaRPr>
            </a:p>
          </p:txBody>
        </p:sp>
        <p:sp>
          <p:nvSpPr>
            <p:cNvPr id="279" name="Google Shape;2161;p 1"/>
            <p:cNvSpPr/>
            <p:nvPr/>
          </p:nvSpPr>
          <p:spPr>
            <a:xfrm>
              <a:off x="8742240" y="4255920"/>
              <a:ext cx="82800" cy="90360"/>
            </a:xfrm>
            <a:custGeom>
              <a:avLst/>
              <a:gdLst>
                <a:gd name="textAreaLeft" fmla="*/ 0 w 82800"/>
                <a:gd name="textAreaRight" fmla="*/ 83160 w 82800"/>
                <a:gd name="textAreaTop" fmla="*/ 0 h 90360"/>
                <a:gd name="textAreaBottom" fmla="*/ 90720 h 90360"/>
              </a:gdLst>
              <a:ahLst/>
              <a:cxnLst/>
              <a:rect l="textAreaLeft" t="textAreaTop" r="textAreaRight" b="textAreaBottom"/>
              <a:pathLst>
                <a:path w="7667" h="8318">
                  <a:moveTo>
                    <a:pt x="3661" y="1854"/>
                  </a:moveTo>
                  <a:cubicBezTo>
                    <a:pt x="4142" y="1854"/>
                    <a:pt x="4507" y="1960"/>
                    <a:pt x="4753" y="2174"/>
                  </a:cubicBezTo>
                  <a:cubicBezTo>
                    <a:pt x="4999" y="2388"/>
                    <a:pt x="5122" y="2689"/>
                    <a:pt x="5122" y="3077"/>
                  </a:cubicBezTo>
                  <a:cubicBezTo>
                    <a:pt x="5122" y="3467"/>
                    <a:pt x="4999" y="3765"/>
                    <a:pt x="4755" y="3975"/>
                  </a:cubicBezTo>
                  <a:cubicBezTo>
                    <a:pt x="4509" y="4184"/>
                    <a:pt x="4144" y="4290"/>
                    <a:pt x="3661" y="4290"/>
                  </a:cubicBezTo>
                  <a:lnTo>
                    <a:pt x="2352" y="4290"/>
                  </a:lnTo>
                  <a:lnTo>
                    <a:pt x="2352" y="1854"/>
                  </a:lnTo>
                  <a:close/>
                  <a:moveTo>
                    <a:pt x="1" y="1"/>
                  </a:moveTo>
                  <a:lnTo>
                    <a:pt x="1" y="8317"/>
                  </a:lnTo>
                  <a:lnTo>
                    <a:pt x="2352" y="8317"/>
                  </a:lnTo>
                  <a:lnTo>
                    <a:pt x="2352" y="6108"/>
                  </a:lnTo>
                  <a:lnTo>
                    <a:pt x="3636" y="6108"/>
                  </a:lnTo>
                  <a:lnTo>
                    <a:pt x="5147" y="8317"/>
                  </a:lnTo>
                  <a:lnTo>
                    <a:pt x="7666" y="8317"/>
                  </a:lnTo>
                  <a:lnTo>
                    <a:pt x="5872" y="5704"/>
                  </a:lnTo>
                  <a:cubicBezTo>
                    <a:pt x="6394" y="5449"/>
                    <a:pt x="6797" y="5099"/>
                    <a:pt x="7077" y="4652"/>
                  </a:cubicBezTo>
                  <a:cubicBezTo>
                    <a:pt x="7359" y="4205"/>
                    <a:pt x="7500" y="3679"/>
                    <a:pt x="7500" y="3077"/>
                  </a:cubicBezTo>
                  <a:cubicBezTo>
                    <a:pt x="7500" y="2452"/>
                    <a:pt x="7349" y="1908"/>
                    <a:pt x="7047" y="1443"/>
                  </a:cubicBezTo>
                  <a:cubicBezTo>
                    <a:pt x="6746" y="980"/>
                    <a:pt x="6318" y="624"/>
                    <a:pt x="5763" y="374"/>
                  </a:cubicBezTo>
                  <a:cubicBezTo>
                    <a:pt x="5209" y="125"/>
                    <a:pt x="4555" y="1"/>
                    <a:pt x="3802"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5840" bIns="15840" anchor="ctr">
              <a:noAutofit/>
            </a:bodyPr>
            <a:lstStyle/>
            <a:p>
              <a:endParaRPr lang="en-US" sz="1400" b="0" u="none" strike="noStrike">
                <a:solidFill>
                  <a:srgbClr val="000000"/>
                </a:solidFill>
                <a:effectLst/>
                <a:uFillTx/>
                <a:latin typeface="Arial"/>
              </a:endParaRPr>
            </a:p>
          </p:txBody>
        </p:sp>
        <p:sp>
          <p:nvSpPr>
            <p:cNvPr id="280" name="Google Shape;2162;p 1"/>
            <p:cNvSpPr/>
            <p:nvPr/>
          </p:nvSpPr>
          <p:spPr>
            <a:xfrm>
              <a:off x="8421120" y="4386600"/>
              <a:ext cx="124560" cy="135000"/>
            </a:xfrm>
            <a:custGeom>
              <a:avLst/>
              <a:gdLst>
                <a:gd name="textAreaLeft" fmla="*/ 0 w 124560"/>
                <a:gd name="textAreaRight" fmla="*/ 124920 w 124560"/>
                <a:gd name="textAreaTop" fmla="*/ 0 h 135000"/>
                <a:gd name="textAreaBottom" fmla="*/ 135360 h 135000"/>
              </a:gdLst>
              <a:ahLst/>
              <a:cxnLst/>
              <a:rect l="textAreaLeft" t="textAreaTop" r="textAreaRight" b="textAreaBottom"/>
              <a:pathLst>
                <a:path w="11497" h="12478">
                  <a:moveTo>
                    <a:pt x="5489" y="2780"/>
                  </a:moveTo>
                  <a:cubicBezTo>
                    <a:pt x="6215" y="2780"/>
                    <a:pt x="6762" y="2941"/>
                    <a:pt x="7129" y="3262"/>
                  </a:cubicBezTo>
                  <a:cubicBezTo>
                    <a:pt x="7498" y="3583"/>
                    <a:pt x="7682" y="4035"/>
                    <a:pt x="7682" y="4617"/>
                  </a:cubicBezTo>
                  <a:cubicBezTo>
                    <a:pt x="7682" y="5199"/>
                    <a:pt x="7498" y="5647"/>
                    <a:pt x="7129" y="5963"/>
                  </a:cubicBezTo>
                  <a:cubicBezTo>
                    <a:pt x="6762" y="6277"/>
                    <a:pt x="6215" y="6434"/>
                    <a:pt x="5489" y="6434"/>
                  </a:cubicBezTo>
                  <a:lnTo>
                    <a:pt x="3529" y="6434"/>
                  </a:lnTo>
                  <a:lnTo>
                    <a:pt x="3529" y="2780"/>
                  </a:lnTo>
                  <a:close/>
                  <a:moveTo>
                    <a:pt x="0" y="0"/>
                  </a:moveTo>
                  <a:lnTo>
                    <a:pt x="0" y="12478"/>
                  </a:lnTo>
                  <a:lnTo>
                    <a:pt x="3529" y="12478"/>
                  </a:lnTo>
                  <a:lnTo>
                    <a:pt x="3529" y="9162"/>
                  </a:lnTo>
                  <a:lnTo>
                    <a:pt x="5455" y="9162"/>
                  </a:lnTo>
                  <a:lnTo>
                    <a:pt x="7718" y="12476"/>
                  </a:lnTo>
                  <a:lnTo>
                    <a:pt x="11497" y="12476"/>
                  </a:lnTo>
                  <a:lnTo>
                    <a:pt x="8805" y="8554"/>
                  </a:lnTo>
                  <a:cubicBezTo>
                    <a:pt x="9589" y="8174"/>
                    <a:pt x="10191" y="7649"/>
                    <a:pt x="10614" y="6977"/>
                  </a:cubicBezTo>
                  <a:cubicBezTo>
                    <a:pt x="11036" y="6306"/>
                    <a:pt x="11248" y="5518"/>
                    <a:pt x="11248" y="4615"/>
                  </a:cubicBezTo>
                  <a:cubicBezTo>
                    <a:pt x="11248" y="3678"/>
                    <a:pt x="11021" y="2860"/>
                    <a:pt x="10570" y="2165"/>
                  </a:cubicBezTo>
                  <a:cubicBezTo>
                    <a:pt x="10119" y="1469"/>
                    <a:pt x="9476" y="935"/>
                    <a:pt x="8644" y="560"/>
                  </a:cubicBezTo>
                  <a:cubicBezTo>
                    <a:pt x="7812" y="187"/>
                    <a:pt x="6832" y="0"/>
                    <a:pt x="5704"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3760" bIns="23760" anchor="ctr">
              <a:noAutofit/>
            </a:bodyPr>
            <a:lstStyle/>
            <a:p>
              <a:endParaRPr lang="en-US" sz="1400" b="0" u="none" strike="noStrike">
                <a:solidFill>
                  <a:srgbClr val="000000"/>
                </a:solidFill>
                <a:effectLst/>
                <a:uFillTx/>
                <a:latin typeface="Arial"/>
              </a:endParaRPr>
            </a:p>
          </p:txBody>
        </p:sp>
        <p:sp>
          <p:nvSpPr>
            <p:cNvPr id="281" name="Google Shape;2163;p 1"/>
            <p:cNvSpPr/>
            <p:nvPr/>
          </p:nvSpPr>
          <p:spPr>
            <a:xfrm>
              <a:off x="8564400" y="4386600"/>
              <a:ext cx="108000" cy="135000"/>
            </a:xfrm>
            <a:custGeom>
              <a:avLst/>
              <a:gdLst>
                <a:gd name="textAreaLeft" fmla="*/ 0 w 108000"/>
                <a:gd name="textAreaRight" fmla="*/ 108360 w 108000"/>
                <a:gd name="textAreaTop" fmla="*/ 0 h 135000"/>
                <a:gd name="textAreaBottom" fmla="*/ 135360 h 135000"/>
              </a:gdLst>
              <a:ahLst/>
              <a:cxnLst/>
              <a:rect l="textAreaLeft" t="textAreaTop" r="textAreaRight" b="textAreaBottom"/>
              <a:pathLst>
                <a:path w="10019" h="12478">
                  <a:moveTo>
                    <a:pt x="1" y="0"/>
                  </a:moveTo>
                  <a:lnTo>
                    <a:pt x="1" y="12478"/>
                  </a:lnTo>
                  <a:lnTo>
                    <a:pt x="10018" y="12478"/>
                  </a:lnTo>
                  <a:lnTo>
                    <a:pt x="10018" y="9750"/>
                  </a:lnTo>
                  <a:lnTo>
                    <a:pt x="3496" y="9750"/>
                  </a:lnTo>
                  <a:lnTo>
                    <a:pt x="3496" y="7469"/>
                  </a:lnTo>
                  <a:lnTo>
                    <a:pt x="9038" y="7469"/>
                  </a:lnTo>
                  <a:lnTo>
                    <a:pt x="9038" y="4831"/>
                  </a:lnTo>
                  <a:lnTo>
                    <a:pt x="3496" y="4831"/>
                  </a:lnTo>
                  <a:lnTo>
                    <a:pt x="3496" y="2727"/>
                  </a:lnTo>
                  <a:lnTo>
                    <a:pt x="9788" y="2727"/>
                  </a:lnTo>
                  <a:lnTo>
                    <a:pt x="9788"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3760" bIns="23760" anchor="ctr">
              <a:noAutofit/>
            </a:bodyPr>
            <a:lstStyle/>
            <a:p>
              <a:endParaRPr lang="en-US" sz="1400" b="0" u="none" strike="noStrike">
                <a:solidFill>
                  <a:srgbClr val="000000"/>
                </a:solidFill>
                <a:effectLst/>
                <a:uFillTx/>
                <a:latin typeface="Arial"/>
              </a:endParaRPr>
            </a:p>
          </p:txBody>
        </p:sp>
        <p:sp>
          <p:nvSpPr>
            <p:cNvPr id="282" name="Google Shape;2164;p 1"/>
            <p:cNvSpPr/>
            <p:nvPr/>
          </p:nvSpPr>
          <p:spPr>
            <a:xfrm>
              <a:off x="8695080" y="4386600"/>
              <a:ext cx="129240" cy="135000"/>
            </a:xfrm>
            <a:custGeom>
              <a:avLst/>
              <a:gdLst>
                <a:gd name="textAreaLeft" fmla="*/ 0 w 129240"/>
                <a:gd name="textAreaRight" fmla="*/ 129600 w 129240"/>
                <a:gd name="textAreaTop" fmla="*/ 0 h 135000"/>
                <a:gd name="textAreaBottom" fmla="*/ 135360 h 135000"/>
              </a:gdLst>
              <a:ahLst/>
              <a:cxnLst/>
              <a:rect l="textAreaLeft" t="textAreaTop" r="textAreaRight" b="textAreaBottom"/>
              <a:pathLst>
                <a:path w="11872" h="12478">
                  <a:moveTo>
                    <a:pt x="1" y="0"/>
                  </a:moveTo>
                  <a:lnTo>
                    <a:pt x="1" y="12478"/>
                  </a:lnTo>
                  <a:lnTo>
                    <a:pt x="3458" y="12478"/>
                  </a:lnTo>
                  <a:lnTo>
                    <a:pt x="3458" y="5828"/>
                  </a:lnTo>
                  <a:lnTo>
                    <a:pt x="8966" y="12478"/>
                  </a:lnTo>
                  <a:lnTo>
                    <a:pt x="11872" y="12478"/>
                  </a:lnTo>
                  <a:lnTo>
                    <a:pt x="11872" y="0"/>
                  </a:lnTo>
                  <a:lnTo>
                    <a:pt x="8413" y="0"/>
                  </a:lnTo>
                  <a:lnTo>
                    <a:pt x="8413" y="6649"/>
                  </a:lnTo>
                  <a:lnTo>
                    <a:pt x="2907"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3760" bIns="23760" anchor="ctr">
              <a:noAutofit/>
            </a:bodyPr>
            <a:lstStyle/>
            <a:p>
              <a:endParaRPr lang="en-US" sz="1400" b="0" u="none" strike="noStrike">
                <a:solidFill>
                  <a:srgbClr val="000000"/>
                </a:solidFill>
                <a:effectLst/>
                <a:uFillTx/>
                <a:latin typeface="Arial"/>
              </a:endParaRPr>
            </a:p>
          </p:txBody>
        </p:sp>
        <p:sp>
          <p:nvSpPr>
            <p:cNvPr id="283" name="Google Shape;2165;p 1"/>
            <p:cNvSpPr/>
            <p:nvPr/>
          </p:nvSpPr>
          <p:spPr>
            <a:xfrm>
              <a:off x="8839440" y="4386600"/>
              <a:ext cx="121680" cy="135000"/>
            </a:xfrm>
            <a:custGeom>
              <a:avLst/>
              <a:gdLst>
                <a:gd name="textAreaLeft" fmla="*/ 0 w 121680"/>
                <a:gd name="textAreaRight" fmla="*/ 122040 w 121680"/>
                <a:gd name="textAreaTop" fmla="*/ 0 h 135000"/>
                <a:gd name="textAreaBottom" fmla="*/ 135360 h 135000"/>
              </a:gdLst>
              <a:ahLst/>
              <a:cxnLst/>
              <a:rect l="textAreaLeft" t="textAreaTop" r="textAreaRight" b="textAreaBottom"/>
              <a:pathLst>
                <a:path w="11177" h="12477">
                  <a:moveTo>
                    <a:pt x="0" y="0"/>
                  </a:moveTo>
                  <a:lnTo>
                    <a:pt x="0" y="2799"/>
                  </a:lnTo>
                  <a:lnTo>
                    <a:pt x="3832" y="2799"/>
                  </a:lnTo>
                  <a:lnTo>
                    <a:pt x="3832" y="12476"/>
                  </a:lnTo>
                  <a:lnTo>
                    <a:pt x="7362" y="12476"/>
                  </a:lnTo>
                  <a:lnTo>
                    <a:pt x="7362" y="2799"/>
                  </a:lnTo>
                  <a:lnTo>
                    <a:pt x="11177" y="2799"/>
                  </a:lnTo>
                  <a:lnTo>
                    <a:pt x="11177"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3760" bIns="23760" anchor="ctr">
              <a:noAutofit/>
            </a:bodyPr>
            <a:lstStyle/>
            <a:p>
              <a:endParaRPr lang="en-US" sz="1400" b="0" u="none" strike="noStrike">
                <a:solidFill>
                  <a:srgbClr val="000000"/>
                </a:solidFill>
                <a:effectLst/>
                <a:uFillTx/>
                <a:latin typeface="Arial"/>
              </a:endParaRPr>
            </a:p>
          </p:txBody>
        </p:sp>
        <p:sp>
          <p:nvSpPr>
            <p:cNvPr id="284" name="Google Shape;2166;p 1"/>
            <p:cNvSpPr/>
            <p:nvPr/>
          </p:nvSpPr>
          <p:spPr>
            <a:xfrm>
              <a:off x="6290640" y="4831920"/>
              <a:ext cx="2670480" cy="153720"/>
            </a:xfrm>
            <a:custGeom>
              <a:avLst/>
              <a:gdLst>
                <a:gd name="textAreaLeft" fmla="*/ 0 w 2670480"/>
                <a:gd name="textAreaRight" fmla="*/ 2670840 w 2670480"/>
                <a:gd name="textAreaTop" fmla="*/ 0 h 153720"/>
                <a:gd name="textAreaBottom" fmla="*/ 154080 h 153720"/>
              </a:gdLst>
              <a:ahLst/>
              <a:cxnLst/>
              <a:rect l="textAreaLeft" t="textAreaTop" r="textAreaRight" b="textAreaBottom"/>
              <a:pathLst>
                <a:path w="244520" h="14162">
                  <a:moveTo>
                    <a:pt x="7082" y="0"/>
                  </a:moveTo>
                  <a:cubicBezTo>
                    <a:pt x="3172" y="0"/>
                    <a:pt x="1" y="3171"/>
                    <a:pt x="1" y="7081"/>
                  </a:cubicBezTo>
                  <a:cubicBezTo>
                    <a:pt x="1" y="10991"/>
                    <a:pt x="3172" y="14162"/>
                    <a:pt x="7082" y="14162"/>
                  </a:cubicBezTo>
                  <a:lnTo>
                    <a:pt x="237439" y="14162"/>
                  </a:lnTo>
                  <a:cubicBezTo>
                    <a:pt x="241349" y="14162"/>
                    <a:pt x="244520" y="10991"/>
                    <a:pt x="244520" y="7081"/>
                  </a:cubicBezTo>
                  <a:cubicBezTo>
                    <a:pt x="244520" y="3171"/>
                    <a:pt x="241349" y="0"/>
                    <a:pt x="237439"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7000" bIns="27000" anchor="ctr">
              <a:noAutofit/>
            </a:bodyPr>
            <a:lstStyle/>
            <a:p>
              <a:endParaRPr lang="en-US" sz="1400" b="0" u="none" strike="noStrike">
                <a:solidFill>
                  <a:srgbClr val="000000"/>
                </a:solidFill>
                <a:effectLst/>
                <a:uFillTx/>
                <a:latin typeface="Arial"/>
              </a:endParaRPr>
            </a:p>
          </p:txBody>
        </p:sp>
        <p:sp>
          <p:nvSpPr>
            <p:cNvPr id="285" name="Google Shape;2167;p 1"/>
            <p:cNvSpPr/>
            <p:nvPr/>
          </p:nvSpPr>
          <p:spPr>
            <a:xfrm>
              <a:off x="6290640" y="4912920"/>
              <a:ext cx="2670480" cy="76680"/>
            </a:xfrm>
            <a:custGeom>
              <a:avLst/>
              <a:gdLst>
                <a:gd name="textAreaLeft" fmla="*/ 0 w 2670480"/>
                <a:gd name="textAreaRight" fmla="*/ 2670840 w 2670480"/>
                <a:gd name="textAreaTop" fmla="*/ 0 h 76680"/>
                <a:gd name="textAreaBottom" fmla="*/ 77040 h 76680"/>
              </a:gdLst>
              <a:ahLst/>
              <a:cxnLst/>
              <a:rect l="textAreaLeft" t="textAreaTop" r="textAreaRight" b="textAreaBottom"/>
              <a:pathLst>
                <a:path w="244520" h="7082">
                  <a:moveTo>
                    <a:pt x="1" y="0"/>
                  </a:moveTo>
                  <a:cubicBezTo>
                    <a:pt x="1" y="3910"/>
                    <a:pt x="3172" y="7081"/>
                    <a:pt x="7082" y="7081"/>
                  </a:cubicBezTo>
                  <a:lnTo>
                    <a:pt x="237439" y="7081"/>
                  </a:lnTo>
                  <a:cubicBezTo>
                    <a:pt x="241349" y="7081"/>
                    <a:pt x="244520" y="3910"/>
                    <a:pt x="244520"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3680" bIns="13680" anchor="ctr">
              <a:noAutofit/>
            </a:bodyPr>
            <a:lstStyle/>
            <a:p>
              <a:endParaRPr lang="en-US" sz="1400" b="0" u="none" strike="noStrike">
                <a:solidFill>
                  <a:srgbClr val="000000"/>
                </a:solidFill>
                <a:effectLst/>
                <a:uFillTx/>
                <a:latin typeface="Arial"/>
              </a:endParaRPr>
            </a:p>
          </p:txBody>
        </p:sp>
      </p:grpSp>
      <p:grpSp>
        <p:nvGrpSpPr>
          <p:cNvPr id="286" name="Google Shape;2168;p 1"/>
          <p:cNvGrpSpPr/>
          <p:nvPr/>
        </p:nvGrpSpPr>
        <p:grpSpPr>
          <a:xfrm>
            <a:off x="4476453" y="148732"/>
            <a:ext cx="2545920" cy="1665000"/>
            <a:chOff x="4420080" y="392400"/>
            <a:chExt cx="2545920" cy="1665000"/>
          </a:xfrm>
        </p:grpSpPr>
        <p:sp>
          <p:nvSpPr>
            <p:cNvPr id="287" name="Google Shape;2169;p 1"/>
            <p:cNvSpPr/>
            <p:nvPr/>
          </p:nvSpPr>
          <p:spPr>
            <a:xfrm>
              <a:off x="6098400" y="956160"/>
              <a:ext cx="388800" cy="677160"/>
            </a:xfrm>
            <a:custGeom>
              <a:avLst/>
              <a:gdLst>
                <a:gd name="textAreaLeft" fmla="*/ 0 w 388800"/>
                <a:gd name="textAreaRight" fmla="*/ 389160 w 388800"/>
                <a:gd name="textAreaTop" fmla="*/ 0 h 677160"/>
                <a:gd name="textAreaBottom" fmla="*/ 677520 h 677160"/>
              </a:gdLst>
              <a:ahLst/>
              <a:cxnLst/>
              <a:rect l="textAreaLeft" t="textAreaTop" r="textAreaRight" b="textAreaBottom"/>
              <a:pathLst>
                <a:path w="36526" h="60418">
                  <a:moveTo>
                    <a:pt x="0" y="0"/>
                  </a:moveTo>
                  <a:lnTo>
                    <a:pt x="0" y="30209"/>
                  </a:lnTo>
                  <a:lnTo>
                    <a:pt x="0" y="60418"/>
                  </a:lnTo>
                  <a:lnTo>
                    <a:pt x="36526" y="60418"/>
                  </a:lnTo>
                  <a:lnTo>
                    <a:pt x="36526" y="30209"/>
                  </a:lnTo>
                  <a:lnTo>
                    <a:pt x="36526"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88" name="Google Shape;2170;p 1"/>
            <p:cNvSpPr/>
            <p:nvPr/>
          </p:nvSpPr>
          <p:spPr>
            <a:xfrm>
              <a:off x="5221800" y="1559160"/>
              <a:ext cx="1335960" cy="74160"/>
            </a:xfrm>
            <a:custGeom>
              <a:avLst/>
              <a:gdLst>
                <a:gd name="textAreaLeft" fmla="*/ 0 w 1335960"/>
                <a:gd name="textAreaRight" fmla="*/ 1336320 w 1335960"/>
                <a:gd name="textAreaTop" fmla="*/ 0 h 74160"/>
                <a:gd name="textAreaBottom" fmla="*/ 74520 h 74160"/>
              </a:gdLst>
              <a:ahLst/>
              <a:cxnLst/>
              <a:rect l="textAreaLeft" t="textAreaTop" r="textAreaRight" b="textAreaBottom"/>
              <a:pathLst>
                <a:path w="125164" h="6717">
                  <a:moveTo>
                    <a:pt x="6718" y="0"/>
                  </a:moveTo>
                  <a:cubicBezTo>
                    <a:pt x="3008" y="0"/>
                    <a:pt x="0" y="3007"/>
                    <a:pt x="2" y="6717"/>
                  </a:cubicBezTo>
                  <a:lnTo>
                    <a:pt x="125164" y="6717"/>
                  </a:lnTo>
                  <a:cubicBezTo>
                    <a:pt x="125164" y="3007"/>
                    <a:pt x="122157" y="0"/>
                    <a:pt x="118447" y="0"/>
                  </a:cubicBezTo>
                  <a:close/>
                </a:path>
              </a:pathLst>
            </a:custGeom>
            <a:solidFill>
              <a:srgbClr val="9AD7D2"/>
            </a:solidFill>
            <a:ln w="0">
              <a:noFill/>
            </a:ln>
          </p:spPr>
          <p:style>
            <a:lnRef idx="0">
              <a:scrgbClr r="0" g="0" b="0"/>
            </a:lnRef>
            <a:fillRef idx="0">
              <a:scrgbClr r="0" g="0" b="0"/>
            </a:fillRef>
            <a:effectRef idx="0">
              <a:scrgbClr r="0" g="0" b="0"/>
            </a:effectRef>
            <a:fontRef idx="minor"/>
          </p:style>
          <p:txBody>
            <a:bodyPr tIns="16920" bIns="16920" anchor="ctr">
              <a:noAutofit/>
            </a:bodyPr>
            <a:lstStyle/>
            <a:p>
              <a:endParaRPr lang="en-US" sz="1400" b="0" u="none" strike="noStrike">
                <a:solidFill>
                  <a:srgbClr val="000000"/>
                </a:solidFill>
                <a:effectLst/>
                <a:uFillTx/>
                <a:latin typeface="Arial"/>
              </a:endParaRPr>
            </a:p>
          </p:txBody>
        </p:sp>
        <p:sp>
          <p:nvSpPr>
            <p:cNvPr id="289" name="Google Shape;2171;p 1"/>
            <p:cNvSpPr/>
            <p:nvPr/>
          </p:nvSpPr>
          <p:spPr>
            <a:xfrm>
              <a:off x="5750280" y="425880"/>
              <a:ext cx="164160" cy="218880"/>
            </a:xfrm>
            <a:custGeom>
              <a:avLst/>
              <a:gdLst>
                <a:gd name="textAreaLeft" fmla="*/ 0 w 164160"/>
                <a:gd name="textAreaRight" fmla="*/ 164520 w 164160"/>
                <a:gd name="textAreaTop" fmla="*/ 0 h 218880"/>
                <a:gd name="textAreaBottom" fmla="*/ 219240 h 218880"/>
              </a:gdLst>
              <a:ahLst/>
              <a:cxnLst/>
              <a:rect l="textAreaLeft" t="textAreaTop" r="textAreaRight" b="textAreaBottom"/>
              <a:pathLst>
                <a:path w="15412" h="19557">
                  <a:moveTo>
                    <a:pt x="1" y="1"/>
                  </a:moveTo>
                  <a:lnTo>
                    <a:pt x="1" y="9778"/>
                  </a:lnTo>
                  <a:lnTo>
                    <a:pt x="1" y="19556"/>
                  </a:lnTo>
                  <a:lnTo>
                    <a:pt x="15411" y="19556"/>
                  </a:lnTo>
                  <a:lnTo>
                    <a:pt x="15411" y="9778"/>
                  </a:lnTo>
                  <a:lnTo>
                    <a:pt x="1541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9680" bIns="49680" anchor="ctr">
              <a:noAutofit/>
            </a:bodyPr>
            <a:lstStyle/>
            <a:p>
              <a:endParaRPr lang="en-US" sz="1400" b="0" u="none" strike="noStrike">
                <a:solidFill>
                  <a:srgbClr val="000000"/>
                </a:solidFill>
                <a:effectLst/>
                <a:uFillTx/>
                <a:latin typeface="Arial"/>
              </a:endParaRPr>
            </a:p>
          </p:txBody>
        </p:sp>
        <p:sp>
          <p:nvSpPr>
            <p:cNvPr id="290" name="Google Shape;2172;p 1"/>
            <p:cNvSpPr/>
            <p:nvPr/>
          </p:nvSpPr>
          <p:spPr>
            <a:xfrm>
              <a:off x="5750280" y="458640"/>
              <a:ext cx="164160" cy="67680"/>
            </a:xfrm>
            <a:custGeom>
              <a:avLst/>
              <a:gdLst>
                <a:gd name="textAreaLeft" fmla="*/ 0 w 164160"/>
                <a:gd name="textAreaRight" fmla="*/ 164520 w 164160"/>
                <a:gd name="textAreaTop" fmla="*/ 0 h 67680"/>
                <a:gd name="textAreaBottom" fmla="*/ 68040 h 67680"/>
              </a:gdLst>
              <a:ahLst/>
              <a:cxnLst/>
              <a:rect l="textAreaLeft" t="textAreaTop" r="textAreaRight" b="textAreaBottom"/>
              <a:pathLst>
                <a:path w="15412" h="6116">
                  <a:moveTo>
                    <a:pt x="1" y="0"/>
                  </a:moveTo>
                  <a:lnTo>
                    <a:pt x="1" y="3058"/>
                  </a:lnTo>
                  <a:lnTo>
                    <a:pt x="1" y="6115"/>
                  </a:lnTo>
                  <a:lnTo>
                    <a:pt x="15411" y="6115"/>
                  </a:lnTo>
                  <a:lnTo>
                    <a:pt x="15411" y="3058"/>
                  </a:lnTo>
                  <a:lnTo>
                    <a:pt x="1541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5480" bIns="15480" anchor="ctr">
              <a:noAutofit/>
            </a:bodyPr>
            <a:lstStyle/>
            <a:p>
              <a:endParaRPr lang="en-US" sz="1400" b="0" u="none" strike="noStrike">
                <a:solidFill>
                  <a:srgbClr val="000000"/>
                </a:solidFill>
                <a:effectLst/>
                <a:uFillTx/>
                <a:latin typeface="Arial"/>
              </a:endParaRPr>
            </a:p>
          </p:txBody>
        </p:sp>
        <p:sp>
          <p:nvSpPr>
            <p:cNvPr id="291" name="Google Shape;2173;p 1"/>
            <p:cNvSpPr/>
            <p:nvPr/>
          </p:nvSpPr>
          <p:spPr>
            <a:xfrm>
              <a:off x="5818680" y="713160"/>
              <a:ext cx="712800" cy="290880"/>
            </a:xfrm>
            <a:custGeom>
              <a:avLst/>
              <a:gdLst>
                <a:gd name="textAreaLeft" fmla="*/ 0 w 712800"/>
                <a:gd name="textAreaRight" fmla="*/ 713160 w 712800"/>
                <a:gd name="textAreaTop" fmla="*/ 0 h 290880"/>
                <a:gd name="textAreaBottom" fmla="*/ 291240 h 290880"/>
              </a:gdLst>
              <a:ahLst/>
              <a:cxnLst/>
              <a:rect l="textAreaLeft" t="textAreaTop" r="textAreaRight" b="textAreaBottom"/>
              <a:pathLst>
                <a:path w="66840" h="25944">
                  <a:moveTo>
                    <a:pt x="9803" y="1"/>
                  </a:moveTo>
                  <a:cubicBezTo>
                    <a:pt x="8849" y="1"/>
                    <a:pt x="8006" y="619"/>
                    <a:pt x="7719" y="1528"/>
                  </a:cubicBezTo>
                  <a:lnTo>
                    <a:pt x="3861" y="13736"/>
                  </a:lnTo>
                  <a:lnTo>
                    <a:pt x="1" y="25944"/>
                  </a:lnTo>
                  <a:lnTo>
                    <a:pt x="64550" y="25944"/>
                  </a:lnTo>
                  <a:cubicBezTo>
                    <a:pt x="65887" y="25944"/>
                    <a:pt x="66840" y="24646"/>
                    <a:pt x="66437" y="23370"/>
                  </a:cubicBezTo>
                  <a:lnTo>
                    <a:pt x="62984" y="12450"/>
                  </a:lnTo>
                  <a:lnTo>
                    <a:pt x="59532" y="1529"/>
                  </a:lnTo>
                  <a:cubicBezTo>
                    <a:pt x="59245" y="620"/>
                    <a:pt x="58402" y="1"/>
                    <a:pt x="57449"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292" name="Google Shape;2174;p 1"/>
            <p:cNvSpPr/>
            <p:nvPr/>
          </p:nvSpPr>
          <p:spPr>
            <a:xfrm>
              <a:off x="4857120" y="627480"/>
              <a:ext cx="1297440" cy="525240"/>
            </a:xfrm>
            <a:custGeom>
              <a:avLst/>
              <a:gdLst>
                <a:gd name="textAreaLeft" fmla="*/ 0 w 1297440"/>
                <a:gd name="textAreaRight" fmla="*/ 1297800 w 1297440"/>
                <a:gd name="textAreaTop" fmla="*/ 0 h 525240"/>
                <a:gd name="textAreaBottom" fmla="*/ 525600 h 525240"/>
              </a:gdLst>
              <a:ahLst/>
              <a:cxnLst/>
              <a:rect l="textAreaLeft" t="textAreaTop" r="textAreaRight" b="textAreaBottom"/>
              <a:pathLst>
                <a:path w="121522" h="46879">
                  <a:moveTo>
                    <a:pt x="19898" y="0"/>
                  </a:moveTo>
                  <a:cubicBezTo>
                    <a:pt x="16873" y="0"/>
                    <a:pt x="14201" y="1961"/>
                    <a:pt x="13289" y="4845"/>
                  </a:cubicBezTo>
                  <a:lnTo>
                    <a:pt x="6645" y="25861"/>
                  </a:lnTo>
                  <a:lnTo>
                    <a:pt x="0" y="46879"/>
                  </a:lnTo>
                  <a:lnTo>
                    <a:pt x="121522" y="46879"/>
                  </a:lnTo>
                  <a:lnTo>
                    <a:pt x="114879" y="25861"/>
                  </a:lnTo>
                  <a:lnTo>
                    <a:pt x="108235" y="4845"/>
                  </a:lnTo>
                  <a:cubicBezTo>
                    <a:pt x="107323" y="1961"/>
                    <a:pt x="104649" y="0"/>
                    <a:pt x="101626" y="0"/>
                  </a:cubicBezTo>
                  <a:cubicBezTo>
                    <a:pt x="101624" y="0"/>
                    <a:pt x="101623" y="0"/>
                    <a:pt x="101622" y="0"/>
                  </a:cubicBezTo>
                  <a:lnTo>
                    <a:pt x="19902" y="0"/>
                  </a:lnTo>
                  <a:cubicBezTo>
                    <a:pt x="19900" y="0"/>
                    <a:pt x="19899" y="0"/>
                    <a:pt x="1989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93" name="Google Shape;2175;p 1"/>
            <p:cNvSpPr/>
            <p:nvPr/>
          </p:nvSpPr>
          <p:spPr>
            <a:xfrm>
              <a:off x="4908960" y="471240"/>
              <a:ext cx="1195200" cy="1087200"/>
            </a:xfrm>
            <a:custGeom>
              <a:avLst/>
              <a:gdLst>
                <a:gd name="textAreaLeft" fmla="*/ 0 w 1195200"/>
                <a:gd name="textAreaRight" fmla="*/ 1195560 w 1195200"/>
                <a:gd name="textAreaTop" fmla="*/ 0 h 1087200"/>
                <a:gd name="textAreaBottom" fmla="*/ 1087560 h 1087200"/>
              </a:gdLst>
              <a:ahLst/>
              <a:cxnLst/>
              <a:rect l="textAreaLeft" t="textAreaTop" r="textAreaRight" b="textAreaBottom"/>
              <a:pathLst>
                <a:path w="111965" h="96914">
                  <a:moveTo>
                    <a:pt x="55983" y="0"/>
                  </a:moveTo>
                  <a:lnTo>
                    <a:pt x="27992" y="27991"/>
                  </a:lnTo>
                  <a:lnTo>
                    <a:pt x="1" y="55982"/>
                  </a:lnTo>
                  <a:lnTo>
                    <a:pt x="1" y="76447"/>
                  </a:lnTo>
                  <a:lnTo>
                    <a:pt x="1" y="96913"/>
                  </a:lnTo>
                  <a:lnTo>
                    <a:pt x="111965" y="96913"/>
                  </a:lnTo>
                  <a:lnTo>
                    <a:pt x="111965" y="76447"/>
                  </a:lnTo>
                  <a:lnTo>
                    <a:pt x="111965" y="55982"/>
                  </a:lnTo>
                  <a:lnTo>
                    <a:pt x="83974" y="27991"/>
                  </a:lnTo>
                  <a:lnTo>
                    <a:pt x="55983"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94" name="Google Shape;2176;p 1"/>
            <p:cNvSpPr/>
            <p:nvPr/>
          </p:nvSpPr>
          <p:spPr>
            <a:xfrm>
              <a:off x="4908960" y="517320"/>
              <a:ext cx="1195200" cy="704520"/>
            </a:xfrm>
            <a:custGeom>
              <a:avLst/>
              <a:gdLst>
                <a:gd name="textAreaLeft" fmla="*/ 0 w 1195200"/>
                <a:gd name="textAreaRight" fmla="*/ 1195560 w 1195200"/>
                <a:gd name="textAreaTop" fmla="*/ 0 h 704520"/>
                <a:gd name="textAreaBottom" fmla="*/ 704880 h 704520"/>
              </a:gdLst>
              <a:ahLst/>
              <a:cxnLst/>
              <a:rect l="textAreaLeft" t="textAreaTop" r="textAreaRight" b="textAreaBottom"/>
              <a:pathLst>
                <a:path w="111965" h="62893">
                  <a:moveTo>
                    <a:pt x="55990" y="0"/>
                  </a:moveTo>
                  <a:cubicBezTo>
                    <a:pt x="55395" y="0"/>
                    <a:pt x="54800" y="227"/>
                    <a:pt x="54345" y="682"/>
                  </a:cubicBezTo>
                  <a:lnTo>
                    <a:pt x="27173" y="27847"/>
                  </a:lnTo>
                  <a:lnTo>
                    <a:pt x="1" y="55013"/>
                  </a:lnTo>
                  <a:lnTo>
                    <a:pt x="1" y="62892"/>
                  </a:lnTo>
                  <a:lnTo>
                    <a:pt x="27992" y="34900"/>
                  </a:lnTo>
                  <a:lnTo>
                    <a:pt x="55983" y="6910"/>
                  </a:lnTo>
                  <a:lnTo>
                    <a:pt x="83974" y="34900"/>
                  </a:lnTo>
                  <a:lnTo>
                    <a:pt x="111965" y="62892"/>
                  </a:lnTo>
                  <a:lnTo>
                    <a:pt x="111965" y="55011"/>
                  </a:lnTo>
                  <a:lnTo>
                    <a:pt x="84800" y="27847"/>
                  </a:lnTo>
                  <a:lnTo>
                    <a:pt x="57636" y="682"/>
                  </a:lnTo>
                  <a:cubicBezTo>
                    <a:pt x="57181" y="227"/>
                    <a:pt x="56586" y="0"/>
                    <a:pt x="55990"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95" name="Google Shape;2177;p 1"/>
            <p:cNvSpPr/>
            <p:nvPr/>
          </p:nvSpPr>
          <p:spPr>
            <a:xfrm>
              <a:off x="4825080" y="460440"/>
              <a:ext cx="1362600" cy="745560"/>
            </a:xfrm>
            <a:custGeom>
              <a:avLst/>
              <a:gdLst>
                <a:gd name="textAreaLeft" fmla="*/ 0 w 1362600"/>
                <a:gd name="textAreaRight" fmla="*/ 1362960 w 1362600"/>
                <a:gd name="textAreaTop" fmla="*/ 0 h 745560"/>
                <a:gd name="textAreaBottom" fmla="*/ 745920 h 745560"/>
              </a:gdLst>
              <a:ahLst/>
              <a:cxnLst/>
              <a:rect l="textAreaLeft" t="textAreaTop" r="textAreaRight" b="textAreaBottom"/>
              <a:pathLst>
                <a:path w="127609" h="66502">
                  <a:moveTo>
                    <a:pt x="63812" y="1"/>
                  </a:moveTo>
                  <a:cubicBezTo>
                    <a:pt x="63217" y="1"/>
                    <a:pt x="62622" y="228"/>
                    <a:pt x="62167" y="682"/>
                  </a:cubicBezTo>
                  <a:lnTo>
                    <a:pt x="31628" y="31214"/>
                  </a:lnTo>
                  <a:lnTo>
                    <a:pt x="1089" y="61744"/>
                  </a:lnTo>
                  <a:cubicBezTo>
                    <a:pt x="1" y="62834"/>
                    <a:pt x="1" y="64598"/>
                    <a:pt x="1089" y="65686"/>
                  </a:cubicBezTo>
                  <a:cubicBezTo>
                    <a:pt x="1632" y="66230"/>
                    <a:pt x="2345" y="66502"/>
                    <a:pt x="3058" y="66502"/>
                  </a:cubicBezTo>
                  <a:cubicBezTo>
                    <a:pt x="3771" y="66502"/>
                    <a:pt x="4484" y="66230"/>
                    <a:pt x="5028" y="65686"/>
                  </a:cubicBezTo>
                  <a:lnTo>
                    <a:pt x="34417" y="36297"/>
                  </a:lnTo>
                  <a:lnTo>
                    <a:pt x="63805" y="6910"/>
                  </a:lnTo>
                  <a:lnTo>
                    <a:pt x="93192" y="36297"/>
                  </a:lnTo>
                  <a:lnTo>
                    <a:pt x="122580" y="65686"/>
                  </a:lnTo>
                  <a:cubicBezTo>
                    <a:pt x="123124" y="66230"/>
                    <a:pt x="123837" y="66502"/>
                    <a:pt x="124550" y="66502"/>
                  </a:cubicBezTo>
                  <a:cubicBezTo>
                    <a:pt x="125263" y="66502"/>
                    <a:pt x="125976" y="66230"/>
                    <a:pt x="126520" y="65686"/>
                  </a:cubicBezTo>
                  <a:lnTo>
                    <a:pt x="126521" y="65686"/>
                  </a:lnTo>
                  <a:cubicBezTo>
                    <a:pt x="127609" y="64598"/>
                    <a:pt x="127609" y="62832"/>
                    <a:pt x="126521" y="61744"/>
                  </a:cubicBezTo>
                  <a:lnTo>
                    <a:pt x="95989" y="31214"/>
                  </a:lnTo>
                  <a:lnTo>
                    <a:pt x="65458" y="682"/>
                  </a:lnTo>
                  <a:cubicBezTo>
                    <a:pt x="65003" y="228"/>
                    <a:pt x="64408" y="1"/>
                    <a:pt x="6381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96" name="Google Shape;2178;p 1"/>
            <p:cNvSpPr/>
            <p:nvPr/>
          </p:nvSpPr>
          <p:spPr>
            <a:xfrm>
              <a:off x="4838040" y="1559160"/>
              <a:ext cx="1336320" cy="74160"/>
            </a:xfrm>
            <a:custGeom>
              <a:avLst/>
              <a:gdLst>
                <a:gd name="textAreaLeft" fmla="*/ 0 w 1336320"/>
                <a:gd name="textAreaRight" fmla="*/ 1336680 w 1336320"/>
                <a:gd name="textAreaTop" fmla="*/ 0 h 74160"/>
                <a:gd name="textAreaBottom" fmla="*/ 74520 h 74160"/>
              </a:gdLst>
              <a:ahLst/>
              <a:cxnLst/>
              <a:rect l="textAreaLeft" t="textAreaTop" r="textAreaRight" b="textAreaBottom"/>
              <a:pathLst>
                <a:path w="125163" h="6717">
                  <a:moveTo>
                    <a:pt x="6717" y="0"/>
                  </a:moveTo>
                  <a:cubicBezTo>
                    <a:pt x="3007" y="0"/>
                    <a:pt x="1" y="3007"/>
                    <a:pt x="1" y="6717"/>
                  </a:cubicBezTo>
                  <a:lnTo>
                    <a:pt x="125163" y="6717"/>
                  </a:lnTo>
                  <a:cubicBezTo>
                    <a:pt x="125163" y="3007"/>
                    <a:pt x="122156" y="0"/>
                    <a:pt x="118446"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920" bIns="16920" anchor="ctr">
              <a:noAutofit/>
            </a:bodyPr>
            <a:lstStyle/>
            <a:p>
              <a:endParaRPr lang="en-US" sz="1400" b="0" u="none" strike="noStrike">
                <a:solidFill>
                  <a:srgbClr val="000000"/>
                </a:solidFill>
                <a:effectLst/>
                <a:uFillTx/>
                <a:latin typeface="Arial"/>
              </a:endParaRPr>
            </a:p>
          </p:txBody>
        </p:sp>
        <p:sp>
          <p:nvSpPr>
            <p:cNvPr id="297" name="Google Shape;2179;p 1"/>
            <p:cNvSpPr/>
            <p:nvPr/>
          </p:nvSpPr>
          <p:spPr>
            <a:xfrm>
              <a:off x="5414760" y="1119600"/>
              <a:ext cx="181440" cy="513720"/>
            </a:xfrm>
            <a:custGeom>
              <a:avLst/>
              <a:gdLst>
                <a:gd name="textAreaLeft" fmla="*/ 0 w 181440"/>
                <a:gd name="textAreaRight" fmla="*/ 181800 w 181440"/>
                <a:gd name="textAreaTop" fmla="*/ 0 h 513720"/>
                <a:gd name="textAreaBottom" fmla="*/ 514080 h 513720"/>
              </a:gdLst>
              <a:ahLst/>
              <a:cxnLst/>
              <a:rect l="textAreaLeft" t="textAreaTop" r="textAreaRight" b="textAreaBottom"/>
              <a:pathLst>
                <a:path w="17070" h="45824">
                  <a:moveTo>
                    <a:pt x="5402" y="1"/>
                  </a:moveTo>
                  <a:cubicBezTo>
                    <a:pt x="2419" y="1"/>
                    <a:pt x="0" y="2418"/>
                    <a:pt x="0" y="5401"/>
                  </a:cubicBezTo>
                  <a:lnTo>
                    <a:pt x="0" y="45824"/>
                  </a:lnTo>
                  <a:lnTo>
                    <a:pt x="17069" y="45824"/>
                  </a:lnTo>
                  <a:lnTo>
                    <a:pt x="17069" y="5401"/>
                  </a:lnTo>
                  <a:cubicBezTo>
                    <a:pt x="17069" y="2418"/>
                    <a:pt x="14650" y="1"/>
                    <a:pt x="1166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298" name="Google Shape;2180;p 1"/>
            <p:cNvSpPr/>
            <p:nvPr/>
          </p:nvSpPr>
          <p:spPr>
            <a:xfrm>
              <a:off x="5063040" y="1119600"/>
              <a:ext cx="183960" cy="353160"/>
            </a:xfrm>
            <a:custGeom>
              <a:avLst/>
              <a:gdLst>
                <a:gd name="textAreaLeft" fmla="*/ 0 w 183960"/>
                <a:gd name="textAreaRight" fmla="*/ 184320 w 183960"/>
                <a:gd name="textAreaTop" fmla="*/ 0 h 353160"/>
                <a:gd name="textAreaBottom" fmla="*/ 353520 h 353160"/>
              </a:gdLst>
              <a:ahLst/>
              <a:cxnLst/>
              <a:rect l="textAreaLeft" t="textAreaTop" r="textAreaRight" b="textAreaBottom"/>
              <a:pathLst>
                <a:path w="17296" h="31489">
                  <a:moveTo>
                    <a:pt x="2864" y="0"/>
                  </a:moveTo>
                  <a:cubicBezTo>
                    <a:pt x="1282" y="0"/>
                    <a:pt x="0" y="1283"/>
                    <a:pt x="0" y="2865"/>
                  </a:cubicBezTo>
                  <a:lnTo>
                    <a:pt x="0" y="28624"/>
                  </a:lnTo>
                  <a:cubicBezTo>
                    <a:pt x="0" y="30206"/>
                    <a:pt x="1282" y="31487"/>
                    <a:pt x="2864" y="31487"/>
                  </a:cubicBezTo>
                  <a:lnTo>
                    <a:pt x="2864" y="31489"/>
                  </a:lnTo>
                  <a:lnTo>
                    <a:pt x="14430" y="31489"/>
                  </a:lnTo>
                  <a:cubicBezTo>
                    <a:pt x="16013" y="31487"/>
                    <a:pt x="17296" y="30206"/>
                    <a:pt x="17296" y="28624"/>
                  </a:cubicBezTo>
                  <a:lnTo>
                    <a:pt x="17296" y="2865"/>
                  </a:lnTo>
                  <a:cubicBezTo>
                    <a:pt x="17296" y="1283"/>
                    <a:pt x="16013" y="0"/>
                    <a:pt x="14430"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79920" bIns="79920" anchor="ctr">
              <a:noAutofit/>
            </a:bodyPr>
            <a:lstStyle/>
            <a:p>
              <a:endParaRPr lang="en-US" sz="1400" b="0" u="none" strike="noStrike">
                <a:solidFill>
                  <a:srgbClr val="FFFFFF"/>
                </a:solidFill>
                <a:effectLst/>
                <a:uFillTx/>
                <a:latin typeface="Arial"/>
              </a:endParaRPr>
            </a:p>
          </p:txBody>
        </p:sp>
        <p:sp>
          <p:nvSpPr>
            <p:cNvPr id="299" name="Google Shape;2181;p 1"/>
            <p:cNvSpPr/>
            <p:nvPr/>
          </p:nvSpPr>
          <p:spPr>
            <a:xfrm>
              <a:off x="5764320" y="1119600"/>
              <a:ext cx="183960" cy="353160"/>
            </a:xfrm>
            <a:custGeom>
              <a:avLst/>
              <a:gdLst>
                <a:gd name="textAreaLeft" fmla="*/ 0 w 183960"/>
                <a:gd name="textAreaRight" fmla="*/ 184320 w 183960"/>
                <a:gd name="textAreaTop" fmla="*/ 0 h 353160"/>
                <a:gd name="textAreaBottom" fmla="*/ 353520 h 353160"/>
              </a:gdLst>
              <a:ahLst/>
              <a:cxnLst/>
              <a:rect l="textAreaLeft" t="textAreaTop" r="textAreaRight" b="textAreaBottom"/>
              <a:pathLst>
                <a:path w="17297" h="31489">
                  <a:moveTo>
                    <a:pt x="2865" y="0"/>
                  </a:moveTo>
                  <a:cubicBezTo>
                    <a:pt x="1282" y="0"/>
                    <a:pt x="1" y="1283"/>
                    <a:pt x="1" y="2865"/>
                  </a:cubicBezTo>
                  <a:lnTo>
                    <a:pt x="1" y="28624"/>
                  </a:lnTo>
                  <a:cubicBezTo>
                    <a:pt x="1" y="30206"/>
                    <a:pt x="1282" y="31487"/>
                    <a:pt x="2865" y="31487"/>
                  </a:cubicBezTo>
                  <a:lnTo>
                    <a:pt x="2865" y="31489"/>
                  </a:lnTo>
                  <a:lnTo>
                    <a:pt x="14431" y="31489"/>
                  </a:lnTo>
                  <a:cubicBezTo>
                    <a:pt x="16013" y="31487"/>
                    <a:pt x="17297" y="30206"/>
                    <a:pt x="17297" y="28624"/>
                  </a:cubicBezTo>
                  <a:lnTo>
                    <a:pt x="17297" y="2865"/>
                  </a:lnTo>
                  <a:cubicBezTo>
                    <a:pt x="17297" y="1283"/>
                    <a:pt x="16013" y="0"/>
                    <a:pt x="1443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79920" bIns="79920" anchor="ctr">
              <a:noAutofit/>
            </a:bodyPr>
            <a:lstStyle/>
            <a:p>
              <a:endParaRPr lang="en-US" sz="1400" b="0" u="none" strike="noStrike">
                <a:solidFill>
                  <a:srgbClr val="FFFFFF"/>
                </a:solidFill>
                <a:effectLst/>
                <a:uFillTx/>
                <a:latin typeface="Arial"/>
              </a:endParaRPr>
            </a:p>
          </p:txBody>
        </p:sp>
        <p:sp>
          <p:nvSpPr>
            <p:cNvPr id="300" name="Google Shape;2182;p 1"/>
            <p:cNvSpPr/>
            <p:nvPr/>
          </p:nvSpPr>
          <p:spPr>
            <a:xfrm>
              <a:off x="5405760" y="762840"/>
              <a:ext cx="191520" cy="190800"/>
            </a:xfrm>
            <a:custGeom>
              <a:avLst/>
              <a:gdLst>
                <a:gd name="textAreaLeft" fmla="*/ 0 w 191520"/>
                <a:gd name="textAreaRight" fmla="*/ 191880 w 191520"/>
                <a:gd name="textAreaTop" fmla="*/ 0 h 190800"/>
                <a:gd name="textAreaBottom" fmla="*/ 191160 h 190800"/>
              </a:gdLst>
              <a:ahLst/>
              <a:cxnLst/>
              <a:rect l="textAreaLeft" t="textAreaTop" r="textAreaRight" b="textAreaBottom"/>
              <a:pathLst>
                <a:path w="17977" h="17069">
                  <a:moveTo>
                    <a:pt x="9437" y="0"/>
                  </a:moveTo>
                  <a:cubicBezTo>
                    <a:pt x="7796" y="0"/>
                    <a:pt x="6145" y="472"/>
                    <a:pt x="4700" y="1438"/>
                  </a:cubicBezTo>
                  <a:cubicBezTo>
                    <a:pt x="1315" y="3701"/>
                    <a:pt x="0" y="8037"/>
                    <a:pt x="1558" y="11800"/>
                  </a:cubicBezTo>
                  <a:cubicBezTo>
                    <a:pt x="2899" y="15034"/>
                    <a:pt x="6043" y="17069"/>
                    <a:pt x="9437" y="17069"/>
                  </a:cubicBezTo>
                  <a:cubicBezTo>
                    <a:pt x="9989" y="17069"/>
                    <a:pt x="10547" y="17015"/>
                    <a:pt x="11106" y="16904"/>
                  </a:cubicBezTo>
                  <a:cubicBezTo>
                    <a:pt x="15098" y="16110"/>
                    <a:pt x="17974" y="12606"/>
                    <a:pt x="17974" y="8534"/>
                  </a:cubicBezTo>
                  <a:cubicBezTo>
                    <a:pt x="17977" y="6270"/>
                    <a:pt x="17078" y="4099"/>
                    <a:pt x="15475" y="2500"/>
                  </a:cubicBezTo>
                  <a:cubicBezTo>
                    <a:pt x="13825" y="851"/>
                    <a:pt x="11639" y="0"/>
                    <a:pt x="9437"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3200" bIns="43200" anchor="ctr">
              <a:noAutofit/>
            </a:bodyPr>
            <a:lstStyle/>
            <a:p>
              <a:endParaRPr lang="en-US" sz="1400" b="0" u="none" strike="noStrike">
                <a:solidFill>
                  <a:srgbClr val="FFFFFF"/>
                </a:solidFill>
                <a:effectLst/>
                <a:uFillTx/>
                <a:latin typeface="Arial"/>
              </a:endParaRPr>
            </a:p>
          </p:txBody>
        </p:sp>
        <p:sp>
          <p:nvSpPr>
            <p:cNvPr id="301" name="Google Shape;2183;p 1"/>
            <p:cNvSpPr/>
            <p:nvPr/>
          </p:nvSpPr>
          <p:spPr>
            <a:xfrm>
              <a:off x="6197400" y="1119600"/>
              <a:ext cx="183960" cy="353160"/>
            </a:xfrm>
            <a:custGeom>
              <a:avLst/>
              <a:gdLst>
                <a:gd name="textAreaLeft" fmla="*/ 0 w 183960"/>
                <a:gd name="textAreaRight" fmla="*/ 184320 w 183960"/>
                <a:gd name="textAreaTop" fmla="*/ 0 h 353160"/>
                <a:gd name="textAreaBottom" fmla="*/ 353520 h 353160"/>
              </a:gdLst>
              <a:ahLst/>
              <a:cxnLst/>
              <a:rect l="textAreaLeft" t="textAreaTop" r="textAreaRight" b="textAreaBottom"/>
              <a:pathLst>
                <a:path w="17297" h="31489">
                  <a:moveTo>
                    <a:pt x="2865" y="0"/>
                  </a:moveTo>
                  <a:cubicBezTo>
                    <a:pt x="1284" y="0"/>
                    <a:pt x="1" y="1283"/>
                    <a:pt x="1" y="2865"/>
                  </a:cubicBezTo>
                  <a:lnTo>
                    <a:pt x="1" y="28624"/>
                  </a:lnTo>
                  <a:cubicBezTo>
                    <a:pt x="1" y="30206"/>
                    <a:pt x="1284" y="31487"/>
                    <a:pt x="2865" y="31487"/>
                  </a:cubicBezTo>
                  <a:lnTo>
                    <a:pt x="2865" y="31489"/>
                  </a:lnTo>
                  <a:lnTo>
                    <a:pt x="14433" y="31489"/>
                  </a:lnTo>
                  <a:cubicBezTo>
                    <a:pt x="16014" y="31487"/>
                    <a:pt x="17297" y="30206"/>
                    <a:pt x="17297" y="28624"/>
                  </a:cubicBezTo>
                  <a:lnTo>
                    <a:pt x="17297" y="2865"/>
                  </a:lnTo>
                  <a:cubicBezTo>
                    <a:pt x="17297" y="1283"/>
                    <a:pt x="16014" y="0"/>
                    <a:pt x="1443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79920" bIns="79920" anchor="ctr">
              <a:noAutofit/>
            </a:bodyPr>
            <a:lstStyle/>
            <a:p>
              <a:endParaRPr lang="en-US" sz="1400" b="0" u="none" strike="noStrike">
                <a:solidFill>
                  <a:srgbClr val="FFFFFF"/>
                </a:solidFill>
                <a:effectLst/>
                <a:uFillTx/>
                <a:latin typeface="Arial"/>
              </a:endParaRPr>
            </a:p>
          </p:txBody>
        </p:sp>
        <p:sp>
          <p:nvSpPr>
            <p:cNvPr id="302" name="Google Shape;2184;p 1"/>
            <p:cNvSpPr/>
            <p:nvPr/>
          </p:nvSpPr>
          <p:spPr>
            <a:xfrm>
              <a:off x="4610880" y="1635120"/>
              <a:ext cx="2212200" cy="399600"/>
            </a:xfrm>
            <a:custGeom>
              <a:avLst/>
              <a:gdLst>
                <a:gd name="textAreaLeft" fmla="*/ 0 w 2212200"/>
                <a:gd name="textAreaRight" fmla="*/ 2212560 w 2212200"/>
                <a:gd name="textAreaTop" fmla="*/ 0 h 399600"/>
                <a:gd name="textAreaBottom" fmla="*/ 399960 h 399600"/>
              </a:gdLst>
              <a:ahLst/>
              <a:cxnLst/>
              <a:rect l="textAreaLeft" t="textAreaTop" r="textAreaRight" b="textAreaBottom"/>
              <a:pathLst>
                <a:path w="207213" h="35694">
                  <a:moveTo>
                    <a:pt x="21401" y="1"/>
                  </a:moveTo>
                  <a:cubicBezTo>
                    <a:pt x="15492" y="1"/>
                    <a:pt x="10141" y="2396"/>
                    <a:pt x="6269" y="6268"/>
                  </a:cubicBezTo>
                  <a:cubicBezTo>
                    <a:pt x="2396" y="10141"/>
                    <a:pt x="1" y="15491"/>
                    <a:pt x="1" y="21400"/>
                  </a:cubicBezTo>
                  <a:lnTo>
                    <a:pt x="1" y="35694"/>
                  </a:lnTo>
                  <a:lnTo>
                    <a:pt x="207211" y="35694"/>
                  </a:lnTo>
                  <a:lnTo>
                    <a:pt x="207212" y="21400"/>
                  </a:lnTo>
                  <a:cubicBezTo>
                    <a:pt x="207212" y="15491"/>
                    <a:pt x="204816" y="10141"/>
                    <a:pt x="200944" y="6268"/>
                  </a:cubicBezTo>
                  <a:cubicBezTo>
                    <a:pt x="197072" y="2396"/>
                    <a:pt x="191721" y="1"/>
                    <a:pt x="18581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0360" bIns="90360" anchor="ctr">
              <a:noAutofit/>
            </a:bodyPr>
            <a:lstStyle/>
            <a:p>
              <a:endParaRPr lang="en-US" sz="1400" b="0" u="none" strike="noStrike">
                <a:solidFill>
                  <a:srgbClr val="000000"/>
                </a:solidFill>
                <a:effectLst/>
                <a:uFillTx/>
                <a:latin typeface="Arial"/>
              </a:endParaRPr>
            </a:p>
          </p:txBody>
        </p:sp>
        <p:sp>
          <p:nvSpPr>
            <p:cNvPr id="303" name="Google Shape;2185;p 1"/>
            <p:cNvSpPr/>
            <p:nvPr/>
          </p:nvSpPr>
          <p:spPr>
            <a:xfrm>
              <a:off x="6277320" y="1119600"/>
              <a:ext cx="23760" cy="353160"/>
            </a:xfrm>
            <a:custGeom>
              <a:avLst/>
              <a:gdLst>
                <a:gd name="textAreaLeft" fmla="*/ 0 w 23760"/>
                <a:gd name="textAreaRight" fmla="*/ 24120 w 23760"/>
                <a:gd name="textAreaTop" fmla="*/ 0 h 353160"/>
                <a:gd name="textAreaBottom" fmla="*/ 353520 h 353160"/>
              </a:gdLst>
              <a:ahLst/>
              <a:cxnLst/>
              <a:rect l="textAreaLeft" t="textAreaTop" r="textAreaRight" b="textAreaBottom"/>
              <a:pathLst>
                <a:path w="2265" h="31487">
                  <a:moveTo>
                    <a:pt x="1" y="1"/>
                  </a:moveTo>
                  <a:lnTo>
                    <a:pt x="1" y="31486"/>
                  </a:lnTo>
                  <a:lnTo>
                    <a:pt x="2265" y="31486"/>
                  </a:lnTo>
                  <a:lnTo>
                    <a:pt x="2265" y="1"/>
                  </a:lnTo>
                  <a:close/>
                </a:path>
              </a:pathLst>
            </a:custGeom>
            <a:solidFill>
              <a:srgbClr val="9AD7D2"/>
            </a:solidFill>
            <a:ln w="0">
              <a:noFill/>
            </a:ln>
          </p:spPr>
          <p:style>
            <a:lnRef idx="0">
              <a:scrgbClr r="0" g="0" b="0"/>
            </a:lnRef>
            <a:fillRef idx="0">
              <a:scrgbClr r="0" g="0" b="0"/>
            </a:fillRef>
            <a:effectRef idx="0">
              <a:scrgbClr r="0" g="0" b="0"/>
            </a:effectRef>
            <a:fontRef idx="minor"/>
          </p:style>
          <p:txBody>
            <a:bodyPr tIns="79920" bIns="79920" anchor="ctr">
              <a:noAutofit/>
            </a:bodyPr>
            <a:lstStyle/>
            <a:p>
              <a:endParaRPr lang="en-US" sz="1400" b="0" u="none" strike="noStrike">
                <a:solidFill>
                  <a:srgbClr val="000000"/>
                </a:solidFill>
                <a:effectLst/>
                <a:uFillTx/>
                <a:latin typeface="Arial"/>
              </a:endParaRPr>
            </a:p>
          </p:txBody>
        </p:sp>
        <p:sp>
          <p:nvSpPr>
            <p:cNvPr id="304" name="Google Shape;2186;p 1"/>
            <p:cNvSpPr/>
            <p:nvPr/>
          </p:nvSpPr>
          <p:spPr>
            <a:xfrm>
              <a:off x="6197400" y="1284480"/>
              <a:ext cx="201960" cy="24840"/>
            </a:xfrm>
            <a:custGeom>
              <a:avLst/>
              <a:gdLst>
                <a:gd name="textAreaLeft" fmla="*/ 0 w 201960"/>
                <a:gd name="textAreaRight" fmla="*/ 202320 w 201960"/>
                <a:gd name="textAreaTop" fmla="*/ 0 h 24840"/>
                <a:gd name="textAreaBottom" fmla="*/ 25200 h 24840"/>
              </a:gdLst>
              <a:ahLst/>
              <a:cxnLst/>
              <a:rect l="textAreaLeft" t="textAreaTop" r="textAreaRight" b="textAreaBottom"/>
              <a:pathLst>
                <a:path w="18944" h="2265">
                  <a:moveTo>
                    <a:pt x="1" y="0"/>
                  </a:moveTo>
                  <a:lnTo>
                    <a:pt x="1" y="2265"/>
                  </a:lnTo>
                  <a:lnTo>
                    <a:pt x="17812" y="2265"/>
                  </a:lnTo>
                  <a:cubicBezTo>
                    <a:pt x="18437" y="2265"/>
                    <a:pt x="18944" y="1758"/>
                    <a:pt x="18944" y="1133"/>
                  </a:cubicBezTo>
                  <a:cubicBezTo>
                    <a:pt x="18944" y="507"/>
                    <a:pt x="18437" y="0"/>
                    <a:pt x="17812" y="0"/>
                  </a:cubicBezTo>
                  <a:close/>
                </a:path>
              </a:pathLst>
            </a:custGeom>
            <a:solidFill>
              <a:srgbClr val="9AD7D2"/>
            </a:solidFill>
            <a:ln w="0">
              <a:noFill/>
            </a:ln>
          </p:spPr>
          <p:style>
            <a:lnRef idx="0">
              <a:scrgbClr r="0" g="0" b="0"/>
            </a:lnRef>
            <a:fillRef idx="0">
              <a:scrgbClr r="0" g="0" b="0"/>
            </a:fillRef>
            <a:effectRef idx="0">
              <a:scrgbClr r="0" g="0" b="0"/>
            </a:effectRef>
            <a:fontRef idx="minor"/>
          </p:style>
          <p:txBody>
            <a:bodyPr tIns="5760" bIns="5760" anchor="ctr">
              <a:noAutofit/>
            </a:bodyPr>
            <a:lstStyle/>
            <a:p>
              <a:endParaRPr lang="en-US" sz="1400" b="0" u="none" strike="noStrike">
                <a:solidFill>
                  <a:srgbClr val="000000"/>
                </a:solidFill>
                <a:effectLst/>
                <a:uFillTx/>
                <a:latin typeface="Arial"/>
              </a:endParaRPr>
            </a:p>
          </p:txBody>
        </p:sp>
        <p:sp>
          <p:nvSpPr>
            <p:cNvPr id="305" name="Google Shape;2187;p 1"/>
            <p:cNvSpPr/>
            <p:nvPr/>
          </p:nvSpPr>
          <p:spPr>
            <a:xfrm>
              <a:off x="5844960" y="1119600"/>
              <a:ext cx="23400" cy="353160"/>
            </a:xfrm>
            <a:custGeom>
              <a:avLst/>
              <a:gdLst>
                <a:gd name="textAreaLeft" fmla="*/ 0 w 23400"/>
                <a:gd name="textAreaRight" fmla="*/ 23760 w 23400"/>
                <a:gd name="textAreaTop" fmla="*/ 0 h 353160"/>
                <a:gd name="textAreaBottom" fmla="*/ 353520 h 353160"/>
              </a:gdLst>
              <a:ahLst/>
              <a:cxnLst/>
              <a:rect l="textAreaLeft" t="textAreaTop" r="textAreaRight" b="textAreaBottom"/>
              <a:pathLst>
                <a:path w="2265" h="31487">
                  <a:moveTo>
                    <a:pt x="1" y="1"/>
                  </a:moveTo>
                  <a:lnTo>
                    <a:pt x="1" y="31486"/>
                  </a:lnTo>
                  <a:lnTo>
                    <a:pt x="2265" y="31486"/>
                  </a:lnTo>
                  <a:lnTo>
                    <a:pt x="2265" y="1"/>
                  </a:lnTo>
                  <a:close/>
                </a:path>
              </a:pathLst>
            </a:custGeom>
            <a:solidFill>
              <a:srgbClr val="9AD7D2"/>
            </a:solidFill>
            <a:ln w="0">
              <a:noFill/>
            </a:ln>
          </p:spPr>
          <p:style>
            <a:lnRef idx="0">
              <a:scrgbClr r="0" g="0" b="0"/>
            </a:lnRef>
            <a:fillRef idx="0">
              <a:scrgbClr r="0" g="0" b="0"/>
            </a:fillRef>
            <a:effectRef idx="0">
              <a:scrgbClr r="0" g="0" b="0"/>
            </a:effectRef>
            <a:fontRef idx="minor"/>
          </p:style>
          <p:txBody>
            <a:bodyPr tIns="79920" bIns="79920" anchor="ctr">
              <a:noAutofit/>
            </a:bodyPr>
            <a:lstStyle/>
            <a:p>
              <a:endParaRPr lang="en-US" sz="1400" b="0" u="none" strike="noStrike">
                <a:solidFill>
                  <a:srgbClr val="000000"/>
                </a:solidFill>
                <a:effectLst/>
                <a:uFillTx/>
                <a:latin typeface="Arial"/>
              </a:endParaRPr>
            </a:p>
          </p:txBody>
        </p:sp>
        <p:sp>
          <p:nvSpPr>
            <p:cNvPr id="306" name="Google Shape;2188;p 1"/>
            <p:cNvSpPr/>
            <p:nvPr/>
          </p:nvSpPr>
          <p:spPr>
            <a:xfrm>
              <a:off x="5764320" y="1284480"/>
              <a:ext cx="183960" cy="24840"/>
            </a:xfrm>
            <a:custGeom>
              <a:avLst/>
              <a:gdLst>
                <a:gd name="textAreaLeft" fmla="*/ 0 w 183960"/>
                <a:gd name="textAreaRight" fmla="*/ 184320 w 183960"/>
                <a:gd name="textAreaTop" fmla="*/ 0 h 24840"/>
                <a:gd name="textAreaBottom" fmla="*/ 25200 h 24840"/>
              </a:gdLst>
              <a:ahLst/>
              <a:cxnLst/>
              <a:rect l="textAreaLeft" t="textAreaTop" r="textAreaRight" b="textAreaBottom"/>
              <a:pathLst>
                <a:path w="17297" h="2265">
                  <a:moveTo>
                    <a:pt x="1" y="0"/>
                  </a:moveTo>
                  <a:lnTo>
                    <a:pt x="1" y="2265"/>
                  </a:lnTo>
                  <a:lnTo>
                    <a:pt x="17297" y="2265"/>
                  </a:lnTo>
                  <a:lnTo>
                    <a:pt x="17297" y="0"/>
                  </a:lnTo>
                  <a:close/>
                </a:path>
              </a:pathLst>
            </a:custGeom>
            <a:solidFill>
              <a:srgbClr val="9AD7D2"/>
            </a:solidFill>
            <a:ln w="0">
              <a:noFill/>
            </a:ln>
          </p:spPr>
          <p:style>
            <a:lnRef idx="0">
              <a:scrgbClr r="0" g="0" b="0"/>
            </a:lnRef>
            <a:fillRef idx="0">
              <a:scrgbClr r="0" g="0" b="0"/>
            </a:fillRef>
            <a:effectRef idx="0">
              <a:scrgbClr r="0" g="0" b="0"/>
            </a:effectRef>
            <a:fontRef idx="minor"/>
          </p:style>
          <p:txBody>
            <a:bodyPr tIns="5760" bIns="5760" anchor="ctr">
              <a:noAutofit/>
            </a:bodyPr>
            <a:lstStyle/>
            <a:p>
              <a:endParaRPr lang="en-US" sz="1400" b="0" u="none" strike="noStrike">
                <a:solidFill>
                  <a:srgbClr val="000000"/>
                </a:solidFill>
                <a:effectLst/>
                <a:uFillTx/>
                <a:latin typeface="Arial"/>
              </a:endParaRPr>
            </a:p>
          </p:txBody>
        </p:sp>
        <p:sp>
          <p:nvSpPr>
            <p:cNvPr id="307" name="Google Shape;2189;p 1"/>
            <p:cNvSpPr/>
            <p:nvPr/>
          </p:nvSpPr>
          <p:spPr>
            <a:xfrm>
              <a:off x="5143320" y="1119600"/>
              <a:ext cx="23760" cy="353160"/>
            </a:xfrm>
            <a:custGeom>
              <a:avLst/>
              <a:gdLst>
                <a:gd name="textAreaLeft" fmla="*/ 0 w 23760"/>
                <a:gd name="textAreaRight" fmla="*/ 24120 w 23760"/>
                <a:gd name="textAreaTop" fmla="*/ 0 h 353160"/>
                <a:gd name="textAreaBottom" fmla="*/ 353520 h 353160"/>
              </a:gdLst>
              <a:ahLst/>
              <a:cxnLst/>
              <a:rect l="textAreaLeft" t="textAreaTop" r="textAreaRight" b="textAreaBottom"/>
              <a:pathLst>
                <a:path w="2266" h="31487">
                  <a:moveTo>
                    <a:pt x="1" y="1"/>
                  </a:moveTo>
                  <a:lnTo>
                    <a:pt x="1" y="31486"/>
                  </a:lnTo>
                  <a:lnTo>
                    <a:pt x="2265" y="31486"/>
                  </a:lnTo>
                  <a:lnTo>
                    <a:pt x="2265" y="1"/>
                  </a:lnTo>
                  <a:close/>
                </a:path>
              </a:pathLst>
            </a:custGeom>
            <a:solidFill>
              <a:srgbClr val="9AD7D2"/>
            </a:solidFill>
            <a:ln w="0">
              <a:noFill/>
            </a:ln>
          </p:spPr>
          <p:style>
            <a:lnRef idx="0">
              <a:scrgbClr r="0" g="0" b="0"/>
            </a:lnRef>
            <a:fillRef idx="0">
              <a:scrgbClr r="0" g="0" b="0"/>
            </a:fillRef>
            <a:effectRef idx="0">
              <a:scrgbClr r="0" g="0" b="0"/>
            </a:effectRef>
            <a:fontRef idx="minor"/>
          </p:style>
          <p:txBody>
            <a:bodyPr tIns="79920" bIns="79920" anchor="ctr">
              <a:noAutofit/>
            </a:bodyPr>
            <a:lstStyle/>
            <a:p>
              <a:endParaRPr lang="en-US" sz="1400" b="0" u="none" strike="noStrike">
                <a:solidFill>
                  <a:srgbClr val="000000"/>
                </a:solidFill>
                <a:effectLst/>
                <a:uFillTx/>
                <a:latin typeface="Arial"/>
              </a:endParaRPr>
            </a:p>
          </p:txBody>
        </p:sp>
        <p:sp>
          <p:nvSpPr>
            <p:cNvPr id="308" name="Google Shape;2190;p 1"/>
            <p:cNvSpPr/>
            <p:nvPr/>
          </p:nvSpPr>
          <p:spPr>
            <a:xfrm>
              <a:off x="5063040" y="1284480"/>
              <a:ext cx="183960" cy="24840"/>
            </a:xfrm>
            <a:custGeom>
              <a:avLst/>
              <a:gdLst>
                <a:gd name="textAreaLeft" fmla="*/ 0 w 183960"/>
                <a:gd name="textAreaRight" fmla="*/ 184320 w 183960"/>
                <a:gd name="textAreaTop" fmla="*/ 0 h 24840"/>
                <a:gd name="textAreaBottom" fmla="*/ 25200 h 24840"/>
              </a:gdLst>
              <a:ahLst/>
              <a:cxnLst/>
              <a:rect l="textAreaLeft" t="textAreaTop" r="textAreaRight" b="textAreaBottom"/>
              <a:pathLst>
                <a:path w="17296" h="2265">
                  <a:moveTo>
                    <a:pt x="0" y="0"/>
                  </a:moveTo>
                  <a:lnTo>
                    <a:pt x="0" y="2265"/>
                  </a:lnTo>
                  <a:lnTo>
                    <a:pt x="17296" y="2265"/>
                  </a:lnTo>
                  <a:lnTo>
                    <a:pt x="17296" y="0"/>
                  </a:lnTo>
                  <a:close/>
                </a:path>
              </a:pathLst>
            </a:custGeom>
            <a:solidFill>
              <a:srgbClr val="9AD7D2"/>
            </a:solidFill>
            <a:ln w="0">
              <a:noFill/>
            </a:ln>
          </p:spPr>
          <p:style>
            <a:lnRef idx="0">
              <a:scrgbClr r="0" g="0" b="0"/>
            </a:lnRef>
            <a:fillRef idx="0">
              <a:scrgbClr r="0" g="0" b="0"/>
            </a:fillRef>
            <a:effectRef idx="0">
              <a:scrgbClr r="0" g="0" b="0"/>
            </a:effectRef>
            <a:fontRef idx="minor"/>
          </p:style>
          <p:txBody>
            <a:bodyPr tIns="5760" bIns="5760" anchor="ctr">
              <a:noAutofit/>
            </a:bodyPr>
            <a:lstStyle/>
            <a:p>
              <a:endParaRPr lang="en-US" sz="1400" b="0" u="none" strike="noStrike">
                <a:solidFill>
                  <a:srgbClr val="000000"/>
                </a:solidFill>
                <a:effectLst/>
                <a:uFillTx/>
                <a:latin typeface="Arial"/>
              </a:endParaRPr>
            </a:p>
          </p:txBody>
        </p:sp>
        <p:sp>
          <p:nvSpPr>
            <p:cNvPr id="309" name="Google Shape;2191;p 1"/>
            <p:cNvSpPr/>
            <p:nvPr/>
          </p:nvSpPr>
          <p:spPr>
            <a:xfrm>
              <a:off x="5708880" y="392400"/>
              <a:ext cx="245160" cy="65520"/>
            </a:xfrm>
            <a:custGeom>
              <a:avLst/>
              <a:gdLst>
                <a:gd name="textAreaLeft" fmla="*/ 0 w 245160"/>
                <a:gd name="textAreaRight" fmla="*/ 245520 w 245160"/>
                <a:gd name="textAreaTop" fmla="*/ 0 h 65520"/>
                <a:gd name="textAreaBottom" fmla="*/ 65880 h 65520"/>
              </a:gdLst>
              <a:ahLst/>
              <a:cxnLst/>
              <a:rect l="textAreaLeft" t="textAreaTop" r="textAreaRight" b="textAreaBottom"/>
              <a:pathLst>
                <a:path w="22985" h="5918">
                  <a:moveTo>
                    <a:pt x="2959" y="0"/>
                  </a:moveTo>
                  <a:cubicBezTo>
                    <a:pt x="1325" y="0"/>
                    <a:pt x="0" y="1324"/>
                    <a:pt x="0" y="2957"/>
                  </a:cubicBezTo>
                  <a:cubicBezTo>
                    <a:pt x="0" y="4592"/>
                    <a:pt x="1325" y="5916"/>
                    <a:pt x="2959" y="5917"/>
                  </a:cubicBezTo>
                  <a:lnTo>
                    <a:pt x="20027" y="5917"/>
                  </a:lnTo>
                  <a:cubicBezTo>
                    <a:pt x="21661" y="5916"/>
                    <a:pt x="22984" y="4592"/>
                    <a:pt x="22984" y="2959"/>
                  </a:cubicBezTo>
                  <a:cubicBezTo>
                    <a:pt x="22984" y="1324"/>
                    <a:pt x="21661" y="0"/>
                    <a:pt x="2002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5120" bIns="15120" anchor="ctr">
              <a:noAutofit/>
            </a:bodyPr>
            <a:lstStyle/>
            <a:p>
              <a:endParaRPr lang="en-US" sz="1400" b="0" u="none" strike="noStrike">
                <a:solidFill>
                  <a:srgbClr val="000000"/>
                </a:solidFill>
                <a:effectLst/>
                <a:uFillTx/>
                <a:latin typeface="Arial"/>
              </a:endParaRPr>
            </a:p>
          </p:txBody>
        </p:sp>
        <p:sp>
          <p:nvSpPr>
            <p:cNvPr id="310" name="Google Shape;2192;p 1"/>
            <p:cNvSpPr/>
            <p:nvPr/>
          </p:nvSpPr>
          <p:spPr>
            <a:xfrm>
              <a:off x="6589800" y="1310040"/>
              <a:ext cx="74520" cy="621360"/>
            </a:xfrm>
            <a:custGeom>
              <a:avLst/>
              <a:gdLst>
                <a:gd name="textAreaLeft" fmla="*/ 0 w 74520"/>
                <a:gd name="textAreaRight" fmla="*/ 74880 w 74520"/>
                <a:gd name="textAreaTop" fmla="*/ 0 h 621360"/>
                <a:gd name="textAreaBottom" fmla="*/ 621720 h 621360"/>
              </a:gdLst>
              <a:ahLst/>
              <a:cxnLst/>
              <a:rect l="textAreaLeft" t="textAreaTop" r="textAreaRight" b="textAreaBottom"/>
              <a:pathLst>
                <a:path w="7033" h="55410">
                  <a:moveTo>
                    <a:pt x="50" y="0"/>
                  </a:moveTo>
                  <a:cubicBezTo>
                    <a:pt x="23" y="0"/>
                    <a:pt x="0" y="23"/>
                    <a:pt x="0" y="51"/>
                  </a:cubicBezTo>
                  <a:lnTo>
                    <a:pt x="0" y="55359"/>
                  </a:lnTo>
                  <a:cubicBezTo>
                    <a:pt x="0" y="55387"/>
                    <a:pt x="23" y="55410"/>
                    <a:pt x="50" y="55410"/>
                  </a:cubicBezTo>
                  <a:lnTo>
                    <a:pt x="6983" y="55410"/>
                  </a:lnTo>
                  <a:cubicBezTo>
                    <a:pt x="7010" y="55410"/>
                    <a:pt x="7032" y="55387"/>
                    <a:pt x="7032" y="55359"/>
                  </a:cubicBezTo>
                  <a:lnTo>
                    <a:pt x="7032" y="51"/>
                  </a:lnTo>
                  <a:cubicBezTo>
                    <a:pt x="7032" y="23"/>
                    <a:pt x="7010" y="0"/>
                    <a:pt x="698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311" name="Google Shape;2193;p 1"/>
            <p:cNvSpPr/>
            <p:nvPr/>
          </p:nvSpPr>
          <p:spPr>
            <a:xfrm>
              <a:off x="6589800" y="1864080"/>
              <a:ext cx="194760" cy="111960"/>
            </a:xfrm>
            <a:custGeom>
              <a:avLst/>
              <a:gdLst>
                <a:gd name="textAreaLeft" fmla="*/ 0 w 194760"/>
                <a:gd name="textAreaRight" fmla="*/ 195120 w 194760"/>
                <a:gd name="textAreaTop" fmla="*/ 0 h 111960"/>
                <a:gd name="textAreaBottom" fmla="*/ 112320 h 111960"/>
              </a:gdLst>
              <a:ahLst/>
              <a:cxnLst/>
              <a:rect l="textAreaLeft" t="textAreaTop" r="textAreaRight" b="textAreaBottom"/>
              <a:pathLst>
                <a:path w="18313" h="10015">
                  <a:moveTo>
                    <a:pt x="9629" y="0"/>
                  </a:moveTo>
                  <a:cubicBezTo>
                    <a:pt x="7231" y="0"/>
                    <a:pt x="5228" y="1689"/>
                    <a:pt x="4740" y="3941"/>
                  </a:cubicBezTo>
                  <a:cubicBezTo>
                    <a:pt x="4230" y="3322"/>
                    <a:pt x="3481" y="2985"/>
                    <a:pt x="2714" y="2985"/>
                  </a:cubicBezTo>
                  <a:cubicBezTo>
                    <a:pt x="2381" y="2985"/>
                    <a:pt x="2044" y="3048"/>
                    <a:pt x="1723" y="3179"/>
                  </a:cubicBezTo>
                  <a:cubicBezTo>
                    <a:pt x="657" y="3614"/>
                    <a:pt x="1" y="4690"/>
                    <a:pt x="100" y="5836"/>
                  </a:cubicBezTo>
                  <a:cubicBezTo>
                    <a:pt x="199" y="6981"/>
                    <a:pt x="1033" y="7928"/>
                    <a:pt x="2155" y="8172"/>
                  </a:cubicBezTo>
                  <a:cubicBezTo>
                    <a:pt x="2341" y="8213"/>
                    <a:pt x="2528" y="8232"/>
                    <a:pt x="2713" y="8232"/>
                  </a:cubicBezTo>
                  <a:cubicBezTo>
                    <a:pt x="3643" y="8232"/>
                    <a:pt x="4524" y="7736"/>
                    <a:pt x="4997" y="6901"/>
                  </a:cubicBezTo>
                  <a:cubicBezTo>
                    <a:pt x="5743" y="8727"/>
                    <a:pt x="7534" y="10015"/>
                    <a:pt x="9629" y="10015"/>
                  </a:cubicBezTo>
                  <a:cubicBezTo>
                    <a:pt x="11805" y="10015"/>
                    <a:pt x="13650" y="8625"/>
                    <a:pt x="14341" y="6688"/>
                  </a:cubicBezTo>
                  <a:cubicBezTo>
                    <a:pt x="14714" y="7324"/>
                    <a:pt x="15396" y="7755"/>
                    <a:pt x="16186" y="7755"/>
                  </a:cubicBezTo>
                  <a:cubicBezTo>
                    <a:pt x="17363" y="7744"/>
                    <a:pt x="18312" y="6787"/>
                    <a:pt x="18312" y="5609"/>
                  </a:cubicBezTo>
                  <a:cubicBezTo>
                    <a:pt x="18312" y="4433"/>
                    <a:pt x="17363" y="3475"/>
                    <a:pt x="16186" y="3463"/>
                  </a:cubicBezTo>
                  <a:cubicBezTo>
                    <a:pt x="15537" y="3463"/>
                    <a:pt x="14962" y="3758"/>
                    <a:pt x="14568" y="4215"/>
                  </a:cubicBezTo>
                  <a:cubicBezTo>
                    <a:pt x="14188" y="1827"/>
                    <a:pt x="12125" y="0"/>
                    <a:pt x="9629"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5560" bIns="25560" anchor="ctr">
              <a:noAutofit/>
            </a:bodyPr>
            <a:lstStyle/>
            <a:p>
              <a:endParaRPr lang="en-US" sz="1400" b="0" u="none" strike="noStrike">
                <a:solidFill>
                  <a:srgbClr val="000000"/>
                </a:solidFill>
                <a:effectLst/>
                <a:uFillTx/>
                <a:latin typeface="Arial"/>
              </a:endParaRPr>
            </a:p>
          </p:txBody>
        </p:sp>
        <p:sp>
          <p:nvSpPr>
            <p:cNvPr id="312" name="Google Shape;2194;p 1"/>
            <p:cNvSpPr/>
            <p:nvPr/>
          </p:nvSpPr>
          <p:spPr>
            <a:xfrm>
              <a:off x="6256800" y="1801080"/>
              <a:ext cx="369360" cy="174960"/>
            </a:xfrm>
            <a:custGeom>
              <a:avLst/>
              <a:gdLst>
                <a:gd name="textAreaLeft" fmla="*/ 0 w 369360"/>
                <a:gd name="textAreaRight" fmla="*/ 369720 w 369360"/>
                <a:gd name="textAreaTop" fmla="*/ 0 h 174960"/>
                <a:gd name="textAreaBottom" fmla="*/ 175320 h 174960"/>
              </a:gdLst>
              <a:ahLst/>
              <a:cxnLst/>
              <a:rect l="textAreaLeft" t="textAreaTop" r="textAreaRight" b="textAreaBottom"/>
              <a:pathLst>
                <a:path w="34630" h="15622">
                  <a:moveTo>
                    <a:pt x="21394" y="1"/>
                  </a:moveTo>
                  <a:cubicBezTo>
                    <a:pt x="18309" y="1"/>
                    <a:pt x="15693" y="1981"/>
                    <a:pt x="14731" y="4738"/>
                  </a:cubicBezTo>
                  <a:cubicBezTo>
                    <a:pt x="13748" y="4070"/>
                    <a:pt x="12586" y="3712"/>
                    <a:pt x="11397" y="3712"/>
                  </a:cubicBezTo>
                  <a:cubicBezTo>
                    <a:pt x="11395" y="3712"/>
                    <a:pt x="11392" y="3712"/>
                    <a:pt x="11390" y="3712"/>
                  </a:cubicBezTo>
                  <a:cubicBezTo>
                    <a:pt x="9145" y="3712"/>
                    <a:pt x="7190" y="4956"/>
                    <a:pt x="6176" y="6792"/>
                  </a:cubicBezTo>
                  <a:cubicBezTo>
                    <a:pt x="5500" y="6221"/>
                    <a:pt x="4643" y="5909"/>
                    <a:pt x="3758" y="5909"/>
                  </a:cubicBezTo>
                  <a:cubicBezTo>
                    <a:pt x="1683" y="5909"/>
                    <a:pt x="1" y="7592"/>
                    <a:pt x="1" y="9667"/>
                  </a:cubicBezTo>
                  <a:cubicBezTo>
                    <a:pt x="1" y="11743"/>
                    <a:pt x="1683" y="13425"/>
                    <a:pt x="3758" y="13425"/>
                  </a:cubicBezTo>
                  <a:cubicBezTo>
                    <a:pt x="4643" y="13425"/>
                    <a:pt x="5500" y="13112"/>
                    <a:pt x="6176" y="12541"/>
                  </a:cubicBezTo>
                  <a:cubicBezTo>
                    <a:pt x="7190" y="14377"/>
                    <a:pt x="9144" y="15621"/>
                    <a:pt x="11390" y="15621"/>
                  </a:cubicBezTo>
                  <a:cubicBezTo>
                    <a:pt x="13717" y="15621"/>
                    <a:pt x="15729" y="14283"/>
                    <a:pt x="16707" y="12335"/>
                  </a:cubicBezTo>
                  <a:cubicBezTo>
                    <a:pt x="17954" y="13446"/>
                    <a:pt x="19594" y="14125"/>
                    <a:pt x="21394" y="14125"/>
                  </a:cubicBezTo>
                  <a:cubicBezTo>
                    <a:pt x="23850" y="14125"/>
                    <a:pt x="26011" y="12870"/>
                    <a:pt x="27276" y="10968"/>
                  </a:cubicBezTo>
                  <a:cubicBezTo>
                    <a:pt x="27808" y="12421"/>
                    <a:pt x="29199" y="13461"/>
                    <a:pt x="30836" y="13461"/>
                  </a:cubicBezTo>
                  <a:cubicBezTo>
                    <a:pt x="32932" y="13461"/>
                    <a:pt x="34630" y="11761"/>
                    <a:pt x="34630" y="9667"/>
                  </a:cubicBezTo>
                  <a:cubicBezTo>
                    <a:pt x="34630" y="7572"/>
                    <a:pt x="32932" y="5873"/>
                    <a:pt x="30836" y="5873"/>
                  </a:cubicBezTo>
                  <a:cubicBezTo>
                    <a:pt x="30834" y="5873"/>
                    <a:pt x="30831" y="5873"/>
                    <a:pt x="30829" y="5873"/>
                  </a:cubicBezTo>
                  <a:cubicBezTo>
                    <a:pt x="29959" y="5873"/>
                    <a:pt x="29114" y="6175"/>
                    <a:pt x="28439" y="6726"/>
                  </a:cubicBezTo>
                  <a:cubicBezTo>
                    <a:pt x="28262" y="2983"/>
                    <a:pt x="25180" y="1"/>
                    <a:pt x="21394"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39600" bIns="39600" anchor="ctr">
              <a:noAutofit/>
            </a:bodyPr>
            <a:lstStyle/>
            <a:p>
              <a:endParaRPr lang="en-US" sz="1400" b="0" u="none" strike="noStrike">
                <a:solidFill>
                  <a:srgbClr val="000000"/>
                </a:solidFill>
                <a:effectLst/>
                <a:uFillTx/>
                <a:latin typeface="Arial"/>
              </a:endParaRPr>
            </a:p>
          </p:txBody>
        </p:sp>
        <p:sp>
          <p:nvSpPr>
            <p:cNvPr id="313" name="Google Shape;2195;p 1"/>
            <p:cNvSpPr/>
            <p:nvPr/>
          </p:nvSpPr>
          <p:spPr>
            <a:xfrm>
              <a:off x="5025600" y="1873080"/>
              <a:ext cx="195480" cy="111600"/>
            </a:xfrm>
            <a:custGeom>
              <a:avLst/>
              <a:gdLst>
                <a:gd name="textAreaLeft" fmla="*/ 0 w 195480"/>
                <a:gd name="textAreaRight" fmla="*/ 195840 w 195480"/>
                <a:gd name="textAreaTop" fmla="*/ 0 h 111600"/>
                <a:gd name="textAreaBottom" fmla="*/ 111960 h 111600"/>
              </a:gdLst>
              <a:ahLst/>
              <a:cxnLst/>
              <a:rect l="textAreaLeft" t="textAreaTop" r="textAreaRight" b="textAreaBottom"/>
              <a:pathLst>
                <a:path w="18354" h="10015">
                  <a:moveTo>
                    <a:pt x="9631" y="0"/>
                  </a:moveTo>
                  <a:cubicBezTo>
                    <a:pt x="7231" y="0"/>
                    <a:pt x="5228" y="1689"/>
                    <a:pt x="4740" y="3941"/>
                  </a:cubicBezTo>
                  <a:cubicBezTo>
                    <a:pt x="4231" y="3322"/>
                    <a:pt x="3482" y="2985"/>
                    <a:pt x="2714" y="2985"/>
                  </a:cubicBezTo>
                  <a:cubicBezTo>
                    <a:pt x="2381" y="2985"/>
                    <a:pt x="2045" y="3048"/>
                    <a:pt x="1723" y="3179"/>
                  </a:cubicBezTo>
                  <a:cubicBezTo>
                    <a:pt x="658" y="3614"/>
                    <a:pt x="1" y="4690"/>
                    <a:pt x="100" y="5836"/>
                  </a:cubicBezTo>
                  <a:cubicBezTo>
                    <a:pt x="199" y="6981"/>
                    <a:pt x="1033" y="7928"/>
                    <a:pt x="2156" y="8172"/>
                  </a:cubicBezTo>
                  <a:cubicBezTo>
                    <a:pt x="2342" y="8213"/>
                    <a:pt x="2529" y="8232"/>
                    <a:pt x="2713" y="8232"/>
                  </a:cubicBezTo>
                  <a:cubicBezTo>
                    <a:pt x="3645" y="8232"/>
                    <a:pt x="4524" y="7736"/>
                    <a:pt x="4997" y="6901"/>
                  </a:cubicBezTo>
                  <a:cubicBezTo>
                    <a:pt x="5744" y="8727"/>
                    <a:pt x="7536" y="10015"/>
                    <a:pt x="9631" y="10015"/>
                  </a:cubicBezTo>
                  <a:cubicBezTo>
                    <a:pt x="11805" y="10015"/>
                    <a:pt x="13650" y="8625"/>
                    <a:pt x="14341" y="6688"/>
                  </a:cubicBezTo>
                  <a:cubicBezTo>
                    <a:pt x="14714" y="7324"/>
                    <a:pt x="15396" y="7755"/>
                    <a:pt x="16186" y="7755"/>
                  </a:cubicBezTo>
                  <a:cubicBezTo>
                    <a:pt x="16194" y="7755"/>
                    <a:pt x="16201" y="7755"/>
                    <a:pt x="16208" y="7755"/>
                  </a:cubicBezTo>
                  <a:cubicBezTo>
                    <a:pt x="17391" y="7755"/>
                    <a:pt x="18353" y="6795"/>
                    <a:pt x="18353" y="5609"/>
                  </a:cubicBezTo>
                  <a:cubicBezTo>
                    <a:pt x="18353" y="4423"/>
                    <a:pt x="17390" y="3463"/>
                    <a:pt x="16206" y="3463"/>
                  </a:cubicBezTo>
                  <a:cubicBezTo>
                    <a:pt x="16199" y="3463"/>
                    <a:pt x="16193" y="3463"/>
                    <a:pt x="16186" y="3463"/>
                  </a:cubicBezTo>
                  <a:cubicBezTo>
                    <a:pt x="15537" y="3463"/>
                    <a:pt x="14962" y="3758"/>
                    <a:pt x="14568" y="4215"/>
                  </a:cubicBezTo>
                  <a:cubicBezTo>
                    <a:pt x="14188" y="1827"/>
                    <a:pt x="12125" y="0"/>
                    <a:pt x="9631"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5560" bIns="25560" anchor="ctr">
              <a:noAutofit/>
            </a:bodyPr>
            <a:lstStyle/>
            <a:p>
              <a:endParaRPr lang="en-US" sz="1400" b="0" u="none" strike="noStrike">
                <a:solidFill>
                  <a:srgbClr val="000000"/>
                </a:solidFill>
                <a:effectLst/>
                <a:uFillTx/>
                <a:latin typeface="Arial"/>
              </a:endParaRPr>
            </a:p>
          </p:txBody>
        </p:sp>
        <p:sp>
          <p:nvSpPr>
            <p:cNvPr id="314" name="Google Shape;2196;p 1"/>
            <p:cNvSpPr/>
            <p:nvPr/>
          </p:nvSpPr>
          <p:spPr>
            <a:xfrm>
              <a:off x="5168160" y="1873080"/>
              <a:ext cx="194400" cy="111600"/>
            </a:xfrm>
            <a:custGeom>
              <a:avLst/>
              <a:gdLst>
                <a:gd name="textAreaLeft" fmla="*/ 0 w 194400"/>
                <a:gd name="textAreaRight" fmla="*/ 194760 w 194400"/>
                <a:gd name="textAreaTop" fmla="*/ 0 h 111600"/>
                <a:gd name="textAreaBottom" fmla="*/ 111960 h 111600"/>
              </a:gdLst>
              <a:ahLst/>
              <a:cxnLst/>
              <a:rect l="textAreaLeft" t="textAreaTop" r="textAreaRight" b="textAreaBottom"/>
              <a:pathLst>
                <a:path w="18313" h="10015">
                  <a:moveTo>
                    <a:pt x="16186" y="3463"/>
                  </a:moveTo>
                  <a:cubicBezTo>
                    <a:pt x="16186" y="3463"/>
                    <a:pt x="16186" y="3463"/>
                    <a:pt x="16186" y="3463"/>
                  </a:cubicBezTo>
                  <a:lnTo>
                    <a:pt x="16186" y="3463"/>
                  </a:lnTo>
                  <a:cubicBezTo>
                    <a:pt x="16187" y="3463"/>
                    <a:pt x="16187" y="3463"/>
                    <a:pt x="16187" y="3463"/>
                  </a:cubicBezTo>
                  <a:close/>
                  <a:moveTo>
                    <a:pt x="9630" y="0"/>
                  </a:moveTo>
                  <a:cubicBezTo>
                    <a:pt x="7231" y="0"/>
                    <a:pt x="5229" y="1689"/>
                    <a:pt x="4740" y="3941"/>
                  </a:cubicBezTo>
                  <a:cubicBezTo>
                    <a:pt x="4230" y="3322"/>
                    <a:pt x="3481" y="2985"/>
                    <a:pt x="2714" y="2985"/>
                  </a:cubicBezTo>
                  <a:cubicBezTo>
                    <a:pt x="2381" y="2985"/>
                    <a:pt x="2044" y="3048"/>
                    <a:pt x="1722" y="3179"/>
                  </a:cubicBezTo>
                  <a:cubicBezTo>
                    <a:pt x="659" y="3614"/>
                    <a:pt x="1" y="4690"/>
                    <a:pt x="101" y="5836"/>
                  </a:cubicBezTo>
                  <a:cubicBezTo>
                    <a:pt x="200" y="6981"/>
                    <a:pt x="1033" y="7928"/>
                    <a:pt x="2155" y="8172"/>
                  </a:cubicBezTo>
                  <a:cubicBezTo>
                    <a:pt x="2341" y="8213"/>
                    <a:pt x="2528" y="8232"/>
                    <a:pt x="2713" y="8232"/>
                  </a:cubicBezTo>
                  <a:cubicBezTo>
                    <a:pt x="3644" y="8232"/>
                    <a:pt x="4524" y="7736"/>
                    <a:pt x="4997" y="6901"/>
                  </a:cubicBezTo>
                  <a:cubicBezTo>
                    <a:pt x="5743" y="8727"/>
                    <a:pt x="7536" y="10015"/>
                    <a:pt x="9630" y="10015"/>
                  </a:cubicBezTo>
                  <a:cubicBezTo>
                    <a:pt x="11805" y="10015"/>
                    <a:pt x="13650" y="8625"/>
                    <a:pt x="14342" y="6688"/>
                  </a:cubicBezTo>
                  <a:cubicBezTo>
                    <a:pt x="14713" y="7324"/>
                    <a:pt x="15397" y="7755"/>
                    <a:pt x="16186" y="7755"/>
                  </a:cubicBezTo>
                  <a:cubicBezTo>
                    <a:pt x="17364" y="7744"/>
                    <a:pt x="18312" y="6787"/>
                    <a:pt x="18312" y="5609"/>
                  </a:cubicBezTo>
                  <a:cubicBezTo>
                    <a:pt x="18312" y="4433"/>
                    <a:pt x="17364" y="3476"/>
                    <a:pt x="16186" y="3463"/>
                  </a:cubicBezTo>
                  <a:lnTo>
                    <a:pt x="16186" y="3463"/>
                  </a:lnTo>
                  <a:cubicBezTo>
                    <a:pt x="15536" y="3464"/>
                    <a:pt x="14961" y="3758"/>
                    <a:pt x="14568" y="4215"/>
                  </a:cubicBezTo>
                  <a:cubicBezTo>
                    <a:pt x="14188" y="1827"/>
                    <a:pt x="12125" y="0"/>
                    <a:pt x="9630"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5560" bIns="25560" anchor="ctr">
              <a:noAutofit/>
            </a:bodyPr>
            <a:lstStyle/>
            <a:p>
              <a:endParaRPr lang="en-US" sz="1400" b="0" u="none" strike="noStrike">
                <a:solidFill>
                  <a:srgbClr val="000000"/>
                </a:solidFill>
                <a:effectLst/>
                <a:uFillTx/>
                <a:latin typeface="Arial"/>
              </a:endParaRPr>
            </a:p>
          </p:txBody>
        </p:sp>
        <p:sp>
          <p:nvSpPr>
            <p:cNvPr id="315" name="Google Shape;2197;p 1"/>
            <p:cNvSpPr/>
            <p:nvPr/>
          </p:nvSpPr>
          <p:spPr>
            <a:xfrm>
              <a:off x="4726080" y="1801080"/>
              <a:ext cx="369360" cy="174960"/>
            </a:xfrm>
            <a:custGeom>
              <a:avLst/>
              <a:gdLst>
                <a:gd name="textAreaLeft" fmla="*/ 0 w 369360"/>
                <a:gd name="textAreaRight" fmla="*/ 369720 w 369360"/>
                <a:gd name="textAreaTop" fmla="*/ 0 h 174960"/>
                <a:gd name="textAreaBottom" fmla="*/ 175320 h 174960"/>
              </a:gdLst>
              <a:ahLst/>
              <a:cxnLst/>
              <a:rect l="textAreaLeft" t="textAreaTop" r="textAreaRight" b="textAreaBottom"/>
              <a:pathLst>
                <a:path w="34632" h="15622">
                  <a:moveTo>
                    <a:pt x="21395" y="1"/>
                  </a:moveTo>
                  <a:cubicBezTo>
                    <a:pt x="18310" y="1"/>
                    <a:pt x="15695" y="1981"/>
                    <a:pt x="14733" y="4738"/>
                  </a:cubicBezTo>
                  <a:cubicBezTo>
                    <a:pt x="13749" y="4070"/>
                    <a:pt x="12588" y="3712"/>
                    <a:pt x="11399" y="3712"/>
                  </a:cubicBezTo>
                  <a:cubicBezTo>
                    <a:pt x="11396" y="3712"/>
                    <a:pt x="11394" y="3712"/>
                    <a:pt x="11391" y="3712"/>
                  </a:cubicBezTo>
                  <a:cubicBezTo>
                    <a:pt x="9145" y="3712"/>
                    <a:pt x="7192" y="4956"/>
                    <a:pt x="6177" y="6792"/>
                  </a:cubicBezTo>
                  <a:cubicBezTo>
                    <a:pt x="5501" y="6221"/>
                    <a:pt x="4645" y="5909"/>
                    <a:pt x="3758" y="5909"/>
                  </a:cubicBezTo>
                  <a:cubicBezTo>
                    <a:pt x="1683" y="5909"/>
                    <a:pt x="0" y="7592"/>
                    <a:pt x="0" y="9667"/>
                  </a:cubicBezTo>
                  <a:cubicBezTo>
                    <a:pt x="0" y="11743"/>
                    <a:pt x="1683" y="13425"/>
                    <a:pt x="3758" y="13425"/>
                  </a:cubicBezTo>
                  <a:cubicBezTo>
                    <a:pt x="4645" y="13425"/>
                    <a:pt x="5501" y="13112"/>
                    <a:pt x="6177" y="12541"/>
                  </a:cubicBezTo>
                  <a:cubicBezTo>
                    <a:pt x="7192" y="14377"/>
                    <a:pt x="9145" y="15621"/>
                    <a:pt x="11391" y="15621"/>
                  </a:cubicBezTo>
                  <a:cubicBezTo>
                    <a:pt x="13719" y="15621"/>
                    <a:pt x="15729" y="14283"/>
                    <a:pt x="16709" y="12335"/>
                  </a:cubicBezTo>
                  <a:cubicBezTo>
                    <a:pt x="17956" y="13446"/>
                    <a:pt x="19594" y="14125"/>
                    <a:pt x="21395" y="14125"/>
                  </a:cubicBezTo>
                  <a:cubicBezTo>
                    <a:pt x="23850" y="14125"/>
                    <a:pt x="26013" y="12870"/>
                    <a:pt x="27278" y="10968"/>
                  </a:cubicBezTo>
                  <a:cubicBezTo>
                    <a:pt x="27808" y="12421"/>
                    <a:pt x="29199" y="13461"/>
                    <a:pt x="30837" y="13461"/>
                  </a:cubicBezTo>
                  <a:cubicBezTo>
                    <a:pt x="32932" y="13461"/>
                    <a:pt x="34631" y="11761"/>
                    <a:pt x="34631" y="9667"/>
                  </a:cubicBezTo>
                  <a:cubicBezTo>
                    <a:pt x="34631" y="7572"/>
                    <a:pt x="32933" y="5873"/>
                    <a:pt x="30837" y="5873"/>
                  </a:cubicBezTo>
                  <a:cubicBezTo>
                    <a:pt x="30835" y="5873"/>
                    <a:pt x="30833" y="5873"/>
                    <a:pt x="30831" y="5873"/>
                  </a:cubicBezTo>
                  <a:cubicBezTo>
                    <a:pt x="29959" y="5873"/>
                    <a:pt x="29115" y="6175"/>
                    <a:pt x="28441" y="6726"/>
                  </a:cubicBezTo>
                  <a:cubicBezTo>
                    <a:pt x="28263" y="2983"/>
                    <a:pt x="25182" y="1"/>
                    <a:pt x="21395"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39600" bIns="39600" anchor="ctr">
              <a:noAutofit/>
            </a:bodyPr>
            <a:lstStyle/>
            <a:p>
              <a:endParaRPr lang="en-US" sz="1400" b="0" u="none" strike="noStrike">
                <a:solidFill>
                  <a:srgbClr val="000000"/>
                </a:solidFill>
                <a:effectLst/>
                <a:uFillTx/>
                <a:latin typeface="Arial"/>
              </a:endParaRPr>
            </a:p>
          </p:txBody>
        </p:sp>
        <p:sp>
          <p:nvSpPr>
            <p:cNvPr id="316" name="Google Shape;2198;p 1"/>
            <p:cNvSpPr/>
            <p:nvPr/>
          </p:nvSpPr>
          <p:spPr>
            <a:xfrm>
              <a:off x="4420080" y="1922760"/>
              <a:ext cx="2545920" cy="134640"/>
            </a:xfrm>
            <a:custGeom>
              <a:avLst/>
              <a:gdLst>
                <a:gd name="textAreaLeft" fmla="*/ 0 w 2545920"/>
                <a:gd name="textAreaRight" fmla="*/ 2546280 w 2545920"/>
                <a:gd name="textAreaTop" fmla="*/ 0 h 134640"/>
                <a:gd name="textAreaBottom" fmla="*/ 135000 h 134640"/>
              </a:gdLst>
              <a:ahLst/>
              <a:cxnLst/>
              <a:rect l="textAreaLeft" t="textAreaTop" r="textAreaRight" b="textAreaBottom"/>
              <a:pathLst>
                <a:path w="238417" h="7853">
                  <a:moveTo>
                    <a:pt x="0" y="0"/>
                  </a:moveTo>
                  <a:lnTo>
                    <a:pt x="0" y="7852"/>
                  </a:lnTo>
                  <a:lnTo>
                    <a:pt x="238416" y="7852"/>
                  </a:lnTo>
                  <a:lnTo>
                    <a:pt x="238416"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30600" bIns="30600" anchor="ctr">
              <a:noAutofit/>
            </a:bodyPr>
            <a:lstStyle/>
            <a:p>
              <a:endParaRPr lang="en-US" sz="1400" b="0" u="none" strike="noStrike">
                <a:solidFill>
                  <a:srgbClr val="000000"/>
                </a:solidFill>
                <a:effectLst/>
                <a:uFillTx/>
                <a:latin typeface="Arial"/>
              </a:endParaRPr>
            </a:p>
          </p:txBody>
        </p:sp>
        <p:sp>
          <p:nvSpPr>
            <p:cNvPr id="317" name="Google Shape;2199;p 1"/>
            <p:cNvSpPr/>
            <p:nvPr/>
          </p:nvSpPr>
          <p:spPr>
            <a:xfrm>
              <a:off x="6382080" y="1352160"/>
              <a:ext cx="490680" cy="282240"/>
            </a:xfrm>
            <a:custGeom>
              <a:avLst/>
              <a:gdLst>
                <a:gd name="textAreaLeft" fmla="*/ 0 w 490680"/>
                <a:gd name="textAreaRight" fmla="*/ 491040 w 490680"/>
                <a:gd name="textAreaTop" fmla="*/ 0 h 282240"/>
                <a:gd name="textAreaBottom" fmla="*/ 282600 h 282240"/>
              </a:gdLst>
              <a:ahLst/>
              <a:cxnLst/>
              <a:rect l="textAreaLeft" t="textAreaTop" r="textAreaRight" b="textAreaBottom"/>
              <a:pathLst>
                <a:path w="45945" h="25179">
                  <a:moveTo>
                    <a:pt x="84" y="0"/>
                  </a:moveTo>
                  <a:cubicBezTo>
                    <a:pt x="38" y="0"/>
                    <a:pt x="0" y="38"/>
                    <a:pt x="0" y="84"/>
                  </a:cubicBezTo>
                  <a:lnTo>
                    <a:pt x="0" y="25094"/>
                  </a:lnTo>
                  <a:cubicBezTo>
                    <a:pt x="0" y="25141"/>
                    <a:pt x="38" y="25178"/>
                    <a:pt x="84" y="25178"/>
                  </a:cubicBezTo>
                  <a:lnTo>
                    <a:pt x="45861" y="25178"/>
                  </a:lnTo>
                  <a:cubicBezTo>
                    <a:pt x="45907" y="25178"/>
                    <a:pt x="45945" y="25141"/>
                    <a:pt x="45945" y="25094"/>
                  </a:cubicBezTo>
                  <a:lnTo>
                    <a:pt x="45945" y="84"/>
                  </a:lnTo>
                  <a:cubicBezTo>
                    <a:pt x="45945" y="38"/>
                    <a:pt x="45907" y="0"/>
                    <a:pt x="45861" y="0"/>
                  </a:cubicBezTo>
                  <a:close/>
                </a:path>
              </a:pathLst>
            </a:custGeom>
            <a:solidFill>
              <a:srgbClr val="F9BF3E"/>
            </a:solidFill>
            <a:ln w="0">
              <a:noFill/>
            </a:ln>
          </p:spPr>
          <p:style>
            <a:lnRef idx="0">
              <a:scrgbClr r="0" g="0" b="0"/>
            </a:lnRef>
            <a:fillRef idx="0">
              <a:scrgbClr r="0" g="0" b="0"/>
            </a:fillRef>
            <a:effectRef idx="0">
              <a:scrgbClr r="0" g="0" b="0"/>
            </a:effectRef>
            <a:fontRef idx="minor"/>
          </p:style>
          <p:txBody>
            <a:bodyPr tIns="63720" bIns="63720" anchor="ctr">
              <a:noAutofit/>
            </a:bodyPr>
            <a:lstStyle/>
            <a:p>
              <a:endParaRPr lang="en-US" sz="1400" b="0" u="none" strike="noStrike">
                <a:solidFill>
                  <a:srgbClr val="000000"/>
                </a:solidFill>
                <a:effectLst/>
                <a:uFillTx/>
                <a:latin typeface="Arial"/>
              </a:endParaRPr>
            </a:p>
          </p:txBody>
        </p:sp>
        <p:sp>
          <p:nvSpPr>
            <p:cNvPr id="318" name="Google Shape;2200;p 1"/>
            <p:cNvSpPr/>
            <p:nvPr/>
          </p:nvSpPr>
          <p:spPr>
            <a:xfrm>
              <a:off x="6406920" y="1378440"/>
              <a:ext cx="439560" cy="229680"/>
            </a:xfrm>
            <a:custGeom>
              <a:avLst/>
              <a:gdLst>
                <a:gd name="textAreaLeft" fmla="*/ 0 w 439560"/>
                <a:gd name="textAreaRight" fmla="*/ 439920 w 439560"/>
                <a:gd name="textAreaTop" fmla="*/ 0 h 229680"/>
                <a:gd name="textAreaBottom" fmla="*/ 230040 h 229680"/>
              </a:gdLst>
              <a:ahLst/>
              <a:cxnLst/>
              <a:rect l="textAreaLeft" t="textAreaTop" r="textAreaRight" b="textAreaBottom"/>
              <a:pathLst>
                <a:path w="41282" h="20515">
                  <a:moveTo>
                    <a:pt x="1" y="0"/>
                  </a:moveTo>
                  <a:lnTo>
                    <a:pt x="1" y="20514"/>
                  </a:lnTo>
                  <a:lnTo>
                    <a:pt x="41282" y="20514"/>
                  </a:lnTo>
                  <a:lnTo>
                    <a:pt x="41282"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1840" bIns="51840" anchor="ctr">
              <a:noAutofit/>
            </a:bodyPr>
            <a:lstStyle/>
            <a:p>
              <a:endParaRPr lang="en-US" sz="1400" b="0" u="none" strike="noStrike">
                <a:solidFill>
                  <a:srgbClr val="000000"/>
                </a:solidFill>
                <a:effectLst/>
                <a:uFillTx/>
                <a:latin typeface="Arial"/>
              </a:endParaRPr>
            </a:p>
          </p:txBody>
        </p:sp>
        <p:sp>
          <p:nvSpPr>
            <p:cNvPr id="319" name="Google Shape;2201;p 1"/>
            <p:cNvSpPr/>
            <p:nvPr/>
          </p:nvSpPr>
          <p:spPr>
            <a:xfrm>
              <a:off x="6456240" y="1416960"/>
              <a:ext cx="23400" cy="39960"/>
            </a:xfrm>
            <a:custGeom>
              <a:avLst/>
              <a:gdLst>
                <a:gd name="textAreaLeft" fmla="*/ 0 w 23400"/>
                <a:gd name="textAreaRight" fmla="*/ 23760 w 23400"/>
                <a:gd name="textAreaTop" fmla="*/ 0 h 39960"/>
                <a:gd name="textAreaBottom" fmla="*/ 40320 h 39960"/>
              </a:gdLst>
              <a:ahLst/>
              <a:cxnLst/>
              <a:rect l="textAreaLeft" t="textAreaTop" r="textAreaRight" b="textAreaBottom"/>
              <a:pathLst>
                <a:path w="2270" h="3631">
                  <a:moveTo>
                    <a:pt x="286" y="0"/>
                  </a:moveTo>
                  <a:cubicBezTo>
                    <a:pt x="128" y="0"/>
                    <a:pt x="1" y="128"/>
                    <a:pt x="1" y="286"/>
                  </a:cubicBezTo>
                  <a:lnTo>
                    <a:pt x="1" y="3345"/>
                  </a:lnTo>
                  <a:cubicBezTo>
                    <a:pt x="1" y="3503"/>
                    <a:pt x="128" y="3631"/>
                    <a:pt x="286" y="3631"/>
                  </a:cubicBezTo>
                  <a:cubicBezTo>
                    <a:pt x="445" y="3631"/>
                    <a:pt x="575" y="3503"/>
                    <a:pt x="576" y="3345"/>
                  </a:cubicBezTo>
                  <a:lnTo>
                    <a:pt x="576" y="2101"/>
                  </a:lnTo>
                  <a:lnTo>
                    <a:pt x="1784" y="2101"/>
                  </a:lnTo>
                  <a:cubicBezTo>
                    <a:pt x="1940" y="2096"/>
                    <a:pt x="2065" y="1969"/>
                    <a:pt x="2065" y="1812"/>
                  </a:cubicBezTo>
                  <a:cubicBezTo>
                    <a:pt x="2065" y="1656"/>
                    <a:pt x="1940" y="1528"/>
                    <a:pt x="1784" y="1525"/>
                  </a:cubicBezTo>
                  <a:lnTo>
                    <a:pt x="576" y="1525"/>
                  </a:lnTo>
                  <a:lnTo>
                    <a:pt x="576" y="576"/>
                  </a:lnTo>
                  <a:lnTo>
                    <a:pt x="1983" y="576"/>
                  </a:lnTo>
                  <a:cubicBezTo>
                    <a:pt x="2140" y="576"/>
                    <a:pt x="2270" y="447"/>
                    <a:pt x="2270" y="287"/>
                  </a:cubicBezTo>
                  <a:cubicBezTo>
                    <a:pt x="2270" y="130"/>
                    <a:pt x="2140" y="0"/>
                    <a:pt x="1983"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endParaRPr lang="en-US" sz="1400" b="0" u="none" strike="noStrike">
                <a:solidFill>
                  <a:srgbClr val="000000"/>
                </a:solidFill>
                <a:effectLst/>
                <a:uFillTx/>
                <a:latin typeface="Arial"/>
              </a:endParaRPr>
            </a:p>
          </p:txBody>
        </p:sp>
        <p:sp>
          <p:nvSpPr>
            <p:cNvPr id="320" name="Google Shape;2202;p 1"/>
            <p:cNvSpPr/>
            <p:nvPr/>
          </p:nvSpPr>
          <p:spPr>
            <a:xfrm>
              <a:off x="6486480" y="1415160"/>
              <a:ext cx="38880" cy="41760"/>
            </a:xfrm>
            <a:custGeom>
              <a:avLst/>
              <a:gdLst>
                <a:gd name="textAreaLeft" fmla="*/ 0 w 38880"/>
                <a:gd name="textAreaRight" fmla="*/ 39240 w 38880"/>
                <a:gd name="textAreaTop" fmla="*/ 0 h 41760"/>
                <a:gd name="textAreaBottom" fmla="*/ 42120 h 41760"/>
              </a:gdLst>
              <a:ahLst/>
              <a:cxnLst/>
              <a:rect l="textAreaLeft" t="textAreaTop" r="textAreaRight" b="textAreaBottom"/>
              <a:pathLst>
                <a:path w="3725" h="3736">
                  <a:moveTo>
                    <a:pt x="1778" y="593"/>
                  </a:moveTo>
                  <a:cubicBezTo>
                    <a:pt x="1781" y="593"/>
                    <a:pt x="1785" y="593"/>
                    <a:pt x="1788" y="593"/>
                  </a:cubicBezTo>
                  <a:cubicBezTo>
                    <a:pt x="2099" y="593"/>
                    <a:pt x="2389" y="726"/>
                    <a:pt x="2607" y="961"/>
                  </a:cubicBezTo>
                  <a:cubicBezTo>
                    <a:pt x="2834" y="1207"/>
                    <a:pt x="2960" y="1532"/>
                    <a:pt x="2960" y="1868"/>
                  </a:cubicBezTo>
                  <a:cubicBezTo>
                    <a:pt x="2960" y="2220"/>
                    <a:pt x="2819" y="2547"/>
                    <a:pt x="2607" y="2770"/>
                  </a:cubicBezTo>
                  <a:cubicBezTo>
                    <a:pt x="2389" y="3003"/>
                    <a:pt x="2099" y="3143"/>
                    <a:pt x="1788" y="3143"/>
                  </a:cubicBezTo>
                  <a:cubicBezTo>
                    <a:pt x="1455" y="3143"/>
                    <a:pt x="1166" y="3003"/>
                    <a:pt x="948" y="2770"/>
                  </a:cubicBezTo>
                  <a:cubicBezTo>
                    <a:pt x="730" y="2547"/>
                    <a:pt x="595" y="2220"/>
                    <a:pt x="595" y="1868"/>
                  </a:cubicBezTo>
                  <a:cubicBezTo>
                    <a:pt x="595" y="1515"/>
                    <a:pt x="730" y="1188"/>
                    <a:pt x="948" y="961"/>
                  </a:cubicBezTo>
                  <a:cubicBezTo>
                    <a:pt x="1161" y="726"/>
                    <a:pt x="1461" y="593"/>
                    <a:pt x="1778" y="593"/>
                  </a:cubicBezTo>
                  <a:close/>
                  <a:moveTo>
                    <a:pt x="1787" y="1"/>
                  </a:moveTo>
                  <a:cubicBezTo>
                    <a:pt x="1304" y="1"/>
                    <a:pt x="844" y="202"/>
                    <a:pt x="517" y="557"/>
                  </a:cubicBezTo>
                  <a:cubicBezTo>
                    <a:pt x="183" y="911"/>
                    <a:pt x="0" y="1382"/>
                    <a:pt x="3" y="1868"/>
                  </a:cubicBezTo>
                  <a:cubicBezTo>
                    <a:pt x="3" y="2382"/>
                    <a:pt x="195" y="2843"/>
                    <a:pt x="517" y="3180"/>
                  </a:cubicBezTo>
                  <a:cubicBezTo>
                    <a:pt x="846" y="3532"/>
                    <a:pt x="1306" y="3733"/>
                    <a:pt x="1787" y="3736"/>
                  </a:cubicBezTo>
                  <a:cubicBezTo>
                    <a:pt x="2264" y="3736"/>
                    <a:pt x="2721" y="3518"/>
                    <a:pt x="3026" y="3180"/>
                  </a:cubicBezTo>
                  <a:cubicBezTo>
                    <a:pt x="3725" y="2445"/>
                    <a:pt x="3725" y="1291"/>
                    <a:pt x="3026" y="557"/>
                  </a:cubicBezTo>
                  <a:cubicBezTo>
                    <a:pt x="2711" y="205"/>
                    <a:pt x="2260" y="4"/>
                    <a:pt x="1787"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720" bIns="9720" anchor="ctr">
              <a:noAutofit/>
            </a:bodyPr>
            <a:lstStyle/>
            <a:p>
              <a:endParaRPr lang="en-US" sz="1400" b="0" u="none" strike="noStrike">
                <a:solidFill>
                  <a:srgbClr val="000000"/>
                </a:solidFill>
                <a:effectLst/>
                <a:uFillTx/>
                <a:latin typeface="Arial"/>
              </a:endParaRPr>
            </a:p>
          </p:txBody>
        </p:sp>
        <p:sp>
          <p:nvSpPr>
            <p:cNvPr id="321" name="Google Shape;2203;p 1"/>
            <p:cNvSpPr/>
            <p:nvPr/>
          </p:nvSpPr>
          <p:spPr>
            <a:xfrm>
              <a:off x="6534360" y="1416960"/>
              <a:ext cx="26640" cy="39960"/>
            </a:xfrm>
            <a:custGeom>
              <a:avLst/>
              <a:gdLst>
                <a:gd name="textAreaLeft" fmla="*/ 0 w 26640"/>
                <a:gd name="textAreaRight" fmla="*/ 27000 w 26640"/>
                <a:gd name="textAreaTop" fmla="*/ 0 h 39960"/>
                <a:gd name="textAreaBottom" fmla="*/ 40320 h 39960"/>
              </a:gdLst>
              <a:ahLst/>
              <a:cxnLst/>
              <a:rect l="textAreaLeft" t="textAreaTop" r="textAreaRight" b="textAreaBottom"/>
              <a:pathLst>
                <a:path w="2526" h="3631">
                  <a:moveTo>
                    <a:pt x="1216" y="576"/>
                  </a:moveTo>
                  <a:cubicBezTo>
                    <a:pt x="1512" y="576"/>
                    <a:pt x="1752" y="818"/>
                    <a:pt x="1749" y="1115"/>
                  </a:cubicBezTo>
                  <a:cubicBezTo>
                    <a:pt x="1748" y="1408"/>
                    <a:pt x="1509" y="1644"/>
                    <a:pt x="1216" y="1644"/>
                  </a:cubicBezTo>
                  <a:lnTo>
                    <a:pt x="577" y="1644"/>
                  </a:lnTo>
                  <a:lnTo>
                    <a:pt x="577" y="576"/>
                  </a:lnTo>
                  <a:close/>
                  <a:moveTo>
                    <a:pt x="284" y="0"/>
                  </a:moveTo>
                  <a:cubicBezTo>
                    <a:pt x="126" y="0"/>
                    <a:pt x="0" y="127"/>
                    <a:pt x="2" y="286"/>
                  </a:cubicBezTo>
                  <a:lnTo>
                    <a:pt x="2" y="3345"/>
                  </a:lnTo>
                  <a:cubicBezTo>
                    <a:pt x="2" y="3503"/>
                    <a:pt x="129" y="3631"/>
                    <a:pt x="287" y="3631"/>
                  </a:cubicBezTo>
                  <a:cubicBezTo>
                    <a:pt x="446" y="3631"/>
                    <a:pt x="576" y="3504"/>
                    <a:pt x="577" y="3345"/>
                  </a:cubicBezTo>
                  <a:lnTo>
                    <a:pt x="577" y="2220"/>
                  </a:lnTo>
                  <a:lnTo>
                    <a:pt x="1190" y="2220"/>
                  </a:lnTo>
                  <a:cubicBezTo>
                    <a:pt x="1292" y="2245"/>
                    <a:pt x="1390" y="2287"/>
                    <a:pt x="1480" y="2344"/>
                  </a:cubicBezTo>
                  <a:cubicBezTo>
                    <a:pt x="1542" y="2386"/>
                    <a:pt x="1603" y="2439"/>
                    <a:pt x="1635" y="2495"/>
                  </a:cubicBezTo>
                  <a:cubicBezTo>
                    <a:pt x="1671" y="2552"/>
                    <a:pt x="1692" y="2619"/>
                    <a:pt x="1698" y="2718"/>
                  </a:cubicBezTo>
                  <a:cubicBezTo>
                    <a:pt x="1698" y="3004"/>
                    <a:pt x="1734" y="3190"/>
                    <a:pt x="1806" y="3341"/>
                  </a:cubicBezTo>
                  <a:cubicBezTo>
                    <a:pt x="1845" y="3414"/>
                    <a:pt x="1902" y="3476"/>
                    <a:pt x="1973" y="3522"/>
                  </a:cubicBezTo>
                  <a:cubicBezTo>
                    <a:pt x="2031" y="3559"/>
                    <a:pt x="2099" y="3578"/>
                    <a:pt x="2167" y="3578"/>
                  </a:cubicBezTo>
                  <a:cubicBezTo>
                    <a:pt x="2169" y="3578"/>
                    <a:pt x="2172" y="3578"/>
                    <a:pt x="2174" y="3578"/>
                  </a:cubicBezTo>
                  <a:lnTo>
                    <a:pt x="2180" y="3578"/>
                  </a:lnTo>
                  <a:cubicBezTo>
                    <a:pt x="2218" y="3578"/>
                    <a:pt x="2257" y="3573"/>
                    <a:pt x="2295" y="3563"/>
                  </a:cubicBezTo>
                  <a:cubicBezTo>
                    <a:pt x="2445" y="3513"/>
                    <a:pt x="2526" y="3350"/>
                    <a:pt x="2475" y="3201"/>
                  </a:cubicBezTo>
                  <a:cubicBezTo>
                    <a:pt x="2446" y="3115"/>
                    <a:pt x="2379" y="3051"/>
                    <a:pt x="2295" y="3023"/>
                  </a:cubicBezTo>
                  <a:cubicBezTo>
                    <a:pt x="2275" y="2923"/>
                    <a:pt x="2268" y="2821"/>
                    <a:pt x="2274" y="2717"/>
                  </a:cubicBezTo>
                  <a:cubicBezTo>
                    <a:pt x="2274" y="2517"/>
                    <a:pt x="2215" y="2322"/>
                    <a:pt x="2102" y="2158"/>
                  </a:cubicBezTo>
                  <a:cubicBezTo>
                    <a:pt x="2053" y="2084"/>
                    <a:pt x="1991" y="2020"/>
                    <a:pt x="1920" y="1966"/>
                  </a:cubicBezTo>
                  <a:cubicBezTo>
                    <a:pt x="2170" y="1758"/>
                    <a:pt x="2325" y="1458"/>
                    <a:pt x="2325" y="1115"/>
                  </a:cubicBezTo>
                  <a:cubicBezTo>
                    <a:pt x="2329" y="500"/>
                    <a:pt x="1832" y="0"/>
                    <a:pt x="1219" y="0"/>
                  </a:cubicBezTo>
                  <a:cubicBezTo>
                    <a:pt x="1218" y="0"/>
                    <a:pt x="1217" y="0"/>
                    <a:pt x="1216" y="0"/>
                  </a:cubicBezTo>
                  <a:lnTo>
                    <a:pt x="287" y="0"/>
                  </a:lnTo>
                  <a:cubicBezTo>
                    <a:pt x="286" y="0"/>
                    <a:pt x="285" y="0"/>
                    <a:pt x="284"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endParaRPr lang="en-US" sz="1400" b="0" u="none" strike="noStrike">
                <a:solidFill>
                  <a:srgbClr val="000000"/>
                </a:solidFill>
                <a:effectLst/>
                <a:uFillTx/>
                <a:latin typeface="Arial"/>
              </a:endParaRPr>
            </a:p>
          </p:txBody>
        </p:sp>
        <p:sp>
          <p:nvSpPr>
            <p:cNvPr id="322" name="Google Shape;2204;p 1"/>
            <p:cNvSpPr/>
            <p:nvPr/>
          </p:nvSpPr>
          <p:spPr>
            <a:xfrm>
              <a:off x="6456240" y="1470240"/>
              <a:ext cx="66960" cy="101520"/>
            </a:xfrm>
            <a:custGeom>
              <a:avLst/>
              <a:gdLst>
                <a:gd name="textAreaLeft" fmla="*/ 0 w 66960"/>
                <a:gd name="textAreaRight" fmla="*/ 67320 w 66960"/>
                <a:gd name="textAreaTop" fmla="*/ 0 h 101520"/>
                <a:gd name="textAreaBottom" fmla="*/ 101880 h 101520"/>
              </a:gdLst>
              <a:ahLst/>
              <a:cxnLst/>
              <a:rect l="textAreaLeft" t="textAreaTop" r="textAreaRight" b="textAreaBottom"/>
              <a:pathLst>
                <a:path w="6331" h="9091">
                  <a:moveTo>
                    <a:pt x="3044" y="1441"/>
                  </a:moveTo>
                  <a:cubicBezTo>
                    <a:pt x="3785" y="1441"/>
                    <a:pt x="4382" y="2039"/>
                    <a:pt x="4382" y="2792"/>
                  </a:cubicBezTo>
                  <a:cubicBezTo>
                    <a:pt x="4382" y="3519"/>
                    <a:pt x="3785" y="4117"/>
                    <a:pt x="3044" y="4117"/>
                  </a:cubicBezTo>
                  <a:lnTo>
                    <a:pt x="1447" y="4117"/>
                  </a:lnTo>
                  <a:lnTo>
                    <a:pt x="1447" y="1441"/>
                  </a:lnTo>
                  <a:close/>
                  <a:moveTo>
                    <a:pt x="708" y="0"/>
                  </a:moveTo>
                  <a:cubicBezTo>
                    <a:pt x="316" y="0"/>
                    <a:pt x="0" y="321"/>
                    <a:pt x="5" y="714"/>
                  </a:cubicBezTo>
                  <a:lnTo>
                    <a:pt x="5" y="8377"/>
                  </a:lnTo>
                  <a:cubicBezTo>
                    <a:pt x="5" y="8771"/>
                    <a:pt x="325" y="9091"/>
                    <a:pt x="718" y="9091"/>
                  </a:cubicBezTo>
                  <a:cubicBezTo>
                    <a:pt x="1121" y="9091"/>
                    <a:pt x="1446" y="8766"/>
                    <a:pt x="1446" y="8377"/>
                  </a:cubicBezTo>
                  <a:lnTo>
                    <a:pt x="1446" y="5558"/>
                  </a:lnTo>
                  <a:lnTo>
                    <a:pt x="2978" y="5558"/>
                  </a:lnTo>
                  <a:cubicBezTo>
                    <a:pt x="3095" y="5584"/>
                    <a:pt x="3434" y="5689"/>
                    <a:pt x="3705" y="5871"/>
                  </a:cubicBezTo>
                  <a:cubicBezTo>
                    <a:pt x="3862" y="5975"/>
                    <a:pt x="4018" y="6104"/>
                    <a:pt x="4096" y="6247"/>
                  </a:cubicBezTo>
                  <a:cubicBezTo>
                    <a:pt x="4186" y="6389"/>
                    <a:pt x="4239" y="6559"/>
                    <a:pt x="4251" y="6806"/>
                  </a:cubicBezTo>
                  <a:cubicBezTo>
                    <a:pt x="4251" y="7519"/>
                    <a:pt x="4343" y="7988"/>
                    <a:pt x="4524" y="8364"/>
                  </a:cubicBezTo>
                  <a:cubicBezTo>
                    <a:pt x="4628" y="8545"/>
                    <a:pt x="4771" y="8715"/>
                    <a:pt x="4941" y="8819"/>
                  </a:cubicBezTo>
                  <a:cubicBezTo>
                    <a:pt x="5090" y="8912"/>
                    <a:pt x="5263" y="8962"/>
                    <a:pt x="5439" y="8962"/>
                  </a:cubicBezTo>
                  <a:cubicBezTo>
                    <a:pt x="5442" y="8962"/>
                    <a:pt x="5444" y="8962"/>
                    <a:pt x="5447" y="8962"/>
                  </a:cubicBezTo>
                  <a:lnTo>
                    <a:pt x="5460" y="8962"/>
                  </a:lnTo>
                  <a:cubicBezTo>
                    <a:pt x="5557" y="8960"/>
                    <a:pt x="5653" y="8948"/>
                    <a:pt x="5746" y="8923"/>
                  </a:cubicBezTo>
                  <a:cubicBezTo>
                    <a:pt x="6123" y="8793"/>
                    <a:pt x="6330" y="8391"/>
                    <a:pt x="6201" y="8014"/>
                  </a:cubicBezTo>
                  <a:cubicBezTo>
                    <a:pt x="6128" y="7802"/>
                    <a:pt x="5959" y="7638"/>
                    <a:pt x="5746" y="7572"/>
                  </a:cubicBezTo>
                  <a:cubicBezTo>
                    <a:pt x="5719" y="7443"/>
                    <a:pt x="5680" y="7196"/>
                    <a:pt x="5693" y="6806"/>
                  </a:cubicBezTo>
                  <a:cubicBezTo>
                    <a:pt x="5696" y="6305"/>
                    <a:pt x="5548" y="5817"/>
                    <a:pt x="5265" y="5404"/>
                  </a:cubicBezTo>
                  <a:cubicBezTo>
                    <a:pt x="5140" y="5219"/>
                    <a:pt x="4987" y="5057"/>
                    <a:pt x="4810" y="4923"/>
                  </a:cubicBezTo>
                  <a:cubicBezTo>
                    <a:pt x="5433" y="4403"/>
                    <a:pt x="5823" y="3650"/>
                    <a:pt x="5823" y="2792"/>
                  </a:cubicBezTo>
                  <a:cubicBezTo>
                    <a:pt x="5823" y="1248"/>
                    <a:pt x="4589" y="0"/>
                    <a:pt x="3043" y="0"/>
                  </a:cubicBezTo>
                  <a:lnTo>
                    <a:pt x="718" y="0"/>
                  </a:lnTo>
                  <a:cubicBezTo>
                    <a:pt x="715" y="0"/>
                    <a:pt x="711" y="0"/>
                    <a:pt x="70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3040" bIns="23040" anchor="ctr">
              <a:noAutofit/>
            </a:bodyPr>
            <a:lstStyle/>
            <a:p>
              <a:endParaRPr lang="en-US" sz="1400" b="0" u="none" strike="noStrike">
                <a:solidFill>
                  <a:srgbClr val="000000"/>
                </a:solidFill>
                <a:effectLst/>
                <a:uFillTx/>
                <a:latin typeface="Arial"/>
              </a:endParaRPr>
            </a:p>
          </p:txBody>
        </p:sp>
        <p:sp>
          <p:nvSpPr>
            <p:cNvPr id="323" name="Google Shape;2205;p 1"/>
            <p:cNvSpPr/>
            <p:nvPr/>
          </p:nvSpPr>
          <p:spPr>
            <a:xfrm>
              <a:off x="6544440" y="1470240"/>
              <a:ext cx="59760" cy="101520"/>
            </a:xfrm>
            <a:custGeom>
              <a:avLst/>
              <a:gdLst>
                <a:gd name="textAreaLeft" fmla="*/ 0 w 59760"/>
                <a:gd name="textAreaRight" fmla="*/ 60120 w 59760"/>
                <a:gd name="textAreaTop" fmla="*/ 0 h 101520"/>
                <a:gd name="textAreaBottom" fmla="*/ 101880 h 101520"/>
              </a:gdLst>
              <a:ahLst/>
              <a:cxnLst/>
              <a:rect l="textAreaLeft" t="textAreaTop" r="textAreaRight" b="textAreaBottom"/>
              <a:pathLst>
                <a:path w="5680" h="9091">
                  <a:moveTo>
                    <a:pt x="708" y="0"/>
                  </a:moveTo>
                  <a:cubicBezTo>
                    <a:pt x="316" y="0"/>
                    <a:pt x="0" y="321"/>
                    <a:pt x="5" y="714"/>
                  </a:cubicBezTo>
                  <a:lnTo>
                    <a:pt x="5" y="8377"/>
                  </a:lnTo>
                  <a:cubicBezTo>
                    <a:pt x="5" y="8771"/>
                    <a:pt x="323" y="9091"/>
                    <a:pt x="717" y="9091"/>
                  </a:cubicBezTo>
                  <a:cubicBezTo>
                    <a:pt x="718" y="9091"/>
                    <a:pt x="719" y="9091"/>
                    <a:pt x="720" y="9091"/>
                  </a:cubicBezTo>
                  <a:lnTo>
                    <a:pt x="732" y="9077"/>
                  </a:lnTo>
                  <a:cubicBezTo>
                    <a:pt x="732" y="9077"/>
                    <a:pt x="732" y="9091"/>
                    <a:pt x="759" y="9091"/>
                  </a:cubicBezTo>
                  <a:lnTo>
                    <a:pt x="4966" y="9091"/>
                  </a:lnTo>
                  <a:cubicBezTo>
                    <a:pt x="5342" y="9091"/>
                    <a:pt x="5680" y="8766"/>
                    <a:pt x="5680" y="8377"/>
                  </a:cubicBezTo>
                  <a:cubicBezTo>
                    <a:pt x="5680" y="7974"/>
                    <a:pt x="5343" y="7650"/>
                    <a:pt x="4966" y="7650"/>
                  </a:cubicBezTo>
                  <a:lnTo>
                    <a:pt x="1447" y="7650"/>
                  </a:lnTo>
                  <a:lnTo>
                    <a:pt x="1447" y="5259"/>
                  </a:lnTo>
                  <a:lnTo>
                    <a:pt x="4473" y="5259"/>
                  </a:lnTo>
                  <a:cubicBezTo>
                    <a:pt x="4862" y="5259"/>
                    <a:pt x="5187" y="4935"/>
                    <a:pt x="5187" y="4532"/>
                  </a:cubicBezTo>
                  <a:cubicBezTo>
                    <a:pt x="5187" y="4157"/>
                    <a:pt x="4862" y="3818"/>
                    <a:pt x="4473" y="3818"/>
                  </a:cubicBezTo>
                  <a:lnTo>
                    <a:pt x="1447" y="3818"/>
                  </a:lnTo>
                  <a:lnTo>
                    <a:pt x="1447" y="1441"/>
                  </a:lnTo>
                  <a:lnTo>
                    <a:pt x="4966" y="1441"/>
                  </a:lnTo>
                  <a:cubicBezTo>
                    <a:pt x="5342" y="1441"/>
                    <a:pt x="5680" y="1117"/>
                    <a:pt x="5680" y="714"/>
                  </a:cubicBezTo>
                  <a:cubicBezTo>
                    <a:pt x="5680" y="311"/>
                    <a:pt x="5343" y="0"/>
                    <a:pt x="4966" y="0"/>
                  </a:cubicBezTo>
                  <a:lnTo>
                    <a:pt x="718" y="0"/>
                  </a:lnTo>
                  <a:cubicBezTo>
                    <a:pt x="715" y="0"/>
                    <a:pt x="711" y="0"/>
                    <a:pt x="70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3040" bIns="23040" anchor="ctr">
              <a:noAutofit/>
            </a:bodyPr>
            <a:lstStyle/>
            <a:p>
              <a:endParaRPr lang="en-US" sz="1400" b="0" u="none" strike="noStrike">
                <a:solidFill>
                  <a:srgbClr val="000000"/>
                </a:solidFill>
                <a:effectLst/>
                <a:uFillTx/>
                <a:latin typeface="Arial"/>
              </a:endParaRPr>
            </a:p>
          </p:txBody>
        </p:sp>
        <p:sp>
          <p:nvSpPr>
            <p:cNvPr id="324" name="Google Shape;2206;p 1"/>
            <p:cNvSpPr/>
            <p:nvPr/>
          </p:nvSpPr>
          <p:spPr>
            <a:xfrm>
              <a:off x="6626880" y="1470960"/>
              <a:ext cx="73080" cy="100800"/>
            </a:xfrm>
            <a:custGeom>
              <a:avLst/>
              <a:gdLst>
                <a:gd name="textAreaLeft" fmla="*/ 0 w 73080"/>
                <a:gd name="textAreaRight" fmla="*/ 73440 w 73080"/>
                <a:gd name="textAreaTop" fmla="*/ 0 h 100800"/>
                <a:gd name="textAreaBottom" fmla="*/ 101160 h 100800"/>
              </a:gdLst>
              <a:ahLst/>
              <a:cxnLst/>
              <a:rect l="textAreaLeft" t="textAreaTop" r="textAreaRight" b="textAreaBottom"/>
              <a:pathLst>
                <a:path w="6896" h="9001">
                  <a:moveTo>
                    <a:pt x="719" y="0"/>
                  </a:moveTo>
                  <a:cubicBezTo>
                    <a:pt x="574" y="0"/>
                    <a:pt x="427" y="43"/>
                    <a:pt x="298" y="130"/>
                  </a:cubicBezTo>
                  <a:cubicBezTo>
                    <a:pt x="109" y="270"/>
                    <a:pt x="1" y="493"/>
                    <a:pt x="11" y="728"/>
                  </a:cubicBezTo>
                  <a:lnTo>
                    <a:pt x="11" y="8287"/>
                  </a:lnTo>
                  <a:cubicBezTo>
                    <a:pt x="11" y="8682"/>
                    <a:pt x="331" y="9001"/>
                    <a:pt x="725" y="9001"/>
                  </a:cubicBezTo>
                  <a:cubicBezTo>
                    <a:pt x="1102" y="9001"/>
                    <a:pt x="1427" y="8676"/>
                    <a:pt x="1427" y="8287"/>
                  </a:cubicBezTo>
                  <a:lnTo>
                    <a:pt x="1428" y="2898"/>
                  </a:lnTo>
                  <a:lnTo>
                    <a:pt x="5584" y="8663"/>
                  </a:lnTo>
                  <a:cubicBezTo>
                    <a:pt x="5602" y="8693"/>
                    <a:pt x="5623" y="8718"/>
                    <a:pt x="5649" y="8741"/>
                  </a:cubicBezTo>
                  <a:cubicBezTo>
                    <a:pt x="5780" y="8897"/>
                    <a:pt x="5973" y="9001"/>
                    <a:pt x="6182" y="9001"/>
                  </a:cubicBezTo>
                  <a:cubicBezTo>
                    <a:pt x="6574" y="8996"/>
                    <a:pt x="6891" y="8679"/>
                    <a:pt x="6896" y="8287"/>
                  </a:cubicBezTo>
                  <a:lnTo>
                    <a:pt x="6896" y="741"/>
                  </a:lnTo>
                  <a:cubicBezTo>
                    <a:pt x="6896" y="364"/>
                    <a:pt x="6571" y="40"/>
                    <a:pt x="6182" y="40"/>
                  </a:cubicBezTo>
                  <a:cubicBezTo>
                    <a:pt x="5796" y="43"/>
                    <a:pt x="5484" y="355"/>
                    <a:pt x="5481" y="741"/>
                  </a:cubicBezTo>
                  <a:lnTo>
                    <a:pt x="5481" y="6092"/>
                  </a:lnTo>
                  <a:lnTo>
                    <a:pt x="1284" y="286"/>
                  </a:lnTo>
                  <a:cubicBezTo>
                    <a:pt x="1152" y="98"/>
                    <a:pt x="938" y="0"/>
                    <a:pt x="719"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3040" bIns="23040" anchor="ctr">
              <a:noAutofit/>
            </a:bodyPr>
            <a:lstStyle/>
            <a:p>
              <a:endParaRPr lang="en-US" sz="1400" b="0" u="none" strike="noStrike">
                <a:solidFill>
                  <a:srgbClr val="000000"/>
                </a:solidFill>
                <a:effectLst/>
                <a:uFillTx/>
                <a:latin typeface="Arial"/>
              </a:endParaRPr>
            </a:p>
          </p:txBody>
        </p:sp>
        <p:sp>
          <p:nvSpPr>
            <p:cNvPr id="325" name="Google Shape;2207;p 1"/>
            <p:cNvSpPr/>
            <p:nvPr/>
          </p:nvSpPr>
          <p:spPr>
            <a:xfrm>
              <a:off x="6724440" y="1470240"/>
              <a:ext cx="73440" cy="101520"/>
            </a:xfrm>
            <a:custGeom>
              <a:avLst/>
              <a:gdLst>
                <a:gd name="textAreaLeft" fmla="*/ 0 w 73440"/>
                <a:gd name="textAreaRight" fmla="*/ 73800 w 73440"/>
                <a:gd name="textAreaTop" fmla="*/ 0 h 101520"/>
                <a:gd name="textAreaBottom" fmla="*/ 101880 h 101520"/>
              </a:gdLst>
              <a:ahLst/>
              <a:cxnLst/>
              <a:rect l="textAreaLeft" t="textAreaTop" r="textAreaRight" b="textAreaBottom"/>
              <a:pathLst>
                <a:path w="6982" h="9091">
                  <a:moveTo>
                    <a:pt x="709" y="0"/>
                  </a:moveTo>
                  <a:cubicBezTo>
                    <a:pt x="317" y="0"/>
                    <a:pt x="0" y="321"/>
                    <a:pt x="6" y="714"/>
                  </a:cubicBezTo>
                  <a:cubicBezTo>
                    <a:pt x="6" y="1103"/>
                    <a:pt x="317" y="1441"/>
                    <a:pt x="720" y="1441"/>
                  </a:cubicBezTo>
                  <a:lnTo>
                    <a:pt x="2774" y="1441"/>
                  </a:lnTo>
                  <a:lnTo>
                    <a:pt x="2774" y="8377"/>
                  </a:lnTo>
                  <a:cubicBezTo>
                    <a:pt x="2773" y="8772"/>
                    <a:pt x="3093" y="9091"/>
                    <a:pt x="3488" y="9091"/>
                  </a:cubicBezTo>
                  <a:cubicBezTo>
                    <a:pt x="3491" y="9091"/>
                    <a:pt x="3495" y="9091"/>
                    <a:pt x="3499" y="9091"/>
                  </a:cubicBezTo>
                  <a:cubicBezTo>
                    <a:pt x="3890" y="9091"/>
                    <a:pt x="4206" y="8770"/>
                    <a:pt x="4201" y="8377"/>
                  </a:cubicBezTo>
                  <a:lnTo>
                    <a:pt x="4201" y="1441"/>
                  </a:lnTo>
                  <a:lnTo>
                    <a:pt x="6266" y="1441"/>
                  </a:lnTo>
                  <a:cubicBezTo>
                    <a:pt x="6657" y="1441"/>
                    <a:pt x="6981" y="1103"/>
                    <a:pt x="6980" y="714"/>
                  </a:cubicBezTo>
                  <a:cubicBezTo>
                    <a:pt x="6981" y="320"/>
                    <a:pt x="6663" y="0"/>
                    <a:pt x="6269" y="0"/>
                  </a:cubicBezTo>
                  <a:cubicBezTo>
                    <a:pt x="6268" y="0"/>
                    <a:pt x="6267" y="0"/>
                    <a:pt x="6266" y="0"/>
                  </a:cubicBezTo>
                  <a:lnTo>
                    <a:pt x="720" y="0"/>
                  </a:lnTo>
                  <a:cubicBezTo>
                    <a:pt x="716" y="0"/>
                    <a:pt x="713" y="0"/>
                    <a:pt x="709"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3040" bIns="23040" anchor="ctr">
              <a:noAutofit/>
            </a:bodyPr>
            <a:lstStyle/>
            <a:p>
              <a:endParaRPr lang="en-US" sz="1400" b="0" u="none" strike="noStrike">
                <a:solidFill>
                  <a:srgbClr val="000000"/>
                </a:solidFill>
                <a:effectLst/>
                <a:uFillTx/>
                <a:latin typeface="Arial"/>
              </a:endParaRPr>
            </a:p>
          </p:txBody>
        </p:sp>
      </p:grpSp>
      <p:grpSp>
        <p:nvGrpSpPr>
          <p:cNvPr id="326" name="Google Shape;2208;p 1"/>
          <p:cNvGrpSpPr/>
          <p:nvPr/>
        </p:nvGrpSpPr>
        <p:grpSpPr>
          <a:xfrm>
            <a:off x="4174020" y="2151720"/>
            <a:ext cx="2056320" cy="1189080"/>
            <a:chOff x="3932640" y="3908520"/>
            <a:chExt cx="2056320" cy="1189080"/>
          </a:xfrm>
        </p:grpSpPr>
        <p:sp>
          <p:nvSpPr>
            <p:cNvPr id="327" name="Google Shape;2209;p 1"/>
            <p:cNvSpPr/>
            <p:nvPr/>
          </p:nvSpPr>
          <p:spPr>
            <a:xfrm rot="20517000">
              <a:off x="5103720" y="3984480"/>
              <a:ext cx="474840" cy="236520"/>
            </a:xfrm>
            <a:custGeom>
              <a:avLst/>
              <a:gdLst>
                <a:gd name="textAreaLeft" fmla="*/ 0 w 474840"/>
                <a:gd name="textAreaRight" fmla="*/ 475200 w 474840"/>
                <a:gd name="textAreaTop" fmla="*/ 0 h 236520"/>
                <a:gd name="textAreaBottom" fmla="*/ 236880 h 236520"/>
              </a:gdLst>
              <a:ahLst/>
              <a:cxnLst/>
              <a:rect l="textAreaLeft" t="textAreaTop" r="textAreaRight" b="textAreaBottom"/>
              <a:pathLst>
                <a:path w="66458" h="33243">
                  <a:moveTo>
                    <a:pt x="12461" y="0"/>
                  </a:moveTo>
                  <a:lnTo>
                    <a:pt x="17374" y="10156"/>
                  </a:lnTo>
                  <a:cubicBezTo>
                    <a:pt x="17374" y="10156"/>
                    <a:pt x="20759" y="10491"/>
                    <a:pt x="25206" y="10785"/>
                  </a:cubicBezTo>
                  <a:lnTo>
                    <a:pt x="26382" y="17618"/>
                  </a:lnTo>
                  <a:lnTo>
                    <a:pt x="26382" y="17618"/>
                  </a:lnTo>
                  <a:lnTo>
                    <a:pt x="13472" y="12166"/>
                  </a:lnTo>
                  <a:cubicBezTo>
                    <a:pt x="13472" y="12166"/>
                    <a:pt x="125" y="14882"/>
                    <a:pt x="63" y="15539"/>
                  </a:cubicBezTo>
                  <a:cubicBezTo>
                    <a:pt x="1" y="16196"/>
                    <a:pt x="3754" y="33243"/>
                    <a:pt x="3754" y="33243"/>
                  </a:cubicBezTo>
                  <a:cubicBezTo>
                    <a:pt x="3754" y="33243"/>
                    <a:pt x="6051" y="19563"/>
                    <a:pt x="28351" y="19563"/>
                  </a:cubicBezTo>
                  <a:cubicBezTo>
                    <a:pt x="28641" y="19563"/>
                    <a:pt x="28934" y="19566"/>
                    <a:pt x="29231" y="19570"/>
                  </a:cubicBezTo>
                  <a:cubicBezTo>
                    <a:pt x="34228" y="20642"/>
                    <a:pt x="45189" y="23351"/>
                    <a:pt x="51085" y="27573"/>
                  </a:cubicBezTo>
                  <a:cubicBezTo>
                    <a:pt x="53076" y="29197"/>
                    <a:pt x="56816" y="30137"/>
                    <a:pt x="59996" y="30137"/>
                  </a:cubicBezTo>
                  <a:cubicBezTo>
                    <a:pt x="62966" y="30137"/>
                    <a:pt x="65449" y="29317"/>
                    <a:pt x="65563" y="27468"/>
                  </a:cubicBezTo>
                  <a:cubicBezTo>
                    <a:pt x="66458" y="25895"/>
                    <a:pt x="59358" y="20689"/>
                    <a:pt x="53655" y="17914"/>
                  </a:cubicBezTo>
                  <a:cubicBezTo>
                    <a:pt x="51373" y="16803"/>
                    <a:pt x="46120" y="14023"/>
                    <a:pt x="40636" y="11086"/>
                  </a:cubicBezTo>
                  <a:cubicBezTo>
                    <a:pt x="41369" y="11037"/>
                    <a:pt x="42052" y="10973"/>
                    <a:pt x="42671" y="10893"/>
                  </a:cubicBezTo>
                  <a:cubicBezTo>
                    <a:pt x="50348" y="9877"/>
                    <a:pt x="51732" y="5572"/>
                    <a:pt x="51332" y="4541"/>
                  </a:cubicBezTo>
                  <a:cubicBezTo>
                    <a:pt x="50997" y="3671"/>
                    <a:pt x="49094" y="1592"/>
                    <a:pt x="42558" y="1592"/>
                  </a:cubicBezTo>
                  <a:cubicBezTo>
                    <a:pt x="41344" y="1592"/>
                    <a:pt x="39970" y="1664"/>
                    <a:pt x="38417" y="1829"/>
                  </a:cubicBezTo>
                  <a:cubicBezTo>
                    <a:pt x="36885" y="1991"/>
                    <a:pt x="35208" y="2060"/>
                    <a:pt x="33467" y="2060"/>
                  </a:cubicBezTo>
                  <a:cubicBezTo>
                    <a:pt x="23929" y="2060"/>
                    <a:pt x="12462" y="0"/>
                    <a:pt x="1246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760" bIns="68760" anchor="ctr">
              <a:noAutofit/>
            </a:bodyPr>
            <a:lstStyle/>
            <a:p>
              <a:endParaRPr lang="en-US" sz="1400" b="0" u="none" strike="noStrike">
                <a:solidFill>
                  <a:srgbClr val="000000"/>
                </a:solidFill>
                <a:effectLst/>
                <a:uFillTx/>
                <a:latin typeface="Arial"/>
              </a:endParaRPr>
            </a:p>
          </p:txBody>
        </p:sp>
        <p:sp>
          <p:nvSpPr>
            <p:cNvPr id="328" name="Google Shape;2210;p 1"/>
            <p:cNvSpPr/>
            <p:nvPr/>
          </p:nvSpPr>
          <p:spPr>
            <a:xfrm rot="20521200">
              <a:off x="5549400" y="4399560"/>
              <a:ext cx="86400" cy="51480"/>
            </a:xfrm>
            <a:custGeom>
              <a:avLst/>
              <a:gdLst>
                <a:gd name="textAreaLeft" fmla="*/ 0 w 86400"/>
                <a:gd name="textAreaRight" fmla="*/ 86760 w 86400"/>
                <a:gd name="textAreaTop" fmla="*/ 0 h 51480"/>
                <a:gd name="textAreaBottom" fmla="*/ 51840 h 51480"/>
              </a:gdLst>
              <a:ahLst/>
              <a:cxnLst/>
              <a:rect l="textAreaLeft" t="textAreaTop" r="textAreaRight" b="textAreaBottom"/>
              <a:pathLst>
                <a:path w="12223" h="7201">
                  <a:moveTo>
                    <a:pt x="11410" y="1"/>
                  </a:moveTo>
                  <a:cubicBezTo>
                    <a:pt x="8457" y="3426"/>
                    <a:pt x="4338" y="5298"/>
                    <a:pt x="121" y="5521"/>
                  </a:cubicBezTo>
                  <a:lnTo>
                    <a:pt x="87" y="6023"/>
                  </a:lnTo>
                  <a:lnTo>
                    <a:pt x="35" y="6699"/>
                  </a:lnTo>
                  <a:lnTo>
                    <a:pt x="0" y="7200"/>
                  </a:lnTo>
                  <a:cubicBezTo>
                    <a:pt x="4561" y="6892"/>
                    <a:pt x="8984" y="4787"/>
                    <a:pt x="12120" y="995"/>
                  </a:cubicBezTo>
                  <a:cubicBezTo>
                    <a:pt x="12156" y="952"/>
                    <a:pt x="12190" y="906"/>
                    <a:pt x="12223" y="861"/>
                  </a:cubicBezTo>
                  <a:lnTo>
                    <a:pt x="12218" y="857"/>
                  </a:lnTo>
                  <a:cubicBezTo>
                    <a:pt x="12174" y="826"/>
                    <a:pt x="12129" y="793"/>
                    <a:pt x="12088" y="757"/>
                  </a:cubicBezTo>
                  <a:cubicBezTo>
                    <a:pt x="11825" y="541"/>
                    <a:pt x="11595" y="286"/>
                    <a:pt x="11410" y="1"/>
                  </a:cubicBezTo>
                  <a:close/>
                </a:path>
              </a:pathLst>
            </a:custGeom>
            <a:solidFill>
              <a:srgbClr val="53696D"/>
            </a:solidFill>
            <a:ln w="0">
              <a:noFill/>
            </a:ln>
          </p:spPr>
          <p:style>
            <a:lnRef idx="0">
              <a:scrgbClr r="0" g="0" b="0"/>
            </a:lnRef>
            <a:fillRef idx="0">
              <a:scrgbClr r="0" g="0" b="0"/>
            </a:fillRef>
            <a:effectRef idx="0">
              <a:scrgbClr r="0" g="0" b="0"/>
            </a:effectRef>
            <a:fontRef idx="minor"/>
          </p:style>
          <p:txBody>
            <a:bodyPr tIns="15120" bIns="15120" anchor="ctr">
              <a:noAutofit/>
            </a:bodyPr>
            <a:lstStyle/>
            <a:p>
              <a:endParaRPr lang="en-US" sz="1400" b="0" u="none" strike="noStrike">
                <a:solidFill>
                  <a:srgbClr val="FFFFFF"/>
                </a:solidFill>
                <a:effectLst/>
                <a:uFillTx/>
                <a:latin typeface="Arial"/>
              </a:endParaRPr>
            </a:p>
          </p:txBody>
        </p:sp>
        <p:sp>
          <p:nvSpPr>
            <p:cNvPr id="329" name="Google Shape;2211;p 1"/>
            <p:cNvSpPr/>
            <p:nvPr/>
          </p:nvSpPr>
          <p:spPr>
            <a:xfrm rot="20515800">
              <a:off x="5274360" y="4308120"/>
              <a:ext cx="200880" cy="200880"/>
            </a:xfrm>
            <a:custGeom>
              <a:avLst/>
              <a:gdLst>
                <a:gd name="textAreaLeft" fmla="*/ 0 w 200880"/>
                <a:gd name="textAreaRight" fmla="*/ 201240 w 200880"/>
                <a:gd name="textAreaTop" fmla="*/ 0 h 200880"/>
                <a:gd name="textAreaBottom" fmla="*/ 201240 h 200880"/>
              </a:gdLst>
              <a:ahLst/>
              <a:cxnLst/>
              <a:rect l="textAreaLeft" t="textAreaTop" r="textAreaRight" b="textAreaBottom"/>
              <a:pathLst>
                <a:path w="28170" h="28169">
                  <a:moveTo>
                    <a:pt x="14084" y="0"/>
                  </a:moveTo>
                  <a:cubicBezTo>
                    <a:pt x="10349" y="0"/>
                    <a:pt x="6766" y="1484"/>
                    <a:pt x="4126" y="4125"/>
                  </a:cubicBezTo>
                  <a:cubicBezTo>
                    <a:pt x="1483" y="6767"/>
                    <a:pt x="1" y="10349"/>
                    <a:pt x="1" y="14085"/>
                  </a:cubicBezTo>
                  <a:cubicBezTo>
                    <a:pt x="1" y="17820"/>
                    <a:pt x="1483" y="21403"/>
                    <a:pt x="4126" y="24044"/>
                  </a:cubicBezTo>
                  <a:cubicBezTo>
                    <a:pt x="6766" y="26686"/>
                    <a:pt x="10349" y="28169"/>
                    <a:pt x="14084" y="28169"/>
                  </a:cubicBezTo>
                  <a:cubicBezTo>
                    <a:pt x="17821" y="28169"/>
                    <a:pt x="21404" y="26686"/>
                    <a:pt x="24044" y="24044"/>
                  </a:cubicBezTo>
                  <a:cubicBezTo>
                    <a:pt x="26685" y="21403"/>
                    <a:pt x="28169" y="17820"/>
                    <a:pt x="28169" y="14085"/>
                  </a:cubicBezTo>
                  <a:cubicBezTo>
                    <a:pt x="28169" y="10349"/>
                    <a:pt x="26685" y="6767"/>
                    <a:pt x="24044" y="4125"/>
                  </a:cubicBezTo>
                  <a:cubicBezTo>
                    <a:pt x="21404" y="1484"/>
                    <a:pt x="17821" y="0"/>
                    <a:pt x="14084" y="0"/>
                  </a:cubicBezTo>
                  <a:close/>
                </a:path>
              </a:pathLst>
            </a:custGeom>
            <a:solidFill>
              <a:srgbClr val="849AA0"/>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FFFFFF"/>
                </a:solidFill>
                <a:effectLst/>
                <a:uFillTx/>
                <a:latin typeface="Arial"/>
              </a:endParaRPr>
            </a:p>
          </p:txBody>
        </p:sp>
        <p:sp>
          <p:nvSpPr>
            <p:cNvPr id="330" name="Google Shape;2212;p 1"/>
            <p:cNvSpPr/>
            <p:nvPr/>
          </p:nvSpPr>
          <p:spPr>
            <a:xfrm rot="20515800">
              <a:off x="5176440" y="4398840"/>
              <a:ext cx="285480" cy="342720"/>
            </a:xfrm>
            <a:custGeom>
              <a:avLst/>
              <a:gdLst>
                <a:gd name="textAreaLeft" fmla="*/ 0 w 285480"/>
                <a:gd name="textAreaRight" fmla="*/ 285840 w 285480"/>
                <a:gd name="textAreaTop" fmla="*/ 0 h 342720"/>
                <a:gd name="textAreaBottom" fmla="*/ 343080 h 342720"/>
              </a:gdLst>
              <a:ahLst/>
              <a:cxnLst/>
              <a:rect l="textAreaLeft" t="textAreaTop" r="textAreaRight" b="textAreaBottom"/>
              <a:pathLst>
                <a:path w="40024" h="47965">
                  <a:moveTo>
                    <a:pt x="33918" y="0"/>
                  </a:moveTo>
                  <a:lnTo>
                    <a:pt x="687" y="40203"/>
                  </a:lnTo>
                  <a:lnTo>
                    <a:pt x="1" y="47059"/>
                  </a:lnTo>
                  <a:lnTo>
                    <a:pt x="4550" y="47965"/>
                  </a:lnTo>
                  <a:lnTo>
                    <a:pt x="8678" y="42970"/>
                  </a:lnTo>
                  <a:lnTo>
                    <a:pt x="7594" y="40057"/>
                  </a:lnTo>
                  <a:lnTo>
                    <a:pt x="10659" y="40575"/>
                  </a:lnTo>
                  <a:lnTo>
                    <a:pt x="14460" y="35977"/>
                  </a:lnTo>
                  <a:lnTo>
                    <a:pt x="12975" y="31992"/>
                  </a:lnTo>
                  <a:lnTo>
                    <a:pt x="17169" y="32700"/>
                  </a:lnTo>
                  <a:lnTo>
                    <a:pt x="21211" y="27809"/>
                  </a:lnTo>
                  <a:lnTo>
                    <a:pt x="20187" y="25055"/>
                  </a:lnTo>
                  <a:lnTo>
                    <a:pt x="23085" y="25543"/>
                  </a:lnTo>
                  <a:lnTo>
                    <a:pt x="40024" y="5049"/>
                  </a:lnTo>
                  <a:lnTo>
                    <a:pt x="33918"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31" name="Google Shape;2213;p 1"/>
            <p:cNvSpPr/>
            <p:nvPr/>
          </p:nvSpPr>
          <p:spPr>
            <a:xfrm rot="20523000">
              <a:off x="5202000" y="4508640"/>
              <a:ext cx="174240" cy="218520"/>
            </a:xfrm>
            <a:custGeom>
              <a:avLst/>
              <a:gdLst>
                <a:gd name="textAreaLeft" fmla="*/ 0 w 174240"/>
                <a:gd name="textAreaRight" fmla="*/ 174600 w 174240"/>
                <a:gd name="textAreaTop" fmla="*/ 0 h 218520"/>
                <a:gd name="textAreaBottom" fmla="*/ 218880 h 218520"/>
              </a:gdLst>
              <a:ahLst/>
              <a:cxnLst/>
              <a:rect l="textAreaLeft" t="textAreaTop" r="textAreaRight" b="textAreaBottom"/>
              <a:pathLst>
                <a:path w="24397" h="30589">
                  <a:moveTo>
                    <a:pt x="23097" y="0"/>
                  </a:moveTo>
                  <a:lnTo>
                    <a:pt x="197" y="27706"/>
                  </a:lnTo>
                  <a:lnTo>
                    <a:pt x="0" y="30589"/>
                  </a:lnTo>
                  <a:lnTo>
                    <a:pt x="24396" y="1075"/>
                  </a:lnTo>
                  <a:lnTo>
                    <a:pt x="23097"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63360" bIns="63360" anchor="ctr">
              <a:noAutofit/>
            </a:bodyPr>
            <a:lstStyle/>
            <a:p>
              <a:endParaRPr lang="en-US" sz="1400" b="0" u="none" strike="noStrike">
                <a:solidFill>
                  <a:srgbClr val="000000"/>
                </a:solidFill>
                <a:effectLst/>
                <a:uFillTx/>
                <a:latin typeface="Arial"/>
              </a:endParaRPr>
            </a:p>
          </p:txBody>
        </p:sp>
        <p:sp>
          <p:nvSpPr>
            <p:cNvPr id="332" name="Google Shape;2214;p 1"/>
            <p:cNvSpPr/>
            <p:nvPr/>
          </p:nvSpPr>
          <p:spPr>
            <a:xfrm rot="20515800">
              <a:off x="5272560" y="4312440"/>
              <a:ext cx="200880" cy="200880"/>
            </a:xfrm>
            <a:custGeom>
              <a:avLst/>
              <a:gdLst>
                <a:gd name="textAreaLeft" fmla="*/ 0 w 200880"/>
                <a:gd name="textAreaRight" fmla="*/ 201240 w 200880"/>
                <a:gd name="textAreaTop" fmla="*/ 0 h 200880"/>
                <a:gd name="textAreaBottom" fmla="*/ 201240 h 200880"/>
              </a:gdLst>
              <a:ahLst/>
              <a:cxnLst/>
              <a:rect l="textAreaLeft" t="textAreaTop" r="textAreaRight" b="textAreaBottom"/>
              <a:pathLst>
                <a:path w="28170" h="28171">
                  <a:moveTo>
                    <a:pt x="14085" y="0"/>
                  </a:moveTo>
                  <a:cubicBezTo>
                    <a:pt x="10349" y="0"/>
                    <a:pt x="6766" y="1484"/>
                    <a:pt x="4125" y="4127"/>
                  </a:cubicBezTo>
                  <a:cubicBezTo>
                    <a:pt x="1484" y="6767"/>
                    <a:pt x="0" y="10350"/>
                    <a:pt x="0" y="14085"/>
                  </a:cubicBezTo>
                  <a:cubicBezTo>
                    <a:pt x="0" y="17820"/>
                    <a:pt x="1484" y="21403"/>
                    <a:pt x="4125" y="24046"/>
                  </a:cubicBezTo>
                  <a:cubicBezTo>
                    <a:pt x="6766" y="26686"/>
                    <a:pt x="10349" y="28171"/>
                    <a:pt x="14085" y="28171"/>
                  </a:cubicBezTo>
                  <a:cubicBezTo>
                    <a:pt x="17821" y="28171"/>
                    <a:pt x="21403" y="26686"/>
                    <a:pt x="24044" y="24046"/>
                  </a:cubicBezTo>
                  <a:cubicBezTo>
                    <a:pt x="26687" y="21403"/>
                    <a:pt x="28169" y="17820"/>
                    <a:pt x="28169" y="14085"/>
                  </a:cubicBezTo>
                  <a:cubicBezTo>
                    <a:pt x="28169" y="10350"/>
                    <a:pt x="26687" y="6767"/>
                    <a:pt x="24044" y="4127"/>
                  </a:cubicBezTo>
                  <a:cubicBezTo>
                    <a:pt x="21403" y="1484"/>
                    <a:pt x="17821" y="0"/>
                    <a:pt x="1408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000000"/>
                </a:solidFill>
                <a:effectLst/>
                <a:uFillTx/>
                <a:latin typeface="Arial"/>
              </a:endParaRPr>
            </a:p>
          </p:txBody>
        </p:sp>
        <p:sp>
          <p:nvSpPr>
            <p:cNvPr id="333" name="Google Shape;2215;p 1"/>
            <p:cNvSpPr/>
            <p:nvPr/>
          </p:nvSpPr>
          <p:spPr>
            <a:xfrm rot="20512800">
              <a:off x="5278320" y="4329000"/>
              <a:ext cx="188640" cy="168480"/>
            </a:xfrm>
            <a:custGeom>
              <a:avLst/>
              <a:gdLst>
                <a:gd name="textAreaLeft" fmla="*/ 0 w 188640"/>
                <a:gd name="textAreaRight" fmla="*/ 189000 w 188640"/>
                <a:gd name="textAreaTop" fmla="*/ 0 h 168480"/>
                <a:gd name="textAreaBottom" fmla="*/ 168840 h 168480"/>
              </a:gdLst>
              <a:ahLst/>
              <a:cxnLst/>
              <a:rect l="textAreaLeft" t="textAreaTop" r="textAreaRight" b="textAreaBottom"/>
              <a:pathLst>
                <a:path w="26435" h="23624">
                  <a:moveTo>
                    <a:pt x="13267" y="1"/>
                  </a:moveTo>
                  <a:cubicBezTo>
                    <a:pt x="10176" y="1"/>
                    <a:pt x="7106" y="1208"/>
                    <a:pt x="4819" y="3550"/>
                  </a:cubicBezTo>
                  <a:cubicBezTo>
                    <a:pt x="4589" y="3784"/>
                    <a:pt x="4368" y="4030"/>
                    <a:pt x="4155" y="4287"/>
                  </a:cubicBezTo>
                  <a:cubicBezTo>
                    <a:pt x="1" y="9315"/>
                    <a:pt x="707" y="16760"/>
                    <a:pt x="5735" y="20916"/>
                  </a:cubicBezTo>
                  <a:cubicBezTo>
                    <a:pt x="7936" y="22737"/>
                    <a:pt x="10602" y="23624"/>
                    <a:pt x="13251" y="23624"/>
                  </a:cubicBezTo>
                  <a:cubicBezTo>
                    <a:pt x="16652" y="23624"/>
                    <a:pt x="20026" y="22162"/>
                    <a:pt x="22362" y="19336"/>
                  </a:cubicBezTo>
                  <a:cubicBezTo>
                    <a:pt x="22577" y="19078"/>
                    <a:pt x="22775" y="18816"/>
                    <a:pt x="22962" y="18546"/>
                  </a:cubicBezTo>
                  <a:cubicBezTo>
                    <a:pt x="26435" y="13558"/>
                    <a:pt x="25555" y="6651"/>
                    <a:pt x="20786" y="2709"/>
                  </a:cubicBezTo>
                  <a:cubicBezTo>
                    <a:pt x="18584" y="889"/>
                    <a:pt x="15918" y="1"/>
                    <a:pt x="13267"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8960" bIns="48960" anchor="ctr">
              <a:noAutofit/>
            </a:bodyPr>
            <a:lstStyle/>
            <a:p>
              <a:endParaRPr lang="en-US" sz="1400" b="0" u="none" strike="noStrike">
                <a:solidFill>
                  <a:srgbClr val="000000"/>
                </a:solidFill>
                <a:effectLst/>
                <a:uFillTx/>
                <a:latin typeface="Arial"/>
              </a:endParaRPr>
            </a:p>
          </p:txBody>
        </p:sp>
        <p:sp>
          <p:nvSpPr>
            <p:cNvPr id="334" name="Google Shape;2216;p 1"/>
            <p:cNvSpPr/>
            <p:nvPr/>
          </p:nvSpPr>
          <p:spPr>
            <a:xfrm rot="20521200">
              <a:off x="5286240" y="4328280"/>
              <a:ext cx="176040" cy="157320"/>
            </a:xfrm>
            <a:custGeom>
              <a:avLst/>
              <a:gdLst>
                <a:gd name="textAreaLeft" fmla="*/ 0 w 176040"/>
                <a:gd name="textAreaRight" fmla="*/ 176400 w 176040"/>
                <a:gd name="textAreaTop" fmla="*/ 0 h 157320"/>
                <a:gd name="textAreaBottom" fmla="*/ 157680 h 157320"/>
              </a:gdLst>
              <a:ahLst/>
              <a:cxnLst/>
              <a:rect l="textAreaLeft" t="textAreaTop" r="textAreaRight" b="textAreaBottom"/>
              <a:pathLst>
                <a:path w="24659" h="22096">
                  <a:moveTo>
                    <a:pt x="11922" y="1"/>
                  </a:moveTo>
                  <a:cubicBezTo>
                    <a:pt x="8831" y="1"/>
                    <a:pt x="5761" y="1209"/>
                    <a:pt x="3473" y="3551"/>
                  </a:cubicBezTo>
                  <a:cubicBezTo>
                    <a:pt x="0" y="8541"/>
                    <a:pt x="880" y="15447"/>
                    <a:pt x="5651" y="19389"/>
                  </a:cubicBezTo>
                  <a:cubicBezTo>
                    <a:pt x="7852" y="21209"/>
                    <a:pt x="10517" y="22096"/>
                    <a:pt x="13166" y="22096"/>
                  </a:cubicBezTo>
                  <a:cubicBezTo>
                    <a:pt x="16257" y="22096"/>
                    <a:pt x="19328" y="20888"/>
                    <a:pt x="21615" y="18545"/>
                  </a:cubicBezTo>
                  <a:cubicBezTo>
                    <a:pt x="21649" y="18498"/>
                    <a:pt x="21685" y="18444"/>
                    <a:pt x="21718" y="18395"/>
                  </a:cubicBezTo>
                  <a:cubicBezTo>
                    <a:pt x="22095" y="17838"/>
                    <a:pt x="22421" y="17248"/>
                    <a:pt x="22696" y="16634"/>
                  </a:cubicBezTo>
                  <a:cubicBezTo>
                    <a:pt x="24659" y="12260"/>
                    <a:pt x="23784" y="7017"/>
                    <a:pt x="20326" y="3515"/>
                  </a:cubicBezTo>
                  <a:cubicBezTo>
                    <a:pt x="20046" y="3231"/>
                    <a:pt x="19749" y="2961"/>
                    <a:pt x="19439" y="2707"/>
                  </a:cubicBezTo>
                  <a:cubicBezTo>
                    <a:pt x="19390" y="2666"/>
                    <a:pt x="19341" y="2625"/>
                    <a:pt x="19287" y="2588"/>
                  </a:cubicBezTo>
                  <a:cubicBezTo>
                    <a:pt x="17117" y="849"/>
                    <a:pt x="14512" y="1"/>
                    <a:pt x="11922" y="1"/>
                  </a:cubicBezTo>
                  <a:close/>
                </a:path>
              </a:pathLst>
            </a:custGeom>
            <a:solidFill>
              <a:srgbClr val="74C1B9"/>
            </a:solidFill>
            <a:ln w="0">
              <a:noFill/>
            </a:ln>
          </p:spPr>
          <p:style>
            <a:lnRef idx="0">
              <a:scrgbClr r="0" g="0" b="0"/>
            </a:lnRef>
            <a:fillRef idx="0">
              <a:scrgbClr r="0" g="0" b="0"/>
            </a:fillRef>
            <a:effectRef idx="0">
              <a:scrgbClr r="0" g="0" b="0"/>
            </a:effectRef>
            <a:fontRef idx="minor"/>
          </p:style>
          <p:txBody>
            <a:bodyPr anchor="ctr">
              <a:noAutofit/>
            </a:bodyPr>
            <a:lstStyle/>
            <a:p>
              <a:endParaRPr lang="en-US" sz="1400" b="0" u="none" strike="noStrike">
                <a:solidFill>
                  <a:srgbClr val="000000"/>
                </a:solidFill>
                <a:effectLst/>
                <a:uFillTx/>
                <a:latin typeface="Arial"/>
              </a:endParaRPr>
            </a:p>
          </p:txBody>
        </p:sp>
        <p:sp>
          <p:nvSpPr>
            <p:cNvPr id="335" name="Google Shape;2217;p 1"/>
            <p:cNvSpPr/>
            <p:nvPr/>
          </p:nvSpPr>
          <p:spPr>
            <a:xfrm rot="20481600">
              <a:off x="5412600" y="4328280"/>
              <a:ext cx="31680" cy="112680"/>
            </a:xfrm>
            <a:custGeom>
              <a:avLst/>
              <a:gdLst>
                <a:gd name="textAreaLeft" fmla="*/ 0 w 31680"/>
                <a:gd name="textAreaRight" fmla="*/ 32040 w 31680"/>
                <a:gd name="textAreaTop" fmla="*/ 0 h 112680"/>
                <a:gd name="textAreaBottom" fmla="*/ 113040 h 112680"/>
              </a:gdLst>
              <a:ahLst/>
              <a:cxnLst/>
              <a:rect l="textAreaLeft" t="textAreaTop" r="textAreaRight" b="textAreaBottom"/>
              <a:pathLst>
                <a:path w="4554" h="15889">
                  <a:moveTo>
                    <a:pt x="975" y="1"/>
                  </a:moveTo>
                  <a:cubicBezTo>
                    <a:pt x="294" y="2041"/>
                    <a:pt x="1" y="4188"/>
                    <a:pt x="107" y="6334"/>
                  </a:cubicBezTo>
                  <a:cubicBezTo>
                    <a:pt x="277" y="9743"/>
                    <a:pt x="1449" y="13085"/>
                    <a:pt x="3575" y="15888"/>
                  </a:cubicBezTo>
                  <a:cubicBezTo>
                    <a:pt x="3952" y="15330"/>
                    <a:pt x="4278" y="14742"/>
                    <a:pt x="4553" y="14127"/>
                  </a:cubicBezTo>
                  <a:cubicBezTo>
                    <a:pt x="2781" y="11562"/>
                    <a:pt x="1791" y="8539"/>
                    <a:pt x="1701" y="5423"/>
                  </a:cubicBezTo>
                  <a:cubicBezTo>
                    <a:pt x="1654" y="3936"/>
                    <a:pt x="1816" y="2450"/>
                    <a:pt x="2183" y="1007"/>
                  </a:cubicBezTo>
                  <a:cubicBezTo>
                    <a:pt x="1903" y="723"/>
                    <a:pt x="1606" y="453"/>
                    <a:pt x="1296" y="199"/>
                  </a:cubicBezTo>
                  <a:cubicBezTo>
                    <a:pt x="1247" y="158"/>
                    <a:pt x="1198" y="117"/>
                    <a:pt x="1144" y="81"/>
                  </a:cubicBezTo>
                  <a:cubicBezTo>
                    <a:pt x="1092" y="48"/>
                    <a:pt x="1034" y="22"/>
                    <a:pt x="97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2760" bIns="32760" anchor="ctr">
              <a:noAutofit/>
            </a:bodyPr>
            <a:lstStyle/>
            <a:p>
              <a:endParaRPr lang="en-US" sz="1400" b="0" u="none" strike="noStrike">
                <a:solidFill>
                  <a:srgbClr val="FFFFFF"/>
                </a:solidFill>
                <a:effectLst/>
                <a:uFillTx/>
                <a:latin typeface="Arial"/>
              </a:endParaRPr>
            </a:p>
          </p:txBody>
        </p:sp>
        <p:sp>
          <p:nvSpPr>
            <p:cNvPr id="336" name="Google Shape;2218;p 1"/>
            <p:cNvSpPr/>
            <p:nvPr/>
          </p:nvSpPr>
          <p:spPr>
            <a:xfrm rot="20509200">
              <a:off x="5360760" y="4348440"/>
              <a:ext cx="51840" cy="46440"/>
            </a:xfrm>
            <a:custGeom>
              <a:avLst/>
              <a:gdLst>
                <a:gd name="textAreaLeft" fmla="*/ 0 w 51840"/>
                <a:gd name="textAreaRight" fmla="*/ 52200 w 51840"/>
                <a:gd name="textAreaTop" fmla="*/ 0 h 46440"/>
                <a:gd name="textAreaBottom" fmla="*/ 46800 h 46440"/>
              </a:gdLst>
              <a:ahLst/>
              <a:cxnLst/>
              <a:rect l="textAreaLeft" t="textAreaTop" r="textAreaRight" b="textAreaBottom"/>
              <a:pathLst>
                <a:path w="7366" h="6629">
                  <a:moveTo>
                    <a:pt x="3725" y="0"/>
                  </a:moveTo>
                  <a:cubicBezTo>
                    <a:pt x="3000" y="0"/>
                    <a:pt x="2280" y="236"/>
                    <a:pt x="1690" y="696"/>
                  </a:cubicBezTo>
                  <a:cubicBezTo>
                    <a:pt x="1496" y="843"/>
                    <a:pt x="1321" y="1013"/>
                    <a:pt x="1167" y="1202"/>
                  </a:cubicBezTo>
                  <a:cubicBezTo>
                    <a:pt x="1" y="2614"/>
                    <a:pt x="199" y="4703"/>
                    <a:pt x="1609" y="5869"/>
                  </a:cubicBezTo>
                  <a:cubicBezTo>
                    <a:pt x="2228" y="6380"/>
                    <a:pt x="2976" y="6628"/>
                    <a:pt x="3719" y="6628"/>
                  </a:cubicBezTo>
                  <a:cubicBezTo>
                    <a:pt x="4674" y="6628"/>
                    <a:pt x="5622" y="6218"/>
                    <a:pt x="6277" y="5425"/>
                  </a:cubicBezTo>
                  <a:cubicBezTo>
                    <a:pt x="6432" y="5238"/>
                    <a:pt x="6567" y="5035"/>
                    <a:pt x="6676" y="4817"/>
                  </a:cubicBezTo>
                  <a:cubicBezTo>
                    <a:pt x="7366" y="3466"/>
                    <a:pt x="7051" y="1765"/>
                    <a:pt x="5834" y="760"/>
                  </a:cubicBezTo>
                  <a:cubicBezTo>
                    <a:pt x="5217" y="249"/>
                    <a:pt x="4469" y="0"/>
                    <a:pt x="3725"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3680" bIns="13680" anchor="ctr">
              <a:noAutofit/>
            </a:bodyPr>
            <a:lstStyle/>
            <a:p>
              <a:endParaRPr lang="en-US" sz="1400" b="0" u="none" strike="noStrike">
                <a:solidFill>
                  <a:srgbClr val="000000"/>
                </a:solidFill>
                <a:effectLst/>
                <a:uFillTx/>
                <a:latin typeface="Arial"/>
              </a:endParaRPr>
            </a:p>
          </p:txBody>
        </p:sp>
        <p:sp>
          <p:nvSpPr>
            <p:cNvPr id="337" name="Google Shape;2219;p 1"/>
            <p:cNvSpPr/>
            <p:nvPr/>
          </p:nvSpPr>
          <p:spPr>
            <a:xfrm rot="20517600">
              <a:off x="5591880" y="4241160"/>
              <a:ext cx="349920" cy="360360"/>
            </a:xfrm>
            <a:custGeom>
              <a:avLst/>
              <a:gdLst>
                <a:gd name="textAreaLeft" fmla="*/ 0 w 349920"/>
                <a:gd name="textAreaRight" fmla="*/ 350280 w 349920"/>
                <a:gd name="textAreaTop" fmla="*/ 0 h 360360"/>
                <a:gd name="textAreaBottom" fmla="*/ 360720 h 360360"/>
              </a:gdLst>
              <a:ahLst/>
              <a:cxnLst/>
              <a:rect l="textAreaLeft" t="textAreaTop" r="textAreaRight" b="textAreaBottom"/>
              <a:pathLst>
                <a:path w="48977" h="50362">
                  <a:moveTo>
                    <a:pt x="25778" y="0"/>
                  </a:moveTo>
                  <a:lnTo>
                    <a:pt x="3115" y="7241"/>
                  </a:lnTo>
                  <a:lnTo>
                    <a:pt x="1400" y="20440"/>
                  </a:lnTo>
                  <a:lnTo>
                    <a:pt x="1179" y="22131"/>
                  </a:lnTo>
                  <a:lnTo>
                    <a:pt x="1" y="31187"/>
                  </a:lnTo>
                  <a:lnTo>
                    <a:pt x="23200" y="50362"/>
                  </a:lnTo>
                  <a:lnTo>
                    <a:pt x="48977" y="19177"/>
                  </a:lnTo>
                  <a:lnTo>
                    <a:pt x="25778"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38" name="Google Shape;2220;p 1"/>
            <p:cNvSpPr/>
            <p:nvPr/>
          </p:nvSpPr>
          <p:spPr>
            <a:xfrm rot="20508600">
              <a:off x="5558400" y="4257000"/>
              <a:ext cx="216720" cy="249120"/>
            </a:xfrm>
            <a:custGeom>
              <a:avLst/>
              <a:gdLst>
                <a:gd name="textAreaLeft" fmla="*/ 0 w 216720"/>
                <a:gd name="textAreaRight" fmla="*/ 217080 w 216720"/>
                <a:gd name="textAreaTop" fmla="*/ 0 h 249120"/>
                <a:gd name="textAreaBottom" fmla="*/ 249480 h 249120"/>
              </a:gdLst>
              <a:ahLst/>
              <a:cxnLst/>
              <a:rect l="textAreaLeft" t="textAreaTop" r="textAreaRight" b="textAreaBottom"/>
              <a:pathLst>
                <a:path w="30316" h="34965">
                  <a:moveTo>
                    <a:pt x="25779" y="0"/>
                  </a:moveTo>
                  <a:lnTo>
                    <a:pt x="3113" y="7240"/>
                  </a:lnTo>
                  <a:lnTo>
                    <a:pt x="1" y="31187"/>
                  </a:lnTo>
                  <a:lnTo>
                    <a:pt x="4569" y="34964"/>
                  </a:lnTo>
                  <a:lnTo>
                    <a:pt x="6394" y="9951"/>
                  </a:lnTo>
                  <a:lnTo>
                    <a:pt x="30315" y="3750"/>
                  </a:lnTo>
                  <a:lnTo>
                    <a:pt x="25779" y="0"/>
                  </a:lnTo>
                  <a:close/>
                </a:path>
              </a:pathLst>
            </a:custGeom>
            <a:solidFill>
              <a:srgbClr val="D8D8D8"/>
            </a:solidFill>
            <a:ln w="0">
              <a:noFill/>
            </a:ln>
          </p:spPr>
          <p:style>
            <a:lnRef idx="0">
              <a:scrgbClr r="0" g="0" b="0"/>
            </a:lnRef>
            <a:fillRef idx="0">
              <a:scrgbClr r="0" g="0" b="0"/>
            </a:fillRef>
            <a:effectRef idx="0">
              <a:scrgbClr r="0" g="0" b="0"/>
            </a:effectRef>
            <a:fontRef idx="minor"/>
          </p:style>
          <p:txBody>
            <a:bodyPr tIns="72360" bIns="72360" anchor="ctr">
              <a:noAutofit/>
            </a:bodyPr>
            <a:lstStyle/>
            <a:p>
              <a:endParaRPr lang="en-US" sz="1400" b="0" u="none" strike="noStrike">
                <a:solidFill>
                  <a:srgbClr val="000000"/>
                </a:solidFill>
                <a:effectLst/>
                <a:uFillTx/>
                <a:latin typeface="Arial"/>
              </a:endParaRPr>
            </a:p>
          </p:txBody>
        </p:sp>
        <p:sp>
          <p:nvSpPr>
            <p:cNvPr id="339" name="Google Shape;2221;p 1"/>
            <p:cNvSpPr/>
            <p:nvPr/>
          </p:nvSpPr>
          <p:spPr>
            <a:xfrm rot="20521200">
              <a:off x="5534280" y="4230360"/>
              <a:ext cx="265680" cy="303120"/>
            </a:xfrm>
            <a:custGeom>
              <a:avLst/>
              <a:gdLst>
                <a:gd name="textAreaLeft" fmla="*/ 0 w 265680"/>
                <a:gd name="textAreaRight" fmla="*/ 266040 w 265680"/>
                <a:gd name="textAreaTop" fmla="*/ 0 h 303120"/>
                <a:gd name="textAreaBottom" fmla="*/ 303480 h 303120"/>
              </a:gdLst>
              <a:ahLst/>
              <a:cxnLst/>
              <a:rect l="textAreaLeft" t="textAreaTop" r="textAreaRight" b="textAreaBottom"/>
              <a:pathLst>
                <a:path w="37247" h="42473">
                  <a:moveTo>
                    <a:pt x="30501" y="1"/>
                  </a:moveTo>
                  <a:lnTo>
                    <a:pt x="2156" y="7352"/>
                  </a:lnTo>
                  <a:lnTo>
                    <a:pt x="1006" y="23096"/>
                  </a:lnTo>
                  <a:lnTo>
                    <a:pt x="888" y="24772"/>
                  </a:lnTo>
                  <a:lnTo>
                    <a:pt x="1" y="36896"/>
                  </a:lnTo>
                  <a:lnTo>
                    <a:pt x="6748" y="42473"/>
                  </a:lnTo>
                  <a:lnTo>
                    <a:pt x="8223" y="22228"/>
                  </a:lnTo>
                  <a:lnTo>
                    <a:pt x="8346" y="20511"/>
                  </a:lnTo>
                  <a:lnTo>
                    <a:pt x="8899" y="12926"/>
                  </a:lnTo>
                  <a:lnTo>
                    <a:pt x="37247" y="5577"/>
                  </a:lnTo>
                  <a:lnTo>
                    <a:pt x="30501"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7840" bIns="87840" anchor="ctr">
              <a:noAutofit/>
            </a:bodyPr>
            <a:lstStyle/>
            <a:p>
              <a:endParaRPr lang="en-US" sz="1400" b="0" u="none" strike="noStrike">
                <a:solidFill>
                  <a:srgbClr val="000000"/>
                </a:solidFill>
                <a:effectLst/>
                <a:uFillTx/>
                <a:latin typeface="Arial"/>
              </a:endParaRPr>
            </a:p>
          </p:txBody>
        </p:sp>
        <p:sp>
          <p:nvSpPr>
            <p:cNvPr id="340" name="Google Shape;2222;p 1"/>
            <p:cNvSpPr/>
            <p:nvPr/>
          </p:nvSpPr>
          <p:spPr>
            <a:xfrm rot="20506800">
              <a:off x="5734080" y="4359600"/>
              <a:ext cx="154080" cy="149400"/>
            </a:xfrm>
            <a:custGeom>
              <a:avLst/>
              <a:gdLst>
                <a:gd name="textAreaLeft" fmla="*/ 0 w 154080"/>
                <a:gd name="textAreaRight" fmla="*/ 154440 w 154080"/>
                <a:gd name="textAreaTop" fmla="*/ 0 h 149400"/>
                <a:gd name="textAreaBottom" fmla="*/ 149760 h 149400"/>
              </a:gdLst>
              <a:ahLst/>
              <a:cxnLst/>
              <a:rect l="textAreaLeft" t="textAreaTop" r="textAreaRight" b="textAreaBottom"/>
              <a:pathLst>
                <a:path w="21596" h="21008">
                  <a:moveTo>
                    <a:pt x="8237" y="1"/>
                  </a:moveTo>
                  <a:lnTo>
                    <a:pt x="0" y="9964"/>
                  </a:lnTo>
                  <a:lnTo>
                    <a:pt x="13360" y="21008"/>
                  </a:lnTo>
                  <a:lnTo>
                    <a:pt x="21595" y="11046"/>
                  </a:lnTo>
                  <a:lnTo>
                    <a:pt x="8237" y="1"/>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3560" bIns="43560" anchor="ctr">
              <a:noAutofit/>
            </a:bodyPr>
            <a:lstStyle/>
            <a:p>
              <a:endParaRPr lang="en-US" sz="1400" b="0" u="none" strike="noStrike">
                <a:solidFill>
                  <a:srgbClr val="FFFFFF"/>
                </a:solidFill>
                <a:effectLst/>
                <a:uFillTx/>
                <a:latin typeface="Arial"/>
              </a:endParaRPr>
            </a:p>
          </p:txBody>
        </p:sp>
        <p:sp>
          <p:nvSpPr>
            <p:cNvPr id="341" name="Google Shape;2223;p 1"/>
            <p:cNvSpPr/>
            <p:nvPr/>
          </p:nvSpPr>
          <p:spPr>
            <a:xfrm rot="20508600">
              <a:off x="5608440" y="4345560"/>
              <a:ext cx="54360" cy="48240"/>
            </a:xfrm>
            <a:custGeom>
              <a:avLst/>
              <a:gdLst>
                <a:gd name="textAreaLeft" fmla="*/ 0 w 54360"/>
                <a:gd name="textAreaRight" fmla="*/ 54720 w 54360"/>
                <a:gd name="textAreaTop" fmla="*/ 0 h 48240"/>
                <a:gd name="textAreaBottom" fmla="*/ 48600 h 48240"/>
              </a:gdLst>
              <a:ahLst/>
              <a:cxnLst/>
              <a:rect l="textAreaLeft" t="textAreaTop" r="textAreaRight" b="textAreaBottom"/>
              <a:pathLst>
                <a:path w="7685" h="6889">
                  <a:moveTo>
                    <a:pt x="3869" y="0"/>
                  </a:moveTo>
                  <a:cubicBezTo>
                    <a:pt x="3076" y="0"/>
                    <a:pt x="2283" y="274"/>
                    <a:pt x="1642" y="820"/>
                  </a:cubicBezTo>
                  <a:cubicBezTo>
                    <a:pt x="1484" y="948"/>
                    <a:pt x="1342" y="1091"/>
                    <a:pt x="1214" y="1248"/>
                  </a:cubicBezTo>
                  <a:cubicBezTo>
                    <a:pt x="0" y="2716"/>
                    <a:pt x="207" y="4888"/>
                    <a:pt x="1674" y="6100"/>
                  </a:cubicBezTo>
                  <a:cubicBezTo>
                    <a:pt x="2315" y="6630"/>
                    <a:pt x="3091" y="6889"/>
                    <a:pt x="3863" y="6889"/>
                  </a:cubicBezTo>
                  <a:cubicBezTo>
                    <a:pt x="4855" y="6889"/>
                    <a:pt x="5841" y="6462"/>
                    <a:pt x="6523" y="5637"/>
                  </a:cubicBezTo>
                  <a:cubicBezTo>
                    <a:pt x="6653" y="5481"/>
                    <a:pt x="6768" y="5314"/>
                    <a:pt x="6863" y="5135"/>
                  </a:cubicBezTo>
                  <a:cubicBezTo>
                    <a:pt x="7685" y="3686"/>
                    <a:pt x="7349" y="1853"/>
                    <a:pt x="6063" y="791"/>
                  </a:cubicBezTo>
                  <a:cubicBezTo>
                    <a:pt x="5426" y="264"/>
                    <a:pt x="4648" y="0"/>
                    <a:pt x="3869" y="0"/>
                  </a:cubicBezTo>
                  <a:close/>
                </a:path>
              </a:pathLst>
            </a:custGeom>
            <a:solidFill>
              <a:srgbClr val="53696D"/>
            </a:solidFill>
            <a:ln w="0">
              <a:noFill/>
            </a:ln>
          </p:spPr>
          <p:style>
            <a:lnRef idx="0">
              <a:scrgbClr r="0" g="0" b="0"/>
            </a:lnRef>
            <a:fillRef idx="0">
              <a:scrgbClr r="0" g="0" b="0"/>
            </a:fillRef>
            <a:effectRef idx="0">
              <a:scrgbClr r="0" g="0" b="0"/>
            </a:effectRef>
            <a:fontRef idx="minor"/>
          </p:style>
          <p:txBody>
            <a:bodyPr tIns="14400" bIns="14400" anchor="ctr">
              <a:noAutofit/>
            </a:bodyPr>
            <a:lstStyle/>
            <a:p>
              <a:endParaRPr lang="en-US" sz="1400" b="0" u="none" strike="noStrike">
                <a:solidFill>
                  <a:srgbClr val="FFFFFF"/>
                </a:solidFill>
                <a:effectLst/>
                <a:uFillTx/>
                <a:latin typeface="Arial"/>
              </a:endParaRPr>
            </a:p>
          </p:txBody>
        </p:sp>
        <p:sp>
          <p:nvSpPr>
            <p:cNvPr id="342" name="Google Shape;2224;p 1"/>
            <p:cNvSpPr/>
            <p:nvPr/>
          </p:nvSpPr>
          <p:spPr>
            <a:xfrm rot="20485800">
              <a:off x="5612760" y="4345200"/>
              <a:ext cx="43920" cy="39600"/>
            </a:xfrm>
            <a:custGeom>
              <a:avLst/>
              <a:gdLst>
                <a:gd name="textAreaLeft" fmla="*/ 0 w 43920"/>
                <a:gd name="textAreaRight" fmla="*/ 44280 w 43920"/>
                <a:gd name="textAreaTop" fmla="*/ 0 h 39600"/>
                <a:gd name="textAreaBottom" fmla="*/ 39960 h 39600"/>
              </a:gdLst>
              <a:ahLst/>
              <a:cxnLst/>
              <a:rect l="textAreaLeft" t="textAreaTop" r="textAreaRight" b="textAreaBottom"/>
              <a:pathLst>
                <a:path w="6177" h="5543">
                  <a:moveTo>
                    <a:pt x="3093" y="1"/>
                  </a:moveTo>
                  <a:cubicBezTo>
                    <a:pt x="2299" y="1"/>
                    <a:pt x="1506" y="275"/>
                    <a:pt x="864" y="821"/>
                  </a:cubicBezTo>
                  <a:cubicBezTo>
                    <a:pt x="149" y="1685"/>
                    <a:pt x="0" y="2884"/>
                    <a:pt x="482" y="3896"/>
                  </a:cubicBezTo>
                  <a:cubicBezTo>
                    <a:pt x="959" y="4902"/>
                    <a:pt x="1973" y="5543"/>
                    <a:pt x="3085" y="5543"/>
                  </a:cubicBezTo>
                  <a:cubicBezTo>
                    <a:pt x="3092" y="5543"/>
                    <a:pt x="3099" y="5543"/>
                    <a:pt x="3106" y="5543"/>
                  </a:cubicBezTo>
                  <a:cubicBezTo>
                    <a:pt x="4227" y="5536"/>
                    <a:pt x="5241" y="4881"/>
                    <a:pt x="5709" y="3862"/>
                  </a:cubicBezTo>
                  <a:cubicBezTo>
                    <a:pt x="6176" y="2843"/>
                    <a:pt x="6011" y="1645"/>
                    <a:pt x="5285" y="792"/>
                  </a:cubicBezTo>
                  <a:cubicBezTo>
                    <a:pt x="4649" y="264"/>
                    <a:pt x="3871" y="1"/>
                    <a:pt x="3093"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1520" bIns="11520" anchor="ctr">
              <a:noAutofit/>
            </a:bodyPr>
            <a:lstStyle/>
            <a:p>
              <a:endParaRPr lang="en-US" sz="1400" b="0" u="none" strike="noStrike">
                <a:solidFill>
                  <a:srgbClr val="000000"/>
                </a:solidFill>
                <a:effectLst/>
                <a:uFillTx/>
                <a:latin typeface="Arial"/>
              </a:endParaRPr>
            </a:p>
          </p:txBody>
        </p:sp>
        <p:sp>
          <p:nvSpPr>
            <p:cNvPr id="343" name="Google Shape;2225;p 1"/>
            <p:cNvSpPr/>
            <p:nvPr/>
          </p:nvSpPr>
          <p:spPr>
            <a:xfrm rot="20541600">
              <a:off x="5591520" y="4370040"/>
              <a:ext cx="24840" cy="29160"/>
            </a:xfrm>
            <a:custGeom>
              <a:avLst/>
              <a:gdLst>
                <a:gd name="textAreaLeft" fmla="*/ 0 w 24840"/>
                <a:gd name="textAreaRight" fmla="*/ 25200 w 24840"/>
                <a:gd name="textAreaTop" fmla="*/ 0 h 29160"/>
                <a:gd name="textAreaBottom" fmla="*/ 29520 h 29160"/>
              </a:gdLst>
              <a:ahLst/>
              <a:cxnLst/>
              <a:rect l="textAreaLeft" t="textAreaTop" r="textAreaRight" b="textAreaBottom"/>
              <a:pathLst>
                <a:path w="3568" h="4216">
                  <a:moveTo>
                    <a:pt x="3567" y="0"/>
                  </a:moveTo>
                  <a:lnTo>
                    <a:pt x="3567" y="0"/>
                  </a:lnTo>
                  <a:cubicBezTo>
                    <a:pt x="2542" y="1000"/>
                    <a:pt x="1382" y="1852"/>
                    <a:pt x="124" y="2536"/>
                  </a:cubicBezTo>
                  <a:lnTo>
                    <a:pt x="34" y="3773"/>
                  </a:lnTo>
                  <a:lnTo>
                    <a:pt x="1" y="4216"/>
                  </a:lnTo>
                  <a:cubicBezTo>
                    <a:pt x="1172" y="3606"/>
                    <a:pt x="2268" y="2861"/>
                    <a:pt x="3267" y="1997"/>
                  </a:cubicBezTo>
                  <a:cubicBezTo>
                    <a:pt x="3159" y="1316"/>
                    <a:pt x="3264" y="620"/>
                    <a:pt x="3567"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8640" bIns="8640" anchor="ctr">
              <a:noAutofit/>
            </a:bodyPr>
            <a:lstStyle/>
            <a:p>
              <a:endParaRPr lang="en-US" sz="1400" b="0" u="none" strike="noStrike">
                <a:solidFill>
                  <a:srgbClr val="FFFFFF"/>
                </a:solidFill>
                <a:effectLst/>
                <a:uFillTx/>
                <a:latin typeface="Arial"/>
              </a:endParaRPr>
            </a:p>
          </p:txBody>
        </p:sp>
        <p:sp>
          <p:nvSpPr>
            <p:cNvPr id="344" name="Google Shape;2226;p 1"/>
            <p:cNvSpPr/>
            <p:nvPr/>
          </p:nvSpPr>
          <p:spPr>
            <a:xfrm rot="20530800">
              <a:off x="5548680" y="4407840"/>
              <a:ext cx="52920" cy="30240"/>
            </a:xfrm>
            <a:custGeom>
              <a:avLst/>
              <a:gdLst>
                <a:gd name="textAreaLeft" fmla="*/ 0 w 52920"/>
                <a:gd name="textAreaRight" fmla="*/ 53280 w 52920"/>
                <a:gd name="textAreaTop" fmla="*/ 0 h 30240"/>
                <a:gd name="textAreaBottom" fmla="*/ 30600 h 30240"/>
              </a:gdLst>
              <a:ahLst/>
              <a:cxnLst/>
              <a:rect l="textAreaLeft" t="textAreaTop" r="textAreaRight" b="textAreaBottom"/>
              <a:pathLst>
                <a:path w="7456" h="4261">
                  <a:moveTo>
                    <a:pt x="7456" y="1"/>
                  </a:moveTo>
                  <a:lnTo>
                    <a:pt x="7456" y="1"/>
                  </a:lnTo>
                  <a:cubicBezTo>
                    <a:pt x="5262" y="1457"/>
                    <a:pt x="2741" y="2345"/>
                    <a:pt x="120" y="2584"/>
                  </a:cubicBezTo>
                  <a:lnTo>
                    <a:pt x="0" y="4260"/>
                  </a:lnTo>
                  <a:cubicBezTo>
                    <a:pt x="2581" y="3983"/>
                    <a:pt x="5094" y="3133"/>
                    <a:pt x="7333" y="1718"/>
                  </a:cubicBezTo>
                  <a:lnTo>
                    <a:pt x="7456" y="1"/>
                  </a:lnTo>
                  <a:close/>
                </a:path>
              </a:pathLst>
            </a:custGeom>
            <a:solidFill>
              <a:srgbClr val="455759"/>
            </a:solidFill>
            <a:ln w="0">
              <a:noFill/>
            </a:ln>
          </p:spPr>
          <p:style>
            <a:lnRef idx="0">
              <a:scrgbClr r="0" g="0" b="0"/>
            </a:lnRef>
            <a:fillRef idx="0">
              <a:scrgbClr r="0" g="0" b="0"/>
            </a:fillRef>
            <a:effectRef idx="0">
              <a:scrgbClr r="0" g="0" b="0"/>
            </a:effectRef>
            <a:fontRef idx="minor"/>
          </p:style>
          <p:txBody>
            <a:bodyPr tIns="9000" bIns="9000" anchor="ctr">
              <a:noAutofit/>
            </a:bodyPr>
            <a:lstStyle/>
            <a:p>
              <a:endParaRPr lang="en-US" sz="1400" b="0" u="none" strike="noStrike">
                <a:solidFill>
                  <a:srgbClr val="FFFFFF"/>
                </a:solidFill>
                <a:effectLst/>
                <a:uFillTx/>
                <a:latin typeface="Arial"/>
              </a:endParaRPr>
            </a:p>
          </p:txBody>
        </p:sp>
        <p:sp>
          <p:nvSpPr>
            <p:cNvPr id="345" name="Google Shape;2227;p 1"/>
            <p:cNvSpPr/>
            <p:nvPr/>
          </p:nvSpPr>
          <p:spPr>
            <a:xfrm rot="20515800">
              <a:off x="5389200" y="4226760"/>
              <a:ext cx="241200" cy="245880"/>
            </a:xfrm>
            <a:custGeom>
              <a:avLst/>
              <a:gdLst>
                <a:gd name="textAreaLeft" fmla="*/ 0 w 241200"/>
                <a:gd name="textAreaRight" fmla="*/ 241560 w 241200"/>
                <a:gd name="textAreaTop" fmla="*/ 0 h 245880"/>
                <a:gd name="textAreaBottom" fmla="*/ 246240 h 245880"/>
              </a:gdLst>
              <a:ahLst/>
              <a:cxnLst/>
              <a:rect l="textAreaLeft" t="textAreaTop" r="textAreaRight" b="textAreaBottom"/>
              <a:pathLst>
                <a:path w="33870" h="34461">
                  <a:moveTo>
                    <a:pt x="17338" y="1"/>
                  </a:moveTo>
                  <a:cubicBezTo>
                    <a:pt x="12485" y="1"/>
                    <a:pt x="7667" y="2037"/>
                    <a:pt x="4273" y="5979"/>
                  </a:cubicBezTo>
                  <a:cubicBezTo>
                    <a:pt x="4187" y="6065"/>
                    <a:pt x="4113" y="6156"/>
                    <a:pt x="4034" y="6249"/>
                  </a:cubicBezTo>
                  <a:cubicBezTo>
                    <a:pt x="3680" y="6678"/>
                    <a:pt x="3756" y="6573"/>
                    <a:pt x="3453" y="7021"/>
                  </a:cubicBezTo>
                  <a:cubicBezTo>
                    <a:pt x="3489" y="7042"/>
                    <a:pt x="3520" y="7060"/>
                    <a:pt x="3554" y="7083"/>
                  </a:cubicBezTo>
                  <a:cubicBezTo>
                    <a:pt x="3859" y="7255"/>
                    <a:pt x="4154" y="7443"/>
                    <a:pt x="4439" y="7646"/>
                  </a:cubicBezTo>
                  <a:cubicBezTo>
                    <a:pt x="4714" y="7237"/>
                    <a:pt x="4614" y="7383"/>
                    <a:pt x="4935" y="6994"/>
                  </a:cubicBezTo>
                  <a:cubicBezTo>
                    <a:pt x="5006" y="6906"/>
                    <a:pt x="5081" y="6821"/>
                    <a:pt x="5160" y="6740"/>
                  </a:cubicBezTo>
                  <a:lnTo>
                    <a:pt x="5179" y="6719"/>
                  </a:lnTo>
                  <a:cubicBezTo>
                    <a:pt x="8341" y="3062"/>
                    <a:pt x="12825" y="1172"/>
                    <a:pt x="17341" y="1172"/>
                  </a:cubicBezTo>
                  <a:cubicBezTo>
                    <a:pt x="20945" y="1172"/>
                    <a:pt x="24570" y="2376"/>
                    <a:pt x="27559" y="4847"/>
                  </a:cubicBezTo>
                  <a:cubicBezTo>
                    <a:pt x="29631" y="6557"/>
                    <a:pt x="31240" y="8760"/>
                    <a:pt x="32239" y="11255"/>
                  </a:cubicBezTo>
                  <a:lnTo>
                    <a:pt x="32809" y="11105"/>
                  </a:lnTo>
                  <a:lnTo>
                    <a:pt x="33368" y="10960"/>
                  </a:lnTo>
                  <a:cubicBezTo>
                    <a:pt x="32344" y="8310"/>
                    <a:pt x="30645" y="5882"/>
                    <a:pt x="28303" y="3946"/>
                  </a:cubicBezTo>
                  <a:cubicBezTo>
                    <a:pt x="25095" y="1294"/>
                    <a:pt x="21205" y="1"/>
                    <a:pt x="17338" y="1"/>
                  </a:cubicBezTo>
                  <a:close/>
                  <a:moveTo>
                    <a:pt x="977" y="11743"/>
                  </a:moveTo>
                  <a:cubicBezTo>
                    <a:pt x="296" y="13781"/>
                    <a:pt x="1" y="15931"/>
                    <a:pt x="109" y="18077"/>
                  </a:cubicBezTo>
                  <a:cubicBezTo>
                    <a:pt x="286" y="21633"/>
                    <a:pt x="1556" y="25124"/>
                    <a:pt x="3862" y="28001"/>
                  </a:cubicBezTo>
                  <a:cubicBezTo>
                    <a:pt x="4418" y="28700"/>
                    <a:pt x="5029" y="29352"/>
                    <a:pt x="5690" y="29952"/>
                  </a:cubicBezTo>
                  <a:cubicBezTo>
                    <a:pt x="5900" y="30149"/>
                    <a:pt x="6116" y="30335"/>
                    <a:pt x="6338" y="30519"/>
                  </a:cubicBezTo>
                  <a:cubicBezTo>
                    <a:pt x="9547" y="33172"/>
                    <a:pt x="13429" y="34460"/>
                    <a:pt x="17296" y="34460"/>
                  </a:cubicBezTo>
                  <a:cubicBezTo>
                    <a:pt x="17694" y="34460"/>
                    <a:pt x="18091" y="34447"/>
                    <a:pt x="18488" y="34419"/>
                  </a:cubicBezTo>
                  <a:cubicBezTo>
                    <a:pt x="23049" y="34111"/>
                    <a:pt x="27472" y="32006"/>
                    <a:pt x="30608" y="28214"/>
                  </a:cubicBezTo>
                  <a:cubicBezTo>
                    <a:pt x="30644" y="28171"/>
                    <a:pt x="30678" y="28125"/>
                    <a:pt x="30711" y="28080"/>
                  </a:cubicBezTo>
                  <a:cubicBezTo>
                    <a:pt x="30753" y="28039"/>
                    <a:pt x="30789" y="27993"/>
                    <a:pt x="30817" y="27940"/>
                  </a:cubicBezTo>
                  <a:cubicBezTo>
                    <a:pt x="32213" y="26201"/>
                    <a:pt x="33252" y="24200"/>
                    <a:pt x="33869" y="22056"/>
                  </a:cubicBezTo>
                  <a:cubicBezTo>
                    <a:pt x="33578" y="21958"/>
                    <a:pt x="33273" y="21900"/>
                    <a:pt x="32965" y="21884"/>
                  </a:cubicBezTo>
                  <a:cubicBezTo>
                    <a:pt x="32904" y="21882"/>
                    <a:pt x="32843" y="21879"/>
                    <a:pt x="32782" y="21879"/>
                  </a:cubicBezTo>
                  <a:cubicBezTo>
                    <a:pt x="32756" y="21879"/>
                    <a:pt x="32729" y="21879"/>
                    <a:pt x="32703" y="21881"/>
                  </a:cubicBezTo>
                  <a:cubicBezTo>
                    <a:pt x="32123" y="23815"/>
                    <a:pt x="31178" y="25619"/>
                    <a:pt x="29916" y="27197"/>
                  </a:cubicBezTo>
                  <a:cubicBezTo>
                    <a:pt x="29915" y="27210"/>
                    <a:pt x="29906" y="27218"/>
                    <a:pt x="29898" y="27220"/>
                  </a:cubicBezTo>
                  <a:cubicBezTo>
                    <a:pt x="29839" y="27306"/>
                    <a:pt x="29775" y="27390"/>
                    <a:pt x="29707" y="27470"/>
                  </a:cubicBezTo>
                  <a:cubicBezTo>
                    <a:pt x="26822" y="30961"/>
                    <a:pt x="22761" y="32919"/>
                    <a:pt x="18575" y="33242"/>
                  </a:cubicBezTo>
                  <a:cubicBezTo>
                    <a:pt x="18149" y="33275"/>
                    <a:pt x="17722" y="33292"/>
                    <a:pt x="17295" y="33292"/>
                  </a:cubicBezTo>
                  <a:cubicBezTo>
                    <a:pt x="13690" y="33292"/>
                    <a:pt x="10066" y="32084"/>
                    <a:pt x="7083" y="29618"/>
                  </a:cubicBezTo>
                  <a:cubicBezTo>
                    <a:pt x="6885" y="29454"/>
                    <a:pt x="6690" y="29285"/>
                    <a:pt x="6503" y="29108"/>
                  </a:cubicBezTo>
                  <a:cubicBezTo>
                    <a:pt x="5887" y="28553"/>
                    <a:pt x="5315" y="27949"/>
                    <a:pt x="4796" y="27303"/>
                  </a:cubicBezTo>
                  <a:cubicBezTo>
                    <a:pt x="1451" y="23114"/>
                    <a:pt x="399" y="17539"/>
                    <a:pt x="1988" y="12420"/>
                  </a:cubicBezTo>
                  <a:cubicBezTo>
                    <a:pt x="1924" y="12359"/>
                    <a:pt x="1860" y="12299"/>
                    <a:pt x="1788" y="12240"/>
                  </a:cubicBezTo>
                  <a:cubicBezTo>
                    <a:pt x="1611" y="12092"/>
                    <a:pt x="1420" y="11965"/>
                    <a:pt x="1217" y="11858"/>
                  </a:cubicBezTo>
                  <a:cubicBezTo>
                    <a:pt x="1138" y="11816"/>
                    <a:pt x="1056" y="11778"/>
                    <a:pt x="977" y="11743"/>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71280" bIns="71280" anchor="ctr">
              <a:noAutofit/>
            </a:bodyPr>
            <a:lstStyle/>
            <a:p>
              <a:endParaRPr lang="en-US" sz="1400" b="0" u="none" strike="noStrike">
                <a:solidFill>
                  <a:srgbClr val="FFFFFF"/>
                </a:solidFill>
                <a:effectLst/>
                <a:uFillTx/>
                <a:latin typeface="Arial"/>
              </a:endParaRPr>
            </a:p>
          </p:txBody>
        </p:sp>
        <p:sp>
          <p:nvSpPr>
            <p:cNvPr id="346" name="Google Shape;2228;p 1"/>
            <p:cNvSpPr/>
            <p:nvPr/>
          </p:nvSpPr>
          <p:spPr>
            <a:xfrm rot="20520000">
              <a:off x="5391000" y="4222800"/>
              <a:ext cx="240120" cy="245880"/>
            </a:xfrm>
            <a:custGeom>
              <a:avLst/>
              <a:gdLst>
                <a:gd name="textAreaLeft" fmla="*/ 0 w 240120"/>
                <a:gd name="textAreaRight" fmla="*/ 240480 w 240120"/>
                <a:gd name="textAreaTop" fmla="*/ 0 h 245880"/>
                <a:gd name="textAreaBottom" fmla="*/ 246240 h 245880"/>
              </a:gdLst>
              <a:ahLst/>
              <a:cxnLst/>
              <a:rect l="textAreaLeft" t="textAreaTop" r="textAreaRight" b="textAreaBottom"/>
              <a:pathLst>
                <a:path w="33668" h="34464">
                  <a:moveTo>
                    <a:pt x="17327" y="1"/>
                  </a:moveTo>
                  <a:cubicBezTo>
                    <a:pt x="12361" y="1"/>
                    <a:pt x="7430" y="2130"/>
                    <a:pt x="4026" y="6249"/>
                  </a:cubicBezTo>
                  <a:cubicBezTo>
                    <a:pt x="3970" y="6318"/>
                    <a:pt x="3903" y="6407"/>
                    <a:pt x="3829" y="6505"/>
                  </a:cubicBezTo>
                  <a:cubicBezTo>
                    <a:pt x="3469" y="6996"/>
                    <a:pt x="2966" y="7778"/>
                    <a:pt x="2709" y="8156"/>
                  </a:cubicBezTo>
                  <a:cubicBezTo>
                    <a:pt x="2706" y="8166"/>
                    <a:pt x="2701" y="8174"/>
                    <a:pt x="2694" y="8182"/>
                  </a:cubicBezTo>
                  <a:cubicBezTo>
                    <a:pt x="3027" y="8374"/>
                    <a:pt x="3358" y="8579"/>
                    <a:pt x="3679" y="8807"/>
                  </a:cubicBezTo>
                  <a:cubicBezTo>
                    <a:pt x="3900" y="8474"/>
                    <a:pt x="4375" y="7745"/>
                    <a:pt x="4716" y="7268"/>
                  </a:cubicBezTo>
                  <a:lnTo>
                    <a:pt x="4734" y="7245"/>
                  </a:lnTo>
                  <a:cubicBezTo>
                    <a:pt x="4807" y="7147"/>
                    <a:pt x="4870" y="7062"/>
                    <a:pt x="4925" y="6995"/>
                  </a:cubicBezTo>
                  <a:cubicBezTo>
                    <a:pt x="8099" y="3157"/>
                    <a:pt x="12696" y="1172"/>
                    <a:pt x="17326" y="1172"/>
                  </a:cubicBezTo>
                  <a:cubicBezTo>
                    <a:pt x="20933" y="1172"/>
                    <a:pt x="24560" y="2376"/>
                    <a:pt x="27549" y="4847"/>
                  </a:cubicBezTo>
                  <a:cubicBezTo>
                    <a:pt x="29728" y="6643"/>
                    <a:pt x="31389" y="8984"/>
                    <a:pt x="32365" y="11633"/>
                  </a:cubicBezTo>
                  <a:lnTo>
                    <a:pt x="32924" y="11488"/>
                  </a:lnTo>
                  <a:lnTo>
                    <a:pt x="33504" y="11338"/>
                  </a:lnTo>
                  <a:cubicBezTo>
                    <a:pt x="32495" y="8540"/>
                    <a:pt x="30748" y="5974"/>
                    <a:pt x="28294" y="3944"/>
                  </a:cubicBezTo>
                  <a:cubicBezTo>
                    <a:pt x="25086" y="1293"/>
                    <a:pt x="21196" y="1"/>
                    <a:pt x="17327" y="1"/>
                  </a:cubicBezTo>
                  <a:close/>
                  <a:moveTo>
                    <a:pt x="969" y="11746"/>
                  </a:moveTo>
                  <a:cubicBezTo>
                    <a:pt x="899" y="11959"/>
                    <a:pt x="832" y="12170"/>
                    <a:pt x="773" y="12386"/>
                  </a:cubicBezTo>
                  <a:cubicBezTo>
                    <a:pt x="227" y="14232"/>
                    <a:pt x="1" y="16156"/>
                    <a:pt x="101" y="18077"/>
                  </a:cubicBezTo>
                  <a:cubicBezTo>
                    <a:pt x="276" y="21634"/>
                    <a:pt x="1546" y="25125"/>
                    <a:pt x="3852" y="28001"/>
                  </a:cubicBezTo>
                  <a:cubicBezTo>
                    <a:pt x="4409" y="28701"/>
                    <a:pt x="5020" y="29353"/>
                    <a:pt x="5682" y="29954"/>
                  </a:cubicBezTo>
                  <a:cubicBezTo>
                    <a:pt x="5892" y="30149"/>
                    <a:pt x="6108" y="30336"/>
                    <a:pt x="6329" y="30519"/>
                  </a:cubicBezTo>
                  <a:cubicBezTo>
                    <a:pt x="9540" y="33173"/>
                    <a:pt x="13427" y="34464"/>
                    <a:pt x="17297" y="34464"/>
                  </a:cubicBezTo>
                  <a:cubicBezTo>
                    <a:pt x="17558" y="34464"/>
                    <a:pt x="17818" y="34458"/>
                    <a:pt x="18079" y="34446"/>
                  </a:cubicBezTo>
                  <a:cubicBezTo>
                    <a:pt x="22616" y="34240"/>
                    <a:pt x="27059" y="32257"/>
                    <a:pt x="30262" y="28604"/>
                  </a:cubicBezTo>
                  <a:cubicBezTo>
                    <a:pt x="30303" y="28563"/>
                    <a:pt x="30340" y="28517"/>
                    <a:pt x="30373" y="28468"/>
                  </a:cubicBezTo>
                  <a:cubicBezTo>
                    <a:pt x="30452" y="28388"/>
                    <a:pt x="30527" y="28303"/>
                    <a:pt x="30598" y="28214"/>
                  </a:cubicBezTo>
                  <a:cubicBezTo>
                    <a:pt x="31957" y="26576"/>
                    <a:pt x="32998" y="24699"/>
                    <a:pt x="33668" y="22677"/>
                  </a:cubicBezTo>
                  <a:cubicBezTo>
                    <a:pt x="33586" y="22640"/>
                    <a:pt x="33507" y="22613"/>
                    <a:pt x="33425" y="22584"/>
                  </a:cubicBezTo>
                  <a:cubicBezTo>
                    <a:pt x="33134" y="22486"/>
                    <a:pt x="32829" y="22428"/>
                    <a:pt x="32521" y="22414"/>
                  </a:cubicBezTo>
                  <a:cubicBezTo>
                    <a:pt x="31898" y="24257"/>
                    <a:pt x="30940" y="25972"/>
                    <a:pt x="29698" y="27471"/>
                  </a:cubicBezTo>
                  <a:cubicBezTo>
                    <a:pt x="29626" y="27559"/>
                    <a:pt x="29552" y="27644"/>
                    <a:pt x="29472" y="27725"/>
                  </a:cubicBezTo>
                  <a:cubicBezTo>
                    <a:pt x="29469" y="27738"/>
                    <a:pt x="29462" y="27746"/>
                    <a:pt x="29454" y="27748"/>
                  </a:cubicBezTo>
                  <a:cubicBezTo>
                    <a:pt x="26501" y="31173"/>
                    <a:pt x="22382" y="33045"/>
                    <a:pt x="18165" y="33268"/>
                  </a:cubicBezTo>
                  <a:cubicBezTo>
                    <a:pt x="17873" y="33284"/>
                    <a:pt x="17580" y="33292"/>
                    <a:pt x="17287" y="33292"/>
                  </a:cubicBezTo>
                  <a:cubicBezTo>
                    <a:pt x="13681" y="33292"/>
                    <a:pt x="10059" y="32088"/>
                    <a:pt x="7073" y="29618"/>
                  </a:cubicBezTo>
                  <a:cubicBezTo>
                    <a:pt x="6875" y="29455"/>
                    <a:pt x="6682" y="29286"/>
                    <a:pt x="6495" y="29109"/>
                  </a:cubicBezTo>
                  <a:cubicBezTo>
                    <a:pt x="5877" y="28554"/>
                    <a:pt x="5307" y="27951"/>
                    <a:pt x="4788" y="27304"/>
                  </a:cubicBezTo>
                  <a:cubicBezTo>
                    <a:pt x="1443" y="23115"/>
                    <a:pt x="391" y="17540"/>
                    <a:pt x="1980" y="12421"/>
                  </a:cubicBezTo>
                  <a:cubicBezTo>
                    <a:pt x="1916" y="12362"/>
                    <a:pt x="1852" y="12301"/>
                    <a:pt x="1780" y="12240"/>
                  </a:cubicBezTo>
                  <a:cubicBezTo>
                    <a:pt x="1534" y="12037"/>
                    <a:pt x="1261" y="11870"/>
                    <a:pt x="969" y="11746"/>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71280" bIns="71280" anchor="ctr">
              <a:noAutofit/>
            </a:bodyPr>
            <a:lstStyle/>
            <a:p>
              <a:endParaRPr lang="en-US" sz="1400" b="0" u="none" strike="noStrike">
                <a:solidFill>
                  <a:srgbClr val="FFFFFF"/>
                </a:solidFill>
                <a:effectLst/>
                <a:uFillTx/>
                <a:latin typeface="Arial"/>
              </a:endParaRPr>
            </a:p>
          </p:txBody>
        </p:sp>
        <p:sp>
          <p:nvSpPr>
            <p:cNvPr id="347" name="Google Shape;2229;p 1"/>
            <p:cNvSpPr/>
            <p:nvPr/>
          </p:nvSpPr>
          <p:spPr>
            <a:xfrm rot="20514600">
              <a:off x="5235840" y="4242600"/>
              <a:ext cx="226080" cy="129240"/>
            </a:xfrm>
            <a:custGeom>
              <a:avLst/>
              <a:gdLst>
                <a:gd name="textAreaLeft" fmla="*/ 0 w 226080"/>
                <a:gd name="textAreaRight" fmla="*/ 226440 w 226080"/>
                <a:gd name="textAreaTop" fmla="*/ 0 h 129240"/>
                <a:gd name="textAreaBottom" fmla="*/ 129600 h 129240"/>
              </a:gdLst>
              <a:ahLst/>
              <a:cxnLst/>
              <a:rect l="textAreaLeft" t="textAreaTop" r="textAreaRight" b="textAreaBottom"/>
              <a:pathLst>
                <a:path w="31678" h="18098">
                  <a:moveTo>
                    <a:pt x="6893" y="1"/>
                  </a:moveTo>
                  <a:lnTo>
                    <a:pt x="1" y="14199"/>
                  </a:lnTo>
                  <a:cubicBezTo>
                    <a:pt x="5471" y="14695"/>
                    <a:pt x="10956" y="15591"/>
                    <a:pt x="15169" y="16925"/>
                  </a:cubicBezTo>
                  <a:cubicBezTo>
                    <a:pt x="16902" y="17470"/>
                    <a:pt x="18626" y="17826"/>
                    <a:pt x="20264" y="17986"/>
                  </a:cubicBezTo>
                  <a:cubicBezTo>
                    <a:pt x="20741" y="18039"/>
                    <a:pt x="21206" y="18065"/>
                    <a:pt x="21666" y="18086"/>
                  </a:cubicBezTo>
                  <a:cubicBezTo>
                    <a:pt x="21888" y="18094"/>
                    <a:pt x="22107" y="18097"/>
                    <a:pt x="22323" y="18097"/>
                  </a:cubicBezTo>
                  <a:cubicBezTo>
                    <a:pt x="22633" y="18097"/>
                    <a:pt x="22938" y="18090"/>
                    <a:pt x="23239" y="18077"/>
                  </a:cubicBezTo>
                  <a:cubicBezTo>
                    <a:pt x="23797" y="18050"/>
                    <a:pt x="24353" y="17995"/>
                    <a:pt x="24905" y="17908"/>
                  </a:cubicBezTo>
                  <a:cubicBezTo>
                    <a:pt x="28642" y="17351"/>
                    <a:pt x="31309" y="15498"/>
                    <a:pt x="31625" y="12466"/>
                  </a:cubicBezTo>
                  <a:cubicBezTo>
                    <a:pt x="31677" y="12019"/>
                    <a:pt x="31672" y="11540"/>
                    <a:pt x="31604" y="11037"/>
                  </a:cubicBezTo>
                  <a:cubicBezTo>
                    <a:pt x="31589" y="10911"/>
                    <a:pt x="31576" y="10778"/>
                    <a:pt x="31548" y="10642"/>
                  </a:cubicBezTo>
                  <a:cubicBezTo>
                    <a:pt x="31507" y="10280"/>
                    <a:pt x="31371" y="9925"/>
                    <a:pt x="31163" y="9578"/>
                  </a:cubicBezTo>
                  <a:cubicBezTo>
                    <a:pt x="30930" y="9191"/>
                    <a:pt x="30596" y="8816"/>
                    <a:pt x="30186" y="8451"/>
                  </a:cubicBezTo>
                  <a:cubicBezTo>
                    <a:pt x="26207" y="4904"/>
                    <a:pt x="17936" y="2161"/>
                    <a:pt x="13886" y="1781"/>
                  </a:cubicBezTo>
                  <a:cubicBezTo>
                    <a:pt x="12161" y="1621"/>
                    <a:pt x="9584" y="918"/>
                    <a:pt x="6893" y="1"/>
                  </a:cubicBezTo>
                  <a:close/>
                </a:path>
              </a:pathLst>
            </a:custGeom>
            <a:solidFill>
              <a:srgbClr val="E89760"/>
            </a:solidFill>
            <a:ln w="0">
              <a:noFill/>
            </a:ln>
          </p:spPr>
          <p:style>
            <a:lnRef idx="0">
              <a:scrgbClr r="0" g="0" b="0"/>
            </a:lnRef>
            <a:fillRef idx="0">
              <a:scrgbClr r="0" g="0" b="0"/>
            </a:fillRef>
            <a:effectRef idx="0">
              <a:scrgbClr r="0" g="0" b="0"/>
            </a:effectRef>
            <a:fontRef idx="minor"/>
          </p:style>
          <p:txBody>
            <a:bodyPr tIns="37440" bIns="37440" anchor="ctr">
              <a:noAutofit/>
            </a:bodyPr>
            <a:lstStyle/>
            <a:p>
              <a:endParaRPr lang="en-US" sz="1400" b="0" u="none" strike="noStrike">
                <a:solidFill>
                  <a:srgbClr val="000000"/>
                </a:solidFill>
                <a:effectLst/>
                <a:uFillTx/>
                <a:latin typeface="Arial"/>
              </a:endParaRPr>
            </a:p>
          </p:txBody>
        </p:sp>
        <p:sp>
          <p:nvSpPr>
            <p:cNvPr id="348" name="Google Shape;2230;p 1"/>
            <p:cNvSpPr/>
            <p:nvPr/>
          </p:nvSpPr>
          <p:spPr>
            <a:xfrm rot="20515800">
              <a:off x="4761360" y="4013640"/>
              <a:ext cx="746280" cy="420120"/>
            </a:xfrm>
            <a:custGeom>
              <a:avLst/>
              <a:gdLst>
                <a:gd name="textAreaLeft" fmla="*/ 0 w 746280"/>
                <a:gd name="textAreaRight" fmla="*/ 746640 w 746280"/>
                <a:gd name="textAreaTop" fmla="*/ 0 h 420120"/>
                <a:gd name="textAreaBottom" fmla="*/ 420480 h 420120"/>
              </a:gdLst>
              <a:ahLst/>
              <a:cxnLst/>
              <a:rect l="textAreaLeft" t="textAreaTop" r="textAreaRight" b="textAreaBottom"/>
              <a:pathLst>
                <a:path w="104364" h="58788">
                  <a:moveTo>
                    <a:pt x="57339" y="0"/>
                  </a:moveTo>
                  <a:cubicBezTo>
                    <a:pt x="48938" y="1198"/>
                    <a:pt x="0" y="24807"/>
                    <a:pt x="0" y="24807"/>
                  </a:cubicBezTo>
                  <a:cubicBezTo>
                    <a:pt x="0" y="24807"/>
                    <a:pt x="120" y="25559"/>
                    <a:pt x="349" y="26814"/>
                  </a:cubicBezTo>
                  <a:cubicBezTo>
                    <a:pt x="1520" y="33183"/>
                    <a:pt x="5414" y="52555"/>
                    <a:pt x="9902" y="53399"/>
                  </a:cubicBezTo>
                  <a:cubicBezTo>
                    <a:pt x="12190" y="53828"/>
                    <a:pt x="17341" y="54247"/>
                    <a:pt x="23143" y="54539"/>
                  </a:cubicBezTo>
                  <a:cubicBezTo>
                    <a:pt x="27692" y="54765"/>
                    <a:pt x="32637" y="54909"/>
                    <a:pt x="36903" y="54909"/>
                  </a:cubicBezTo>
                  <a:cubicBezTo>
                    <a:pt x="39999" y="54909"/>
                    <a:pt x="42737" y="54833"/>
                    <a:pt x="44707" y="54657"/>
                  </a:cubicBezTo>
                  <a:cubicBezTo>
                    <a:pt x="46522" y="54497"/>
                    <a:pt x="48661" y="54415"/>
                    <a:pt x="50987" y="54415"/>
                  </a:cubicBezTo>
                  <a:cubicBezTo>
                    <a:pt x="56113" y="54415"/>
                    <a:pt x="62151" y="54815"/>
                    <a:pt x="67647" y="55668"/>
                  </a:cubicBezTo>
                  <a:cubicBezTo>
                    <a:pt x="70844" y="56162"/>
                    <a:pt x="73857" y="56810"/>
                    <a:pt x="76401" y="57614"/>
                  </a:cubicBezTo>
                  <a:cubicBezTo>
                    <a:pt x="78134" y="58161"/>
                    <a:pt x="79856" y="58515"/>
                    <a:pt x="81494" y="58677"/>
                  </a:cubicBezTo>
                  <a:cubicBezTo>
                    <a:pt x="81971" y="58728"/>
                    <a:pt x="82436" y="58756"/>
                    <a:pt x="82897" y="58775"/>
                  </a:cubicBezTo>
                  <a:cubicBezTo>
                    <a:pt x="83116" y="58783"/>
                    <a:pt x="83332" y="58787"/>
                    <a:pt x="83546" y="58787"/>
                  </a:cubicBezTo>
                  <a:cubicBezTo>
                    <a:pt x="83859" y="58787"/>
                    <a:pt x="84167" y="58779"/>
                    <a:pt x="84471" y="58766"/>
                  </a:cubicBezTo>
                  <a:cubicBezTo>
                    <a:pt x="85028" y="58741"/>
                    <a:pt x="85585" y="58684"/>
                    <a:pt x="86135" y="58598"/>
                  </a:cubicBezTo>
                  <a:cubicBezTo>
                    <a:pt x="86299" y="58574"/>
                    <a:pt x="86471" y="58546"/>
                    <a:pt x="86627" y="58515"/>
                  </a:cubicBezTo>
                  <a:cubicBezTo>
                    <a:pt x="90103" y="57869"/>
                    <a:pt x="92554" y="56053"/>
                    <a:pt x="92855" y="53155"/>
                  </a:cubicBezTo>
                  <a:cubicBezTo>
                    <a:pt x="92908" y="52708"/>
                    <a:pt x="92903" y="52229"/>
                    <a:pt x="92836" y="51725"/>
                  </a:cubicBezTo>
                  <a:cubicBezTo>
                    <a:pt x="92819" y="51600"/>
                    <a:pt x="92806" y="51467"/>
                    <a:pt x="92778" y="51331"/>
                  </a:cubicBezTo>
                  <a:cubicBezTo>
                    <a:pt x="92737" y="50969"/>
                    <a:pt x="92603" y="50616"/>
                    <a:pt x="92393" y="50267"/>
                  </a:cubicBezTo>
                  <a:cubicBezTo>
                    <a:pt x="92308" y="50126"/>
                    <a:pt x="92211" y="49990"/>
                    <a:pt x="92107" y="49864"/>
                  </a:cubicBezTo>
                  <a:cubicBezTo>
                    <a:pt x="91902" y="49600"/>
                    <a:pt x="91671" y="49357"/>
                    <a:pt x="91417" y="49140"/>
                  </a:cubicBezTo>
                  <a:cubicBezTo>
                    <a:pt x="91235" y="48977"/>
                    <a:pt x="91045" y="48815"/>
                    <a:pt x="90845" y="48666"/>
                  </a:cubicBezTo>
                  <a:cubicBezTo>
                    <a:pt x="86697" y="45352"/>
                    <a:pt x="78981" y="42832"/>
                    <a:pt x="75117" y="42470"/>
                  </a:cubicBezTo>
                  <a:cubicBezTo>
                    <a:pt x="70276" y="42017"/>
                    <a:pt x="58766" y="37343"/>
                    <a:pt x="56808" y="35254"/>
                  </a:cubicBezTo>
                  <a:cubicBezTo>
                    <a:pt x="54851" y="33164"/>
                    <a:pt x="54719" y="29345"/>
                    <a:pt x="55352" y="26541"/>
                  </a:cubicBezTo>
                  <a:cubicBezTo>
                    <a:pt x="55890" y="24186"/>
                    <a:pt x="56148" y="19717"/>
                    <a:pt x="62685" y="19717"/>
                  </a:cubicBezTo>
                  <a:cubicBezTo>
                    <a:pt x="63913" y="19717"/>
                    <a:pt x="65362" y="19874"/>
                    <a:pt x="67076" y="20233"/>
                  </a:cubicBezTo>
                  <a:cubicBezTo>
                    <a:pt x="71590" y="21175"/>
                    <a:pt x="79440" y="24616"/>
                    <a:pt x="83377" y="27206"/>
                  </a:cubicBezTo>
                  <a:cubicBezTo>
                    <a:pt x="88905" y="30834"/>
                    <a:pt x="87374" y="34682"/>
                    <a:pt x="90157" y="40598"/>
                  </a:cubicBezTo>
                  <a:cubicBezTo>
                    <a:pt x="91142" y="42705"/>
                    <a:pt x="92131" y="44566"/>
                    <a:pt x="93104" y="46179"/>
                  </a:cubicBezTo>
                  <a:cubicBezTo>
                    <a:pt x="93320" y="46535"/>
                    <a:pt x="93530" y="46874"/>
                    <a:pt x="93743" y="47200"/>
                  </a:cubicBezTo>
                  <a:cubicBezTo>
                    <a:pt x="93869" y="47401"/>
                    <a:pt x="93995" y="47596"/>
                    <a:pt x="94130" y="47786"/>
                  </a:cubicBezTo>
                  <a:cubicBezTo>
                    <a:pt x="94166" y="47836"/>
                    <a:pt x="94194" y="47883"/>
                    <a:pt x="94221" y="47932"/>
                  </a:cubicBezTo>
                  <a:cubicBezTo>
                    <a:pt x="94370" y="48160"/>
                    <a:pt x="94528" y="48383"/>
                    <a:pt x="94675" y="48587"/>
                  </a:cubicBezTo>
                  <a:cubicBezTo>
                    <a:pt x="94859" y="48835"/>
                    <a:pt x="95034" y="49082"/>
                    <a:pt x="95213" y="49308"/>
                  </a:cubicBezTo>
                  <a:cubicBezTo>
                    <a:pt x="95294" y="49423"/>
                    <a:pt x="95371" y="49523"/>
                    <a:pt x="95450" y="49623"/>
                  </a:cubicBezTo>
                  <a:cubicBezTo>
                    <a:pt x="95842" y="50131"/>
                    <a:pt x="96228" y="50588"/>
                    <a:pt x="96613" y="51007"/>
                  </a:cubicBezTo>
                  <a:cubicBezTo>
                    <a:pt x="98454" y="53014"/>
                    <a:pt x="100177" y="54029"/>
                    <a:pt x="101680" y="54029"/>
                  </a:cubicBezTo>
                  <a:cubicBezTo>
                    <a:pt x="102140" y="54029"/>
                    <a:pt x="102580" y="53934"/>
                    <a:pt x="102996" y="53743"/>
                  </a:cubicBezTo>
                  <a:cubicBezTo>
                    <a:pt x="103169" y="53659"/>
                    <a:pt x="103328" y="53553"/>
                    <a:pt x="103471" y="53425"/>
                  </a:cubicBezTo>
                  <a:cubicBezTo>
                    <a:pt x="103603" y="53302"/>
                    <a:pt x="103720" y="53165"/>
                    <a:pt x="103815" y="53012"/>
                  </a:cubicBezTo>
                  <a:cubicBezTo>
                    <a:pt x="103962" y="52775"/>
                    <a:pt x="104075" y="52519"/>
                    <a:pt x="104149" y="52250"/>
                  </a:cubicBezTo>
                  <a:cubicBezTo>
                    <a:pt x="104214" y="52023"/>
                    <a:pt x="104264" y="51792"/>
                    <a:pt x="104295" y="51557"/>
                  </a:cubicBezTo>
                  <a:cubicBezTo>
                    <a:pt x="104309" y="51462"/>
                    <a:pt x="104318" y="51367"/>
                    <a:pt x="104321" y="51272"/>
                  </a:cubicBezTo>
                  <a:cubicBezTo>
                    <a:pt x="104364" y="50801"/>
                    <a:pt x="104357" y="50286"/>
                    <a:pt x="104303" y="49741"/>
                  </a:cubicBezTo>
                  <a:cubicBezTo>
                    <a:pt x="104291" y="49551"/>
                    <a:pt x="104265" y="49366"/>
                    <a:pt x="104241" y="49172"/>
                  </a:cubicBezTo>
                  <a:cubicBezTo>
                    <a:pt x="104155" y="48556"/>
                    <a:pt x="104034" y="47906"/>
                    <a:pt x="103877" y="47251"/>
                  </a:cubicBezTo>
                  <a:cubicBezTo>
                    <a:pt x="103181" y="44294"/>
                    <a:pt x="101888" y="41135"/>
                    <a:pt x="101215" y="39500"/>
                  </a:cubicBezTo>
                  <a:cubicBezTo>
                    <a:pt x="100299" y="37282"/>
                    <a:pt x="100166" y="30516"/>
                    <a:pt x="99282" y="25623"/>
                  </a:cubicBezTo>
                  <a:cubicBezTo>
                    <a:pt x="98782" y="22891"/>
                    <a:pt x="97363" y="20409"/>
                    <a:pt x="95262" y="18594"/>
                  </a:cubicBezTo>
                  <a:cubicBezTo>
                    <a:pt x="87072" y="11490"/>
                    <a:pt x="64300" y="341"/>
                    <a:pt x="57339"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49" name="Google Shape;2231;p 1"/>
            <p:cNvSpPr/>
            <p:nvPr/>
          </p:nvSpPr>
          <p:spPr>
            <a:xfrm rot="20520000">
              <a:off x="4724640" y="4296600"/>
              <a:ext cx="165240" cy="243360"/>
            </a:xfrm>
            <a:custGeom>
              <a:avLst/>
              <a:gdLst>
                <a:gd name="textAreaLeft" fmla="*/ 0 w 165240"/>
                <a:gd name="textAreaRight" fmla="*/ 165600 w 165240"/>
                <a:gd name="textAreaTop" fmla="*/ 0 h 243360"/>
                <a:gd name="textAreaBottom" fmla="*/ 243720 h 243360"/>
              </a:gdLst>
              <a:ahLst/>
              <a:cxnLst/>
              <a:rect l="textAreaLeft" t="textAreaTop" r="textAreaRight" b="textAreaBottom"/>
              <a:pathLst>
                <a:path w="23179" h="34123">
                  <a:moveTo>
                    <a:pt x="12158" y="0"/>
                  </a:moveTo>
                  <a:lnTo>
                    <a:pt x="2866" y="2480"/>
                  </a:lnTo>
                  <a:lnTo>
                    <a:pt x="1121" y="2947"/>
                  </a:lnTo>
                  <a:lnTo>
                    <a:pt x="1" y="3244"/>
                  </a:lnTo>
                  <a:lnTo>
                    <a:pt x="66" y="3413"/>
                  </a:lnTo>
                  <a:lnTo>
                    <a:pt x="11999" y="34122"/>
                  </a:lnTo>
                  <a:lnTo>
                    <a:pt x="23178" y="30620"/>
                  </a:lnTo>
                  <a:lnTo>
                    <a:pt x="12158"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0560" bIns="70560" anchor="ctr">
              <a:noAutofit/>
            </a:bodyPr>
            <a:lstStyle/>
            <a:p>
              <a:endParaRPr lang="en-US" sz="1400" b="0" u="none" strike="noStrike">
                <a:solidFill>
                  <a:srgbClr val="000000"/>
                </a:solidFill>
                <a:effectLst/>
                <a:uFillTx/>
                <a:latin typeface="Arial"/>
              </a:endParaRPr>
            </a:p>
          </p:txBody>
        </p:sp>
        <p:sp>
          <p:nvSpPr>
            <p:cNvPr id="350" name="Google Shape;2232;p 1"/>
            <p:cNvSpPr/>
            <p:nvPr/>
          </p:nvSpPr>
          <p:spPr>
            <a:xfrm rot="20508000">
              <a:off x="4727880" y="4312440"/>
              <a:ext cx="164880" cy="226800"/>
            </a:xfrm>
            <a:custGeom>
              <a:avLst/>
              <a:gdLst>
                <a:gd name="textAreaLeft" fmla="*/ 0 w 164880"/>
                <a:gd name="textAreaRight" fmla="*/ 165240 w 164880"/>
                <a:gd name="textAreaTop" fmla="*/ 0 h 226800"/>
                <a:gd name="textAreaBottom" fmla="*/ 227160 h 226800"/>
              </a:gdLst>
              <a:ahLst/>
              <a:cxnLst/>
              <a:rect l="textAreaLeft" t="textAreaTop" r="textAreaRight" b="textAreaBottom"/>
              <a:pathLst>
                <a:path w="23114" h="31859">
                  <a:moveTo>
                    <a:pt x="3559" y="1"/>
                  </a:moveTo>
                  <a:cubicBezTo>
                    <a:pt x="3559" y="1"/>
                    <a:pt x="390" y="979"/>
                    <a:pt x="0" y="1152"/>
                  </a:cubicBezTo>
                  <a:lnTo>
                    <a:pt x="11935" y="31859"/>
                  </a:lnTo>
                  <a:lnTo>
                    <a:pt x="23114" y="28358"/>
                  </a:lnTo>
                  <a:lnTo>
                    <a:pt x="3559"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351" name="Google Shape;2233;p 1"/>
            <p:cNvSpPr/>
            <p:nvPr/>
          </p:nvSpPr>
          <p:spPr>
            <a:xfrm rot="20517000">
              <a:off x="3993120" y="4421160"/>
              <a:ext cx="948240" cy="542520"/>
            </a:xfrm>
            <a:custGeom>
              <a:avLst/>
              <a:gdLst>
                <a:gd name="textAreaLeft" fmla="*/ 0 w 948240"/>
                <a:gd name="textAreaRight" fmla="*/ 948600 w 948240"/>
                <a:gd name="textAreaTop" fmla="*/ 0 h 542520"/>
                <a:gd name="textAreaBottom" fmla="*/ 542880 h 542520"/>
              </a:gdLst>
              <a:ahLst/>
              <a:cxnLst/>
              <a:rect l="textAreaLeft" t="textAreaTop" r="textAreaRight" b="textAreaBottom"/>
              <a:pathLst>
                <a:path w="132642" h="75954">
                  <a:moveTo>
                    <a:pt x="114366" y="1"/>
                  </a:moveTo>
                  <a:lnTo>
                    <a:pt x="0" y="26462"/>
                  </a:lnTo>
                  <a:lnTo>
                    <a:pt x="5177" y="43750"/>
                  </a:lnTo>
                  <a:lnTo>
                    <a:pt x="15163" y="75954"/>
                  </a:lnTo>
                  <a:lnTo>
                    <a:pt x="128861" y="51514"/>
                  </a:lnTo>
                  <a:cubicBezTo>
                    <a:pt x="131264" y="51001"/>
                    <a:pt x="132642" y="48463"/>
                    <a:pt x="131766" y="46170"/>
                  </a:cubicBezTo>
                  <a:lnTo>
                    <a:pt x="120331" y="16233"/>
                  </a:lnTo>
                  <a:lnTo>
                    <a:pt x="114366"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52" name="Google Shape;2234;p 1"/>
            <p:cNvSpPr/>
            <p:nvPr/>
          </p:nvSpPr>
          <p:spPr>
            <a:xfrm rot="20550000">
              <a:off x="4825080" y="4592880"/>
              <a:ext cx="48960" cy="46080"/>
            </a:xfrm>
            <a:custGeom>
              <a:avLst/>
              <a:gdLst>
                <a:gd name="textAreaLeft" fmla="*/ 0 w 48960"/>
                <a:gd name="textAreaRight" fmla="*/ 49320 w 48960"/>
                <a:gd name="textAreaTop" fmla="*/ 0 h 46080"/>
                <a:gd name="textAreaBottom" fmla="*/ 46440 h 46080"/>
              </a:gdLst>
              <a:ahLst/>
              <a:cxnLst/>
              <a:rect l="textAreaLeft" t="textAreaTop" r="textAreaRight" b="textAreaBottom"/>
              <a:pathLst>
                <a:path w="7003" h="6545">
                  <a:moveTo>
                    <a:pt x="3474" y="1"/>
                  </a:moveTo>
                  <a:cubicBezTo>
                    <a:pt x="2360" y="1"/>
                    <a:pt x="1308" y="571"/>
                    <a:pt x="703" y="1536"/>
                  </a:cubicBezTo>
                  <a:cubicBezTo>
                    <a:pt x="0" y="2656"/>
                    <a:pt x="43" y="4091"/>
                    <a:pt x="810" y="5169"/>
                  </a:cubicBezTo>
                  <a:cubicBezTo>
                    <a:pt x="1433" y="6044"/>
                    <a:pt x="2432" y="6545"/>
                    <a:pt x="3476" y="6545"/>
                  </a:cubicBezTo>
                  <a:cubicBezTo>
                    <a:pt x="3718" y="6545"/>
                    <a:pt x="3964" y="6518"/>
                    <a:pt x="4207" y="6462"/>
                  </a:cubicBezTo>
                  <a:cubicBezTo>
                    <a:pt x="5498" y="6165"/>
                    <a:pt x="6483" y="5122"/>
                    <a:pt x="6702" y="3816"/>
                  </a:cubicBezTo>
                  <a:cubicBezTo>
                    <a:pt x="7002" y="2035"/>
                    <a:pt x="5801" y="346"/>
                    <a:pt x="4021" y="47"/>
                  </a:cubicBezTo>
                  <a:cubicBezTo>
                    <a:pt x="3838" y="16"/>
                    <a:pt x="3655" y="1"/>
                    <a:pt x="3474" y="1"/>
                  </a:cubicBezTo>
                  <a:close/>
                </a:path>
              </a:pathLst>
            </a:custGeom>
            <a:solidFill>
              <a:srgbClr val="9AD7D2"/>
            </a:solidFill>
            <a:ln w="0">
              <a:noFill/>
            </a:ln>
          </p:spPr>
          <p:style>
            <a:lnRef idx="0">
              <a:scrgbClr r="0" g="0" b="0"/>
            </a:lnRef>
            <a:fillRef idx="0">
              <a:scrgbClr r="0" g="0" b="0"/>
            </a:fillRef>
            <a:effectRef idx="0">
              <a:scrgbClr r="0" g="0" b="0"/>
            </a:effectRef>
            <a:fontRef idx="minor"/>
          </p:style>
          <p:txBody>
            <a:bodyPr tIns="13680" bIns="13680" anchor="ctr">
              <a:noAutofit/>
            </a:bodyPr>
            <a:lstStyle/>
            <a:p>
              <a:endParaRPr lang="en-US" sz="1400" b="0" u="none" strike="noStrike">
                <a:solidFill>
                  <a:srgbClr val="000000"/>
                </a:solidFill>
                <a:effectLst/>
                <a:uFillTx/>
                <a:latin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5276880" y="-138600"/>
            <a:ext cx="3867120" cy="824400"/>
          </a:xfrm>
          <a:prstGeom prst="rect">
            <a:avLst/>
          </a:prstGeom>
          <a:noFill/>
          <a:ln w="0">
            <a:noFill/>
          </a:ln>
        </p:spPr>
        <p:txBody>
          <a:bodyPr lIns="91440" tIns="91440" rIns="91440" bIns="91440" anchor="b">
            <a:noAutofit/>
          </a:bodyPr>
          <a:lstStyle/>
          <a:p>
            <a:pPr indent="0" algn="r">
              <a:buNone/>
            </a:pPr>
            <a:r>
              <a:rPr lang="en-US" sz="2200" b="0" u="none" strike="noStrike">
                <a:solidFill>
                  <a:srgbClr val="000000"/>
                </a:solidFill>
                <a:effectLst/>
                <a:uFillTx/>
                <a:latin typeface="Arial"/>
              </a:rPr>
              <a:t>Data Management</a:t>
            </a:r>
          </a:p>
        </p:txBody>
      </p:sp>
      <p:sp>
        <p:nvSpPr>
          <p:cNvPr id="354" name="PlaceHolder 2"/>
          <p:cNvSpPr>
            <a:spLocks noGrp="1"/>
          </p:cNvSpPr>
          <p:nvPr>
            <p:ph type="subTitle"/>
          </p:nvPr>
        </p:nvSpPr>
        <p:spPr>
          <a:xfrm>
            <a:off x="5016600" y="2394000"/>
            <a:ext cx="4114800" cy="925200"/>
          </a:xfrm>
          <a:prstGeom prst="rect">
            <a:avLst/>
          </a:prstGeom>
          <a:noFill/>
          <a:ln w="0">
            <a:noFill/>
          </a:ln>
        </p:spPr>
        <p:txBody>
          <a:bodyPr lIns="91440" tIns="91440" rIns="91440" bIns="91440" anchor="ctr">
            <a:noAutofit/>
          </a:bodyPr>
          <a:lstStyle/>
          <a:p>
            <a:pPr indent="0" algn="r">
              <a:lnSpc>
                <a:spcPct val="100000"/>
              </a:lnSpc>
              <a:buNone/>
              <a:tabLst>
                <a:tab pos="0" algn="l"/>
              </a:tabLst>
            </a:pPr>
            <a:r>
              <a:rPr lang="en" sz="1200" b="0" u="none" strike="noStrike">
                <a:solidFill>
                  <a:srgbClr val="434343"/>
                </a:solidFill>
                <a:effectLst/>
                <a:uFillTx/>
                <a:latin typeface="EB Garamond"/>
                <a:ea typeface="EB Garamond"/>
              </a:rPr>
              <a:t>The following changes were made</a:t>
            </a:r>
            <a:endParaRPr lang="en-US" sz="1200" b="0" u="none" strike="noStrike">
              <a:solidFill>
                <a:srgbClr val="000000"/>
              </a:solidFill>
              <a:effectLst/>
              <a:uFillTx/>
              <a:latin typeface="Arial"/>
            </a:endParaRPr>
          </a:p>
          <a:p>
            <a:pPr indent="0" algn="r">
              <a:lnSpc>
                <a:spcPct val="100000"/>
              </a:lnSpc>
              <a:buNone/>
              <a:tabLst>
                <a:tab pos="0" algn="l"/>
              </a:tabLst>
            </a:pPr>
            <a:endParaRPr lang="en-US" sz="1200" b="0" u="none" strike="noStrike">
              <a:solidFill>
                <a:srgbClr val="000000"/>
              </a:solidFill>
              <a:effectLst/>
              <a:uFillTx/>
              <a:latin typeface="Arial"/>
            </a:endParaRPr>
          </a:p>
          <a:p>
            <a:pPr indent="0" algn="r">
              <a:lnSpc>
                <a:spcPct val="100000"/>
              </a:lnSpc>
              <a:buNone/>
              <a:tabLst>
                <a:tab pos="0" algn="l"/>
              </a:tabLst>
            </a:pPr>
            <a:r>
              <a:rPr lang="en" sz="1200" b="0" u="none" strike="noStrike">
                <a:solidFill>
                  <a:srgbClr val="434343"/>
                </a:solidFill>
                <a:effectLst/>
                <a:uFillTx/>
                <a:latin typeface="EB Garamond"/>
                <a:ea typeface="EB Garamond"/>
              </a:rPr>
              <a:t>Type – was modifed to have 5 categories</a:t>
            </a:r>
            <a:endParaRPr lang="en-US" sz="1200" b="0" u="none" strike="noStrike">
              <a:solidFill>
                <a:srgbClr val="000000"/>
              </a:solidFill>
              <a:effectLst/>
              <a:uFillTx/>
              <a:latin typeface="Arial"/>
            </a:endParaRPr>
          </a:p>
          <a:p>
            <a:pPr indent="0" algn="r">
              <a:lnSpc>
                <a:spcPct val="100000"/>
              </a:lnSpc>
              <a:buNone/>
              <a:tabLst>
                <a:tab pos="0" algn="l"/>
              </a:tabLst>
            </a:pPr>
            <a:r>
              <a:rPr lang="en" sz="1200" b="0" u="none" strike="noStrike">
                <a:solidFill>
                  <a:srgbClr val="434343"/>
                </a:solidFill>
                <a:effectLst/>
                <a:uFillTx/>
                <a:latin typeface="EB Garamond"/>
                <a:ea typeface="EB Garamond"/>
              </a:rPr>
              <a:t>instead of 7 unique categories. With 2 extra dummies </a:t>
            </a:r>
            <a:endParaRPr lang="en-US" sz="1200" b="0" u="none" strike="noStrike">
              <a:solidFill>
                <a:srgbClr val="000000"/>
              </a:solidFill>
              <a:effectLst/>
              <a:uFillTx/>
              <a:latin typeface="Arial"/>
            </a:endParaRPr>
          </a:p>
          <a:p>
            <a:pPr indent="0" algn="r">
              <a:lnSpc>
                <a:spcPct val="100000"/>
              </a:lnSpc>
              <a:buNone/>
              <a:tabLst>
                <a:tab pos="0" algn="l"/>
              </a:tabLst>
            </a:pPr>
            <a:endParaRPr lang="en-US" sz="1200" b="0" u="none" strike="noStrike">
              <a:solidFill>
                <a:srgbClr val="000000"/>
              </a:solidFill>
              <a:effectLst/>
              <a:uFillTx/>
              <a:latin typeface="Arial"/>
            </a:endParaRPr>
          </a:p>
          <a:p>
            <a:pPr indent="0" algn="r">
              <a:lnSpc>
                <a:spcPct val="100000"/>
              </a:lnSpc>
              <a:buNone/>
              <a:tabLst>
                <a:tab pos="0" algn="l"/>
              </a:tabLst>
            </a:pPr>
            <a:r>
              <a:rPr lang="en" sz="1200" b="0" u="none" strike="noStrike">
                <a:solidFill>
                  <a:srgbClr val="434343"/>
                </a:solidFill>
                <a:effectLst/>
                <a:uFillTx/>
                <a:latin typeface="EB Garamond"/>
                <a:ea typeface="EB Garamond"/>
              </a:rPr>
              <a:t>Quartid – evolved into 4 different variables</a:t>
            </a:r>
            <a:endParaRPr lang="en-US" sz="1200" b="0" u="none" strike="noStrike">
              <a:solidFill>
                <a:srgbClr val="000000"/>
              </a:solidFill>
              <a:effectLst/>
              <a:uFillTx/>
              <a:latin typeface="Arial"/>
            </a:endParaRPr>
          </a:p>
          <a:p>
            <a:pPr indent="0" algn="r">
              <a:lnSpc>
                <a:spcPct val="100000"/>
              </a:lnSpc>
              <a:buNone/>
              <a:tabLst>
                <a:tab pos="0" algn="l"/>
              </a:tabLst>
            </a:pPr>
            <a:r>
              <a:rPr lang="en" sz="1200" b="0" u="none" strike="noStrike">
                <a:solidFill>
                  <a:srgbClr val="434343"/>
                </a:solidFill>
                <a:effectLst/>
                <a:uFillTx/>
                <a:latin typeface="EB Garamond"/>
                <a:ea typeface="EB Garamond"/>
              </a:rPr>
              <a:t>	NS cordinate</a:t>
            </a:r>
            <a:endParaRPr lang="en-US" sz="1200" b="0" u="none" strike="noStrike">
              <a:solidFill>
                <a:srgbClr val="000000"/>
              </a:solidFill>
              <a:effectLst/>
              <a:uFillTx/>
              <a:latin typeface="Arial"/>
            </a:endParaRPr>
          </a:p>
          <a:p>
            <a:pPr indent="0" algn="r">
              <a:lnSpc>
                <a:spcPct val="100000"/>
              </a:lnSpc>
              <a:buNone/>
              <a:tabLst>
                <a:tab pos="0" algn="l"/>
              </a:tabLst>
            </a:pPr>
            <a:r>
              <a:rPr lang="en" sz="1200" b="0" u="none" strike="noStrike">
                <a:solidFill>
                  <a:srgbClr val="434343"/>
                </a:solidFill>
                <a:effectLst/>
                <a:uFillTx/>
                <a:latin typeface="EB Garamond"/>
                <a:ea typeface="EB Garamond"/>
              </a:rPr>
              <a:t>	WE cordinate</a:t>
            </a:r>
            <a:endParaRPr lang="en-US" sz="1200" b="0" u="none" strike="noStrike">
              <a:solidFill>
                <a:srgbClr val="000000"/>
              </a:solidFill>
              <a:effectLst/>
              <a:uFillTx/>
              <a:latin typeface="Arial"/>
            </a:endParaRPr>
          </a:p>
          <a:p>
            <a:pPr indent="0" algn="r">
              <a:lnSpc>
                <a:spcPct val="100000"/>
              </a:lnSpc>
              <a:buNone/>
              <a:tabLst>
                <a:tab pos="0" algn="l"/>
              </a:tabLst>
            </a:pPr>
            <a:r>
              <a:rPr lang="en" sz="1200" b="0" u="none" strike="noStrike">
                <a:solidFill>
                  <a:srgbClr val="434343"/>
                </a:solidFill>
                <a:effectLst/>
                <a:uFillTx/>
                <a:latin typeface="EB Garamond"/>
                <a:ea typeface="EB Garamond"/>
              </a:rPr>
              <a:t>	Distance from center </a:t>
            </a:r>
            <a:endParaRPr lang="en-US" sz="1200" b="0" u="none" strike="noStrike">
              <a:solidFill>
                <a:srgbClr val="000000"/>
              </a:solidFill>
              <a:effectLst/>
              <a:uFillTx/>
              <a:latin typeface="Arial"/>
            </a:endParaRPr>
          </a:p>
          <a:p>
            <a:pPr indent="0" algn="r">
              <a:lnSpc>
                <a:spcPct val="100000"/>
              </a:lnSpc>
              <a:buNone/>
              <a:tabLst>
                <a:tab pos="0" algn="l"/>
              </a:tabLst>
            </a:pPr>
            <a:r>
              <a:rPr lang="en" sz="1200" b="0" u="none" strike="noStrike">
                <a:solidFill>
                  <a:srgbClr val="434343"/>
                </a:solidFill>
                <a:effectLst/>
                <a:uFillTx/>
                <a:latin typeface="EB Garamond"/>
                <a:ea typeface="EB Garamond"/>
              </a:rPr>
              <a:t>	Metro </a:t>
            </a:r>
            <a:endParaRPr lang="en-US" sz="1200" b="0" u="none" strike="noStrike">
              <a:solidFill>
                <a:srgbClr val="000000"/>
              </a:solidFill>
              <a:effectLst/>
              <a:uFillTx/>
              <a:latin typeface="Arial"/>
            </a:endParaRPr>
          </a:p>
          <a:p>
            <a:pPr indent="0" algn="r">
              <a:lnSpc>
                <a:spcPct val="100000"/>
              </a:lnSpc>
              <a:buNone/>
              <a:tabLst>
                <a:tab pos="0" algn="l"/>
              </a:tabLst>
            </a:pPr>
            <a:endParaRPr lang="en-US" sz="1200" b="0" u="none" strike="noStrike">
              <a:solidFill>
                <a:srgbClr val="000000"/>
              </a:solidFill>
              <a:effectLst/>
              <a:uFillTx/>
              <a:latin typeface="Arial"/>
            </a:endParaRPr>
          </a:p>
          <a:p>
            <a:pPr indent="0" algn="r">
              <a:lnSpc>
                <a:spcPct val="100000"/>
              </a:lnSpc>
              <a:buNone/>
              <a:tabLst>
                <a:tab pos="0" algn="l"/>
              </a:tabLst>
            </a:pPr>
            <a:r>
              <a:rPr lang="en" sz="1200" b="0" u="none" strike="noStrike">
                <a:solidFill>
                  <a:srgbClr val="434343"/>
                </a:solidFill>
                <a:effectLst/>
                <a:uFillTx/>
                <a:latin typeface="EB Garamond"/>
                <a:ea typeface="EB Garamond"/>
              </a:rPr>
              <a:t>Price (Euro) &amp; Euro/sq.m. – were transformed into natural logs for regression purposes.</a:t>
            </a:r>
            <a:endParaRPr lang="en-US" sz="1200" b="0" u="none" strike="noStrike">
              <a:solidFill>
                <a:srgbClr val="000000"/>
              </a:solidFill>
              <a:effectLst/>
              <a:uFillTx/>
              <a:latin typeface="Arial"/>
            </a:endParaRPr>
          </a:p>
          <a:p>
            <a:pPr indent="0" algn="r">
              <a:lnSpc>
                <a:spcPct val="100000"/>
              </a:lnSpc>
              <a:buNone/>
              <a:tabLst>
                <a:tab pos="0" algn="l"/>
              </a:tabLst>
            </a:pPr>
            <a:endParaRPr lang="en-US" sz="1200" b="0" u="none" strike="noStrike">
              <a:solidFill>
                <a:srgbClr val="000000"/>
              </a:solidFill>
              <a:effectLst/>
              <a:uFillTx/>
              <a:latin typeface="Arial"/>
            </a:endParaRPr>
          </a:p>
          <a:p>
            <a:pPr indent="0" algn="r">
              <a:lnSpc>
                <a:spcPct val="100000"/>
              </a:lnSpc>
              <a:buNone/>
              <a:tabLst>
                <a:tab pos="0" algn="l"/>
              </a:tabLst>
            </a:pPr>
            <a:r>
              <a:rPr lang="en" sz="1200" b="0" u="none" strike="noStrike">
                <a:solidFill>
                  <a:srgbClr val="434343"/>
                </a:solidFill>
                <a:effectLst/>
                <a:uFillTx/>
                <a:latin typeface="EB Garamond"/>
                <a:ea typeface="EB Garamond"/>
              </a:rPr>
              <a:t>Area &amp; Year – had Mean &amp; Median calculated per neighborhood (to assess premiums.)</a:t>
            </a:r>
            <a:endParaRPr lang="en-US" sz="1200" b="0" u="none" strike="noStrike">
              <a:solidFill>
                <a:srgbClr val="000000"/>
              </a:solidFill>
              <a:effectLst/>
              <a:uFillTx/>
              <a:latin typeface="Arial"/>
            </a:endParaRPr>
          </a:p>
          <a:p>
            <a:pPr indent="0" algn="r">
              <a:lnSpc>
                <a:spcPct val="100000"/>
              </a:lnSpc>
              <a:buNone/>
              <a:tabLst>
                <a:tab pos="0" algn="l"/>
              </a:tabLst>
            </a:pPr>
            <a:endParaRPr lang="en-US" sz="1200" b="0" u="none" strike="noStrike">
              <a:solidFill>
                <a:srgbClr val="000000"/>
              </a:solidFill>
              <a:effectLst/>
              <a:uFillTx/>
              <a:latin typeface="Arial"/>
            </a:endParaRPr>
          </a:p>
          <a:p>
            <a:pPr indent="0" algn="r">
              <a:lnSpc>
                <a:spcPct val="100000"/>
              </a:lnSpc>
              <a:buNone/>
              <a:tabLst>
                <a:tab pos="0" algn="l"/>
              </a:tabLst>
            </a:pPr>
            <a:r>
              <a:rPr lang="en" sz="1200" b="0" u="none" strike="noStrike">
                <a:solidFill>
                  <a:srgbClr val="434343"/>
                </a:solidFill>
                <a:effectLst/>
                <a:uFillTx/>
                <a:latin typeface="EB Garamond"/>
                <a:ea typeface="EB Garamond"/>
              </a:rPr>
              <a:t>Constr. – construction variable was split into three dummies for each category (Panel, NPK, Brick).</a:t>
            </a:r>
            <a:endParaRPr lang="en-US" sz="1200" b="0" u="none" strike="noStrike">
              <a:solidFill>
                <a:srgbClr val="000000"/>
              </a:solidFill>
              <a:effectLst/>
              <a:uFillTx/>
              <a:latin typeface="Arial"/>
            </a:endParaRPr>
          </a:p>
          <a:p>
            <a:pPr indent="0" algn="r">
              <a:lnSpc>
                <a:spcPct val="100000"/>
              </a:lnSpc>
              <a:buNone/>
              <a:tabLst>
                <a:tab pos="0" algn="l"/>
              </a:tabLst>
            </a:pPr>
            <a:r>
              <a:rPr lang="en" sz="1200" b="0" u="none" strike="noStrike">
                <a:solidFill>
                  <a:srgbClr val="434343"/>
                </a:solidFill>
                <a:effectLst/>
                <a:uFillTx/>
                <a:latin typeface="EB Garamond"/>
                <a:ea typeface="EB Garamond"/>
              </a:rPr>
              <a:t>Heating – was modifed to be a logical instead of char. type.</a:t>
            </a:r>
            <a:endParaRPr lang="en-US" sz="1200" b="0" u="none" strike="noStrike">
              <a:solidFill>
                <a:srgbClr val="000000"/>
              </a:solidFill>
              <a:effectLst/>
              <a:uFillTx/>
              <a:latin typeface="Arial"/>
            </a:endParaRPr>
          </a:p>
          <a:p>
            <a:pPr indent="0" algn="r">
              <a:lnSpc>
                <a:spcPct val="100000"/>
              </a:lnSpc>
              <a:buNone/>
              <a:tabLst>
                <a:tab pos="0" algn="l"/>
              </a:tabLst>
            </a:pPr>
            <a:endParaRPr lang="en-US" sz="1200" b="0" u="none" strike="noStrike">
              <a:solidFill>
                <a:srgbClr val="000000"/>
              </a:solidFill>
              <a:effectLst/>
              <a:uFillTx/>
              <a:latin typeface="Arial"/>
            </a:endParaRPr>
          </a:p>
          <a:p>
            <a:pPr indent="0" algn="r">
              <a:lnSpc>
                <a:spcPct val="100000"/>
              </a:lnSpc>
              <a:buNone/>
              <a:tabLst>
                <a:tab pos="0" algn="l"/>
              </a:tabLst>
            </a:pPr>
            <a:r>
              <a:rPr lang="en" sz="1200" b="0" u="none" strike="noStrike">
                <a:solidFill>
                  <a:srgbClr val="434343"/>
                </a:solidFill>
                <a:effectLst/>
                <a:uFillTx/>
                <a:latin typeface="EB Garamond"/>
                <a:ea typeface="EB Garamond"/>
              </a:rPr>
              <a:t>Personal Seller -  dummy was used to see does agencies affect price</a:t>
            </a:r>
            <a:endParaRPr lang="en-US" sz="1200" b="0" u="none" strike="noStrike">
              <a:solidFill>
                <a:srgbClr val="000000"/>
              </a:solidFill>
              <a:effectLst/>
              <a:uFillTx/>
              <a:latin typeface="Arial"/>
            </a:endParaRPr>
          </a:p>
        </p:txBody>
      </p:sp>
      <p:sp>
        <p:nvSpPr>
          <p:cNvPr id="355" name="Google Shape;359;p 2"/>
          <p:cNvSpPr/>
          <p:nvPr/>
        </p:nvSpPr>
        <p:spPr>
          <a:xfrm>
            <a:off x="544680" y="1697760"/>
            <a:ext cx="4009680" cy="1595520"/>
          </a:xfrm>
          <a:custGeom>
            <a:avLst/>
            <a:gdLst>
              <a:gd name="textAreaLeft" fmla="*/ 0 w 4009680"/>
              <a:gd name="textAreaRight" fmla="*/ 4010040 w 4009680"/>
              <a:gd name="textAreaTop" fmla="*/ 0 h 1595520"/>
              <a:gd name="textAreaBottom" fmla="*/ 1595880 h 1595520"/>
            </a:gdLst>
            <a:ahLst/>
            <a:cxnLst/>
            <a:rect l="textAreaLeft" t="textAreaTop" r="textAreaRight" b="textAreaBottom"/>
            <a:pathLst>
              <a:path w="247007" h="98294">
                <a:moveTo>
                  <a:pt x="168103" y="1"/>
                </a:moveTo>
                <a:cubicBezTo>
                  <a:pt x="166328" y="1"/>
                  <a:pt x="164550" y="734"/>
                  <a:pt x="163185" y="2207"/>
                </a:cubicBezTo>
                <a:lnTo>
                  <a:pt x="141106" y="26046"/>
                </a:lnTo>
                <a:cubicBezTo>
                  <a:pt x="140840" y="26332"/>
                  <a:pt x="140493" y="26477"/>
                  <a:pt x="140144" y="26477"/>
                </a:cubicBezTo>
                <a:cubicBezTo>
                  <a:pt x="139834" y="26477"/>
                  <a:pt x="139522" y="26363"/>
                  <a:pt x="139267" y="26131"/>
                </a:cubicBezTo>
                <a:lnTo>
                  <a:pt x="122255" y="9365"/>
                </a:lnTo>
                <a:cubicBezTo>
                  <a:pt x="121015" y="8143"/>
                  <a:pt x="119386" y="7519"/>
                  <a:pt x="117748" y="7519"/>
                </a:cubicBezTo>
                <a:cubicBezTo>
                  <a:pt x="116411" y="7519"/>
                  <a:pt x="115068" y="7935"/>
                  <a:pt x="113926" y="8782"/>
                </a:cubicBezTo>
                <a:lnTo>
                  <a:pt x="100257" y="18925"/>
                </a:lnTo>
                <a:cubicBezTo>
                  <a:pt x="100061" y="19170"/>
                  <a:pt x="99786" y="19339"/>
                  <a:pt x="99480" y="19403"/>
                </a:cubicBezTo>
                <a:lnTo>
                  <a:pt x="83820" y="2496"/>
                </a:lnTo>
                <a:cubicBezTo>
                  <a:pt x="82457" y="1024"/>
                  <a:pt x="80678" y="290"/>
                  <a:pt x="78903" y="290"/>
                </a:cubicBezTo>
                <a:cubicBezTo>
                  <a:pt x="77078" y="290"/>
                  <a:pt x="75255" y="1065"/>
                  <a:pt x="73888" y="2611"/>
                </a:cubicBezTo>
                <a:lnTo>
                  <a:pt x="62720" y="15241"/>
                </a:lnTo>
                <a:cubicBezTo>
                  <a:pt x="61788" y="16295"/>
                  <a:pt x="60242" y="16628"/>
                  <a:pt x="58659" y="16628"/>
                </a:cubicBezTo>
                <a:cubicBezTo>
                  <a:pt x="58501" y="16628"/>
                  <a:pt x="58343" y="16624"/>
                  <a:pt x="58185" y="16618"/>
                </a:cubicBezTo>
                <a:cubicBezTo>
                  <a:pt x="58041" y="16612"/>
                  <a:pt x="57898" y="16610"/>
                  <a:pt x="57755" y="16610"/>
                </a:cubicBezTo>
                <a:cubicBezTo>
                  <a:pt x="54347" y="16610"/>
                  <a:pt x="51136" y="18214"/>
                  <a:pt x="49238" y="21065"/>
                </a:cubicBezTo>
                <a:cubicBezTo>
                  <a:pt x="37037" y="39400"/>
                  <a:pt x="1" y="97831"/>
                  <a:pt x="977" y="97831"/>
                </a:cubicBezTo>
                <a:lnTo>
                  <a:pt x="8559" y="97846"/>
                </a:lnTo>
                <a:cubicBezTo>
                  <a:pt x="8501" y="97940"/>
                  <a:pt x="8471" y="98005"/>
                  <a:pt x="8499" y="98005"/>
                </a:cubicBezTo>
                <a:lnTo>
                  <a:pt x="49285" y="97926"/>
                </a:lnTo>
                <a:lnTo>
                  <a:pt x="238508" y="98294"/>
                </a:lnTo>
                <a:cubicBezTo>
                  <a:pt x="238577" y="98294"/>
                  <a:pt x="238168" y="98035"/>
                  <a:pt x="237351" y="97558"/>
                </a:cubicBezTo>
                <a:lnTo>
                  <a:pt x="246031" y="97540"/>
                </a:lnTo>
                <a:cubicBezTo>
                  <a:pt x="247006" y="97540"/>
                  <a:pt x="209968" y="39111"/>
                  <a:pt x="197768" y="20776"/>
                </a:cubicBezTo>
                <a:cubicBezTo>
                  <a:pt x="195870" y="17923"/>
                  <a:pt x="192661" y="16321"/>
                  <a:pt x="189251" y="16321"/>
                </a:cubicBezTo>
                <a:cubicBezTo>
                  <a:pt x="189108" y="16321"/>
                  <a:pt x="188965" y="16324"/>
                  <a:pt x="188821" y="16329"/>
                </a:cubicBezTo>
                <a:cubicBezTo>
                  <a:pt x="188663" y="16335"/>
                  <a:pt x="188505" y="16339"/>
                  <a:pt x="188347" y="16339"/>
                </a:cubicBezTo>
                <a:cubicBezTo>
                  <a:pt x="186763" y="16339"/>
                  <a:pt x="185218" y="16006"/>
                  <a:pt x="184287" y="14952"/>
                </a:cubicBezTo>
                <a:lnTo>
                  <a:pt x="173117" y="2322"/>
                </a:lnTo>
                <a:cubicBezTo>
                  <a:pt x="171750" y="776"/>
                  <a:pt x="169928" y="1"/>
                  <a:pt x="16810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56" name="Google Shape;360;p 2"/>
          <p:cNvSpPr/>
          <p:nvPr/>
        </p:nvSpPr>
        <p:spPr>
          <a:xfrm>
            <a:off x="3000240" y="1697040"/>
            <a:ext cx="524880" cy="308880"/>
          </a:xfrm>
          <a:custGeom>
            <a:avLst/>
            <a:gdLst>
              <a:gd name="textAreaLeft" fmla="*/ 0 w 524880"/>
              <a:gd name="textAreaRight" fmla="*/ 525240 w 524880"/>
              <a:gd name="textAreaTop" fmla="*/ 0 h 308880"/>
              <a:gd name="textAreaBottom" fmla="*/ 309240 h 308880"/>
            </a:gdLst>
            <a:ahLst/>
            <a:cxnLst/>
            <a:rect l="textAreaLeft" t="textAreaTop" r="textAreaRight" b="textAreaBottom"/>
            <a:pathLst>
              <a:path w="32362" h="19043">
                <a:moveTo>
                  <a:pt x="17214" y="1"/>
                </a:moveTo>
                <a:cubicBezTo>
                  <a:pt x="15031" y="1"/>
                  <a:pt x="12837" y="1278"/>
                  <a:pt x="10822" y="3581"/>
                </a:cubicBezTo>
                <a:lnTo>
                  <a:pt x="652" y="14237"/>
                </a:lnTo>
                <a:cubicBezTo>
                  <a:pt x="0" y="14981"/>
                  <a:pt x="578" y="16076"/>
                  <a:pt x="1471" y="16076"/>
                </a:cubicBezTo>
                <a:cubicBezTo>
                  <a:pt x="1573" y="16076"/>
                  <a:pt x="1680" y="16061"/>
                  <a:pt x="1790" y="16030"/>
                </a:cubicBezTo>
                <a:lnTo>
                  <a:pt x="9601" y="13799"/>
                </a:lnTo>
                <a:cubicBezTo>
                  <a:pt x="9702" y="13770"/>
                  <a:pt x="9805" y="13756"/>
                  <a:pt x="9906" y="13756"/>
                </a:cubicBezTo>
                <a:cubicBezTo>
                  <a:pt x="10195" y="13756"/>
                  <a:pt x="10477" y="13869"/>
                  <a:pt x="10688" y="14079"/>
                </a:cubicBezTo>
                <a:lnTo>
                  <a:pt x="15326" y="18718"/>
                </a:lnTo>
                <a:cubicBezTo>
                  <a:pt x="15544" y="18936"/>
                  <a:pt x="15827" y="19042"/>
                  <a:pt x="16108" y="19042"/>
                </a:cubicBezTo>
                <a:cubicBezTo>
                  <a:pt x="16450" y="19042"/>
                  <a:pt x="16791" y="18884"/>
                  <a:pt x="17009" y="18579"/>
                </a:cubicBezTo>
                <a:lnTo>
                  <a:pt x="20139" y="14197"/>
                </a:lnTo>
                <a:cubicBezTo>
                  <a:pt x="20349" y="13903"/>
                  <a:pt x="20685" y="13734"/>
                  <a:pt x="21038" y="13734"/>
                </a:cubicBezTo>
                <a:cubicBezTo>
                  <a:pt x="21109" y="13734"/>
                  <a:pt x="21180" y="13741"/>
                  <a:pt x="21251" y="13755"/>
                </a:cubicBezTo>
                <a:lnTo>
                  <a:pt x="30673" y="15577"/>
                </a:lnTo>
                <a:cubicBezTo>
                  <a:pt x="30750" y="15592"/>
                  <a:pt x="30824" y="15599"/>
                  <a:pt x="30897" y="15599"/>
                </a:cubicBezTo>
                <a:cubicBezTo>
                  <a:pt x="31808" y="15599"/>
                  <a:pt x="32362" y="14487"/>
                  <a:pt x="31709" y="13755"/>
                </a:cubicBezTo>
                <a:lnTo>
                  <a:pt x="22503" y="2766"/>
                </a:lnTo>
                <a:cubicBezTo>
                  <a:pt x="20819" y="875"/>
                  <a:pt x="19020" y="1"/>
                  <a:pt x="17214" y="1"/>
                </a:cubicBezTo>
                <a:close/>
              </a:path>
            </a:pathLst>
          </a:custGeom>
          <a:solidFill>
            <a:srgbClr val="74C1B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57" name="Google Shape;361;p 2"/>
          <p:cNvSpPr/>
          <p:nvPr/>
        </p:nvSpPr>
        <p:spPr>
          <a:xfrm>
            <a:off x="3310200" y="1483200"/>
            <a:ext cx="234720" cy="322920"/>
          </a:xfrm>
          <a:custGeom>
            <a:avLst/>
            <a:gdLst>
              <a:gd name="textAreaLeft" fmla="*/ 0 w 234720"/>
              <a:gd name="textAreaRight" fmla="*/ 235080 w 234720"/>
              <a:gd name="textAreaTop" fmla="*/ 0 h 322920"/>
              <a:gd name="textAreaBottom" fmla="*/ 323280 h 322920"/>
            </a:gdLst>
            <a:ahLst/>
            <a:cxnLst/>
            <a:rect l="textAreaLeft" t="textAreaTop" r="textAreaRight" b="textAreaBottom"/>
            <a:pathLst>
              <a:path w="7007" h="9637">
                <a:moveTo>
                  <a:pt x="874" y="0"/>
                </a:moveTo>
                <a:cubicBezTo>
                  <a:pt x="395" y="0"/>
                  <a:pt x="0" y="395"/>
                  <a:pt x="0" y="874"/>
                </a:cubicBezTo>
                <a:lnTo>
                  <a:pt x="0" y="8763"/>
                </a:lnTo>
                <a:cubicBezTo>
                  <a:pt x="0" y="9251"/>
                  <a:pt x="395" y="9636"/>
                  <a:pt x="874" y="9636"/>
                </a:cubicBezTo>
                <a:lnTo>
                  <a:pt x="6133" y="9636"/>
                </a:lnTo>
                <a:cubicBezTo>
                  <a:pt x="6622" y="9636"/>
                  <a:pt x="7007" y="9251"/>
                  <a:pt x="7007" y="8763"/>
                </a:cubicBezTo>
                <a:lnTo>
                  <a:pt x="7007" y="874"/>
                </a:lnTo>
                <a:cubicBezTo>
                  <a:pt x="7007" y="395"/>
                  <a:pt x="6622" y="0"/>
                  <a:pt x="613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58" name="Google Shape;362;p 2"/>
          <p:cNvSpPr/>
          <p:nvPr/>
        </p:nvSpPr>
        <p:spPr>
          <a:xfrm>
            <a:off x="3280680" y="1777320"/>
            <a:ext cx="294120" cy="470160"/>
          </a:xfrm>
          <a:custGeom>
            <a:avLst/>
            <a:gdLst>
              <a:gd name="textAreaLeft" fmla="*/ 0 w 294120"/>
              <a:gd name="textAreaRight" fmla="*/ 294480 w 294120"/>
              <a:gd name="textAreaTop" fmla="*/ 0 h 470160"/>
              <a:gd name="textAreaBottom" fmla="*/ 470520 h 470160"/>
            </a:gdLst>
            <a:ahLst/>
            <a:cxnLst/>
            <a:rect l="textAreaLeft" t="textAreaTop" r="textAreaRight" b="textAreaBottom"/>
            <a:pathLst>
              <a:path w="8773" h="14023">
                <a:moveTo>
                  <a:pt x="883" y="0"/>
                </a:moveTo>
                <a:cubicBezTo>
                  <a:pt x="395" y="0"/>
                  <a:pt x="0" y="395"/>
                  <a:pt x="10" y="873"/>
                </a:cubicBezTo>
                <a:lnTo>
                  <a:pt x="10" y="13149"/>
                </a:lnTo>
                <a:cubicBezTo>
                  <a:pt x="10" y="13628"/>
                  <a:pt x="395" y="14022"/>
                  <a:pt x="883" y="14022"/>
                </a:cubicBezTo>
                <a:lnTo>
                  <a:pt x="7890" y="14022"/>
                </a:lnTo>
                <a:cubicBezTo>
                  <a:pt x="8378" y="14022"/>
                  <a:pt x="8773" y="13628"/>
                  <a:pt x="8773" y="13149"/>
                </a:cubicBezTo>
                <a:lnTo>
                  <a:pt x="8773" y="873"/>
                </a:lnTo>
                <a:cubicBezTo>
                  <a:pt x="8773" y="395"/>
                  <a:pt x="8378" y="0"/>
                  <a:pt x="789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59" name="Google Shape;363;p 2"/>
          <p:cNvSpPr/>
          <p:nvPr/>
        </p:nvSpPr>
        <p:spPr>
          <a:xfrm>
            <a:off x="3222000" y="2189160"/>
            <a:ext cx="411480" cy="822960"/>
          </a:xfrm>
          <a:custGeom>
            <a:avLst/>
            <a:gdLst>
              <a:gd name="textAreaLeft" fmla="*/ 0 w 411480"/>
              <a:gd name="textAreaRight" fmla="*/ 411840 w 411480"/>
              <a:gd name="textAreaTop" fmla="*/ 0 h 822960"/>
              <a:gd name="textAreaBottom" fmla="*/ 823320 h 822960"/>
            </a:gdLst>
            <a:ahLst/>
            <a:cxnLst/>
            <a:rect l="textAreaLeft" t="textAreaTop" r="textAreaRight" b="textAreaBottom"/>
            <a:pathLst>
              <a:path w="12276" h="24542">
                <a:moveTo>
                  <a:pt x="874" y="0"/>
                </a:moveTo>
                <a:cubicBezTo>
                  <a:pt x="395" y="0"/>
                  <a:pt x="1" y="385"/>
                  <a:pt x="1" y="874"/>
                </a:cubicBezTo>
                <a:lnTo>
                  <a:pt x="1" y="23658"/>
                </a:lnTo>
                <a:cubicBezTo>
                  <a:pt x="1" y="24147"/>
                  <a:pt x="395" y="24541"/>
                  <a:pt x="874" y="24541"/>
                </a:cubicBezTo>
                <a:lnTo>
                  <a:pt x="12276" y="24541"/>
                </a:lnTo>
                <a:lnTo>
                  <a:pt x="12276" y="874"/>
                </a:lnTo>
                <a:cubicBezTo>
                  <a:pt x="12276" y="385"/>
                  <a:pt x="11881" y="0"/>
                  <a:pt x="1139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60" name="Google Shape;364;p 2"/>
          <p:cNvSpPr/>
          <p:nvPr/>
        </p:nvSpPr>
        <p:spPr>
          <a:xfrm>
            <a:off x="3293640" y="1352880"/>
            <a:ext cx="269280" cy="159480"/>
          </a:xfrm>
          <a:custGeom>
            <a:avLst/>
            <a:gdLst>
              <a:gd name="textAreaLeft" fmla="*/ 0 w 269280"/>
              <a:gd name="textAreaRight" fmla="*/ 269640 w 269280"/>
              <a:gd name="textAreaTop" fmla="*/ 0 h 159480"/>
              <a:gd name="textAreaBottom" fmla="*/ 159840 h 159480"/>
            </a:gdLst>
            <a:ahLst/>
            <a:cxnLst/>
            <a:rect l="textAreaLeft" t="textAreaTop" r="textAreaRight" b="textAreaBottom"/>
            <a:pathLst>
              <a:path w="8040" h="4765">
                <a:moveTo>
                  <a:pt x="4125" y="1"/>
                </a:moveTo>
                <a:cubicBezTo>
                  <a:pt x="3882" y="1"/>
                  <a:pt x="3641" y="102"/>
                  <a:pt x="3466" y="304"/>
                </a:cubicBezTo>
                <a:lnTo>
                  <a:pt x="245" y="4042"/>
                </a:lnTo>
                <a:cubicBezTo>
                  <a:pt x="0" y="4323"/>
                  <a:pt x="198" y="4765"/>
                  <a:pt x="573" y="4765"/>
                </a:cubicBezTo>
                <a:lnTo>
                  <a:pt x="7467" y="4765"/>
                </a:lnTo>
                <a:cubicBezTo>
                  <a:pt x="7833" y="4765"/>
                  <a:pt x="8040" y="4342"/>
                  <a:pt x="7815" y="4051"/>
                </a:cubicBezTo>
                <a:lnTo>
                  <a:pt x="4809" y="332"/>
                </a:lnTo>
                <a:cubicBezTo>
                  <a:pt x="4632" y="111"/>
                  <a:pt x="4378" y="1"/>
                  <a:pt x="4125" y="1"/>
                </a:cubicBezTo>
                <a:close/>
              </a:path>
            </a:pathLst>
          </a:custGeom>
          <a:solidFill>
            <a:srgbClr val="74C1B9"/>
          </a:solidFill>
          <a:ln w="0">
            <a:noFill/>
          </a:ln>
        </p:spPr>
        <p:style>
          <a:lnRef idx="0">
            <a:scrgbClr r="0" g="0" b="0"/>
          </a:lnRef>
          <a:fillRef idx="0">
            <a:scrgbClr r="0" g="0" b="0"/>
          </a:fillRef>
          <a:effectRef idx="0">
            <a:scrgbClr r="0" g="0" b="0"/>
          </a:effectRef>
          <a:fontRef idx="minor"/>
        </p:style>
        <p:txBody>
          <a:bodyPr tIns="79920" bIns="79920" anchor="ctr">
            <a:noAutofit/>
          </a:bodyPr>
          <a:lstStyle/>
          <a:p>
            <a:endParaRPr lang="en-US" sz="1400" b="0" u="none" strike="noStrike">
              <a:solidFill>
                <a:srgbClr val="000000"/>
              </a:solidFill>
              <a:effectLst/>
              <a:uFillTx/>
              <a:latin typeface="Arial"/>
            </a:endParaRPr>
          </a:p>
        </p:txBody>
      </p:sp>
      <p:sp>
        <p:nvSpPr>
          <p:cNvPr id="361" name="Google Shape;365;p 2"/>
          <p:cNvSpPr/>
          <p:nvPr/>
        </p:nvSpPr>
        <p:spPr>
          <a:xfrm>
            <a:off x="3309840" y="2275920"/>
            <a:ext cx="59400" cy="118440"/>
          </a:xfrm>
          <a:custGeom>
            <a:avLst/>
            <a:gdLst>
              <a:gd name="textAreaLeft" fmla="*/ 0 w 59400"/>
              <a:gd name="textAreaRight" fmla="*/ 59760 w 59400"/>
              <a:gd name="textAreaTop" fmla="*/ 0 h 118440"/>
              <a:gd name="textAreaBottom" fmla="*/ 118800 h 118440"/>
            </a:gdLst>
            <a:ahLst/>
            <a:cxnLst/>
            <a:rect l="textAreaLeft" t="textAreaTop" r="textAreaRight" b="textAreaBottom"/>
            <a:pathLst>
              <a:path w="1785" h="3542">
                <a:moveTo>
                  <a:pt x="893" y="0"/>
                </a:moveTo>
                <a:cubicBezTo>
                  <a:pt x="395" y="0"/>
                  <a:pt x="0" y="414"/>
                  <a:pt x="19" y="911"/>
                </a:cubicBezTo>
                <a:lnTo>
                  <a:pt x="19" y="2668"/>
                </a:lnTo>
                <a:cubicBezTo>
                  <a:pt x="19" y="3147"/>
                  <a:pt x="414" y="3541"/>
                  <a:pt x="893" y="3541"/>
                </a:cubicBezTo>
                <a:cubicBezTo>
                  <a:pt x="1381" y="3541"/>
                  <a:pt x="1776" y="3147"/>
                  <a:pt x="1766" y="2668"/>
                </a:cubicBezTo>
                <a:lnTo>
                  <a:pt x="1766" y="911"/>
                </a:lnTo>
                <a:cubicBezTo>
                  <a:pt x="1785" y="414"/>
                  <a:pt x="1390" y="0"/>
                  <a:pt x="89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9400" bIns="59400" anchor="ctr">
            <a:noAutofit/>
          </a:bodyPr>
          <a:lstStyle/>
          <a:p>
            <a:endParaRPr lang="en-US" sz="1400" b="0" u="none" strike="noStrike">
              <a:solidFill>
                <a:srgbClr val="FFFFFF"/>
              </a:solidFill>
              <a:effectLst/>
              <a:uFillTx/>
              <a:latin typeface="Arial"/>
            </a:endParaRPr>
          </a:p>
        </p:txBody>
      </p:sp>
      <p:sp>
        <p:nvSpPr>
          <p:cNvPr id="362" name="Google Shape;366;p 2"/>
          <p:cNvSpPr/>
          <p:nvPr/>
        </p:nvSpPr>
        <p:spPr>
          <a:xfrm>
            <a:off x="3398400" y="1982880"/>
            <a:ext cx="58680" cy="117360"/>
          </a:xfrm>
          <a:custGeom>
            <a:avLst/>
            <a:gdLst>
              <a:gd name="textAreaLeft" fmla="*/ 0 w 58680"/>
              <a:gd name="textAreaRight" fmla="*/ 59040 w 58680"/>
              <a:gd name="textAreaTop" fmla="*/ 0 h 117360"/>
              <a:gd name="textAreaBottom" fmla="*/ 117720 h 117360"/>
            </a:gdLst>
            <a:ahLst/>
            <a:cxnLst/>
            <a:rect l="textAreaLeft" t="textAreaTop" r="textAreaRight" b="textAreaBottom"/>
            <a:pathLst>
              <a:path w="1757" h="3514">
                <a:moveTo>
                  <a:pt x="873" y="1"/>
                </a:moveTo>
                <a:cubicBezTo>
                  <a:pt x="394" y="1"/>
                  <a:pt x="0" y="395"/>
                  <a:pt x="0" y="884"/>
                </a:cubicBezTo>
                <a:lnTo>
                  <a:pt x="0" y="2631"/>
                </a:lnTo>
                <a:cubicBezTo>
                  <a:pt x="0" y="3119"/>
                  <a:pt x="394" y="3513"/>
                  <a:pt x="873" y="3513"/>
                </a:cubicBezTo>
                <a:cubicBezTo>
                  <a:pt x="1362" y="3513"/>
                  <a:pt x="1756" y="3119"/>
                  <a:pt x="1756" y="2631"/>
                </a:cubicBezTo>
                <a:lnTo>
                  <a:pt x="1756" y="884"/>
                </a:lnTo>
                <a:cubicBezTo>
                  <a:pt x="1747" y="395"/>
                  <a:pt x="1362" y="1"/>
                  <a:pt x="87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680" bIns="58680" anchor="ctr">
            <a:noAutofit/>
          </a:bodyPr>
          <a:lstStyle/>
          <a:p>
            <a:endParaRPr lang="en-US" sz="1400" b="0" u="none" strike="noStrike">
              <a:solidFill>
                <a:srgbClr val="FFFFFF"/>
              </a:solidFill>
              <a:effectLst/>
              <a:uFillTx/>
              <a:latin typeface="Arial"/>
            </a:endParaRPr>
          </a:p>
        </p:txBody>
      </p:sp>
      <p:sp>
        <p:nvSpPr>
          <p:cNvPr id="363" name="Google Shape;367;p 2"/>
          <p:cNvSpPr/>
          <p:nvPr/>
        </p:nvSpPr>
        <p:spPr>
          <a:xfrm>
            <a:off x="3398400" y="1571400"/>
            <a:ext cx="58680" cy="117360"/>
          </a:xfrm>
          <a:custGeom>
            <a:avLst/>
            <a:gdLst>
              <a:gd name="textAreaLeft" fmla="*/ 0 w 58680"/>
              <a:gd name="textAreaRight" fmla="*/ 59040 w 58680"/>
              <a:gd name="textAreaTop" fmla="*/ 0 h 117360"/>
              <a:gd name="textAreaBottom" fmla="*/ 117720 h 117360"/>
            </a:gdLst>
            <a:ahLst/>
            <a:cxnLst/>
            <a:rect l="textAreaLeft" t="textAreaTop" r="textAreaRight" b="textAreaBottom"/>
            <a:pathLst>
              <a:path w="1757" h="3504">
                <a:moveTo>
                  <a:pt x="873" y="0"/>
                </a:moveTo>
                <a:cubicBezTo>
                  <a:pt x="394" y="0"/>
                  <a:pt x="0" y="395"/>
                  <a:pt x="0" y="874"/>
                </a:cubicBezTo>
                <a:lnTo>
                  <a:pt x="0" y="2630"/>
                </a:lnTo>
                <a:cubicBezTo>
                  <a:pt x="0" y="3109"/>
                  <a:pt x="394" y="3503"/>
                  <a:pt x="873" y="3503"/>
                </a:cubicBezTo>
                <a:cubicBezTo>
                  <a:pt x="1362" y="3503"/>
                  <a:pt x="1747" y="3109"/>
                  <a:pt x="1756" y="2630"/>
                </a:cubicBezTo>
                <a:lnTo>
                  <a:pt x="1756" y="874"/>
                </a:lnTo>
                <a:cubicBezTo>
                  <a:pt x="1756" y="395"/>
                  <a:pt x="1362" y="0"/>
                  <a:pt x="87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680" bIns="58680" anchor="ctr">
            <a:noAutofit/>
          </a:bodyPr>
          <a:lstStyle/>
          <a:p>
            <a:endParaRPr lang="en-US" sz="1400" b="0" u="none" strike="noStrike">
              <a:solidFill>
                <a:srgbClr val="FFFFFF"/>
              </a:solidFill>
              <a:effectLst/>
              <a:uFillTx/>
              <a:latin typeface="Arial"/>
            </a:endParaRPr>
          </a:p>
        </p:txBody>
      </p:sp>
      <p:sp>
        <p:nvSpPr>
          <p:cNvPr id="364" name="Google Shape;368;p 2"/>
          <p:cNvSpPr/>
          <p:nvPr/>
        </p:nvSpPr>
        <p:spPr>
          <a:xfrm>
            <a:off x="3486240" y="2275920"/>
            <a:ext cx="59400" cy="118440"/>
          </a:xfrm>
          <a:custGeom>
            <a:avLst/>
            <a:gdLst>
              <a:gd name="textAreaLeft" fmla="*/ 0 w 59400"/>
              <a:gd name="textAreaRight" fmla="*/ 59760 w 59400"/>
              <a:gd name="textAreaTop" fmla="*/ 0 h 118440"/>
              <a:gd name="textAreaBottom" fmla="*/ 118800 h 118440"/>
            </a:gdLst>
            <a:ahLst/>
            <a:cxnLst/>
            <a:rect l="textAreaLeft" t="textAreaTop" r="textAreaRight" b="textAreaBottom"/>
            <a:pathLst>
              <a:path w="1786" h="3542">
                <a:moveTo>
                  <a:pt x="893" y="0"/>
                </a:moveTo>
                <a:cubicBezTo>
                  <a:pt x="395" y="0"/>
                  <a:pt x="1" y="414"/>
                  <a:pt x="20" y="911"/>
                </a:cubicBezTo>
                <a:lnTo>
                  <a:pt x="20" y="2668"/>
                </a:lnTo>
                <a:cubicBezTo>
                  <a:pt x="20" y="3147"/>
                  <a:pt x="414" y="3541"/>
                  <a:pt x="893" y="3541"/>
                </a:cubicBezTo>
                <a:cubicBezTo>
                  <a:pt x="1382" y="3541"/>
                  <a:pt x="1767" y="3147"/>
                  <a:pt x="1767" y="2668"/>
                </a:cubicBezTo>
                <a:lnTo>
                  <a:pt x="1767" y="911"/>
                </a:lnTo>
                <a:cubicBezTo>
                  <a:pt x="1785" y="414"/>
                  <a:pt x="1391" y="0"/>
                  <a:pt x="89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9400" bIns="59400" anchor="ctr">
            <a:noAutofit/>
          </a:bodyPr>
          <a:lstStyle/>
          <a:p>
            <a:endParaRPr lang="en-US" sz="1400" b="0" u="none" strike="noStrike">
              <a:solidFill>
                <a:srgbClr val="FFFFFF"/>
              </a:solidFill>
              <a:effectLst/>
              <a:uFillTx/>
              <a:latin typeface="Arial"/>
            </a:endParaRPr>
          </a:p>
        </p:txBody>
      </p:sp>
      <p:sp>
        <p:nvSpPr>
          <p:cNvPr id="365" name="Google Shape;369;p 2"/>
          <p:cNvSpPr/>
          <p:nvPr/>
        </p:nvSpPr>
        <p:spPr>
          <a:xfrm>
            <a:off x="3310200" y="2454480"/>
            <a:ext cx="58320" cy="116280"/>
          </a:xfrm>
          <a:custGeom>
            <a:avLst/>
            <a:gdLst>
              <a:gd name="textAreaLeft" fmla="*/ 0 w 58320"/>
              <a:gd name="textAreaRight" fmla="*/ 58680 w 58320"/>
              <a:gd name="textAreaTop" fmla="*/ 0 h 116280"/>
              <a:gd name="textAreaBottom" fmla="*/ 116640 h 116280"/>
            </a:gdLst>
            <a:ahLst/>
            <a:cxnLst/>
            <a:rect l="textAreaLeft" t="textAreaTop" r="textAreaRight" b="textAreaBottom"/>
            <a:pathLst>
              <a:path w="1748" h="3476">
                <a:moveTo>
                  <a:pt x="874" y="1"/>
                </a:moveTo>
                <a:cubicBezTo>
                  <a:pt x="404" y="1"/>
                  <a:pt x="19" y="376"/>
                  <a:pt x="0" y="846"/>
                </a:cubicBezTo>
                <a:lnTo>
                  <a:pt x="0" y="2593"/>
                </a:lnTo>
                <a:cubicBezTo>
                  <a:pt x="0" y="3081"/>
                  <a:pt x="395" y="3466"/>
                  <a:pt x="874" y="3476"/>
                </a:cubicBezTo>
                <a:cubicBezTo>
                  <a:pt x="1362" y="3476"/>
                  <a:pt x="1747" y="3081"/>
                  <a:pt x="1747" y="2593"/>
                </a:cubicBezTo>
                <a:lnTo>
                  <a:pt x="1747" y="846"/>
                </a:lnTo>
                <a:cubicBezTo>
                  <a:pt x="1738" y="376"/>
                  <a:pt x="1343" y="1"/>
                  <a:pt x="8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FFFFFF"/>
              </a:solidFill>
              <a:effectLst/>
              <a:uFillTx/>
              <a:latin typeface="Arial"/>
            </a:endParaRPr>
          </a:p>
        </p:txBody>
      </p:sp>
      <p:sp>
        <p:nvSpPr>
          <p:cNvPr id="366" name="Google Shape;370;p 2"/>
          <p:cNvSpPr/>
          <p:nvPr/>
        </p:nvSpPr>
        <p:spPr>
          <a:xfrm>
            <a:off x="3486600" y="2454480"/>
            <a:ext cx="58320" cy="116280"/>
          </a:xfrm>
          <a:custGeom>
            <a:avLst/>
            <a:gdLst>
              <a:gd name="textAreaLeft" fmla="*/ 0 w 58320"/>
              <a:gd name="textAreaRight" fmla="*/ 58680 w 58320"/>
              <a:gd name="textAreaTop" fmla="*/ 0 h 116280"/>
              <a:gd name="textAreaBottom" fmla="*/ 116640 h 116280"/>
            </a:gdLst>
            <a:ahLst/>
            <a:cxnLst/>
            <a:rect l="textAreaLeft" t="textAreaTop" r="textAreaRight" b="textAreaBottom"/>
            <a:pathLst>
              <a:path w="1748" h="3476">
                <a:moveTo>
                  <a:pt x="874" y="1"/>
                </a:moveTo>
                <a:cubicBezTo>
                  <a:pt x="405" y="1"/>
                  <a:pt x="20" y="376"/>
                  <a:pt x="1" y="846"/>
                </a:cubicBezTo>
                <a:lnTo>
                  <a:pt x="1" y="2593"/>
                </a:lnTo>
                <a:cubicBezTo>
                  <a:pt x="1" y="3081"/>
                  <a:pt x="395" y="3476"/>
                  <a:pt x="874" y="3476"/>
                </a:cubicBezTo>
                <a:cubicBezTo>
                  <a:pt x="1363" y="3466"/>
                  <a:pt x="1748" y="3081"/>
                  <a:pt x="1748" y="2593"/>
                </a:cubicBezTo>
                <a:lnTo>
                  <a:pt x="1748" y="846"/>
                </a:lnTo>
                <a:cubicBezTo>
                  <a:pt x="1738" y="376"/>
                  <a:pt x="1344" y="1"/>
                  <a:pt x="8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FFFFFF"/>
              </a:solidFill>
              <a:effectLst/>
              <a:uFillTx/>
              <a:latin typeface="Arial"/>
            </a:endParaRPr>
          </a:p>
        </p:txBody>
      </p:sp>
      <p:sp>
        <p:nvSpPr>
          <p:cNvPr id="367" name="Google Shape;371;p 2"/>
          <p:cNvSpPr/>
          <p:nvPr/>
        </p:nvSpPr>
        <p:spPr>
          <a:xfrm>
            <a:off x="3310200" y="2631240"/>
            <a:ext cx="58680" cy="116280"/>
          </a:xfrm>
          <a:custGeom>
            <a:avLst/>
            <a:gdLst>
              <a:gd name="textAreaLeft" fmla="*/ 0 w 58680"/>
              <a:gd name="textAreaRight" fmla="*/ 59040 w 58680"/>
              <a:gd name="textAreaTop" fmla="*/ 0 h 116280"/>
              <a:gd name="textAreaBottom" fmla="*/ 116640 h 116280"/>
            </a:gdLst>
            <a:ahLst/>
            <a:cxnLst/>
            <a:rect l="textAreaLeft" t="textAreaTop" r="textAreaRight" b="textAreaBottom"/>
            <a:pathLst>
              <a:path w="1757" h="3475">
                <a:moveTo>
                  <a:pt x="874" y="0"/>
                </a:moveTo>
                <a:cubicBezTo>
                  <a:pt x="404" y="0"/>
                  <a:pt x="19" y="366"/>
                  <a:pt x="0" y="845"/>
                </a:cubicBezTo>
                <a:lnTo>
                  <a:pt x="0" y="2592"/>
                </a:lnTo>
                <a:cubicBezTo>
                  <a:pt x="0" y="3081"/>
                  <a:pt x="395" y="3475"/>
                  <a:pt x="874" y="3475"/>
                </a:cubicBezTo>
                <a:cubicBezTo>
                  <a:pt x="1362" y="3475"/>
                  <a:pt x="1757" y="3081"/>
                  <a:pt x="1747" y="2592"/>
                </a:cubicBezTo>
                <a:lnTo>
                  <a:pt x="1747" y="845"/>
                </a:lnTo>
                <a:cubicBezTo>
                  <a:pt x="1738" y="366"/>
                  <a:pt x="1343" y="0"/>
                  <a:pt x="8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FFFFFF"/>
              </a:solidFill>
              <a:effectLst/>
              <a:uFillTx/>
              <a:latin typeface="Arial"/>
            </a:endParaRPr>
          </a:p>
        </p:txBody>
      </p:sp>
      <p:sp>
        <p:nvSpPr>
          <p:cNvPr id="368" name="Google Shape;372;p 2"/>
          <p:cNvSpPr/>
          <p:nvPr/>
        </p:nvSpPr>
        <p:spPr>
          <a:xfrm>
            <a:off x="3486600" y="2631240"/>
            <a:ext cx="58320" cy="116280"/>
          </a:xfrm>
          <a:custGeom>
            <a:avLst/>
            <a:gdLst>
              <a:gd name="textAreaLeft" fmla="*/ 0 w 58320"/>
              <a:gd name="textAreaRight" fmla="*/ 58680 w 58320"/>
              <a:gd name="textAreaTop" fmla="*/ 0 h 116280"/>
              <a:gd name="textAreaBottom" fmla="*/ 116640 h 116280"/>
            </a:gdLst>
            <a:ahLst/>
            <a:cxnLst/>
            <a:rect l="textAreaLeft" t="textAreaTop" r="textAreaRight" b="textAreaBottom"/>
            <a:pathLst>
              <a:path w="1748" h="3475">
                <a:moveTo>
                  <a:pt x="874" y="0"/>
                </a:moveTo>
                <a:cubicBezTo>
                  <a:pt x="405" y="0"/>
                  <a:pt x="20" y="366"/>
                  <a:pt x="1" y="845"/>
                </a:cubicBezTo>
                <a:lnTo>
                  <a:pt x="1" y="2592"/>
                </a:lnTo>
                <a:cubicBezTo>
                  <a:pt x="1" y="3081"/>
                  <a:pt x="395" y="3475"/>
                  <a:pt x="874" y="3475"/>
                </a:cubicBezTo>
                <a:cubicBezTo>
                  <a:pt x="1363" y="3475"/>
                  <a:pt x="1748" y="3081"/>
                  <a:pt x="1748" y="2592"/>
                </a:cubicBezTo>
                <a:lnTo>
                  <a:pt x="1748" y="845"/>
                </a:lnTo>
                <a:cubicBezTo>
                  <a:pt x="1738" y="366"/>
                  <a:pt x="1344" y="0"/>
                  <a:pt x="8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FFFFFF"/>
              </a:solidFill>
              <a:effectLst/>
              <a:uFillTx/>
              <a:latin typeface="Arial"/>
            </a:endParaRPr>
          </a:p>
        </p:txBody>
      </p:sp>
      <p:sp>
        <p:nvSpPr>
          <p:cNvPr id="369" name="Google Shape;373;p 2"/>
          <p:cNvSpPr/>
          <p:nvPr/>
        </p:nvSpPr>
        <p:spPr>
          <a:xfrm>
            <a:off x="3369240" y="2835720"/>
            <a:ext cx="117360" cy="176040"/>
          </a:xfrm>
          <a:custGeom>
            <a:avLst/>
            <a:gdLst>
              <a:gd name="textAreaLeft" fmla="*/ 0 w 117360"/>
              <a:gd name="textAreaRight" fmla="*/ 117720 w 117360"/>
              <a:gd name="textAreaTop" fmla="*/ 0 h 176040"/>
              <a:gd name="textAreaBottom" fmla="*/ 176400 h 176040"/>
            </a:gdLst>
            <a:ahLst/>
            <a:cxnLst/>
            <a:rect l="textAreaLeft" t="textAreaTop" r="textAreaRight" b="textAreaBottom"/>
            <a:pathLst>
              <a:path w="3504" h="5261">
                <a:moveTo>
                  <a:pt x="874" y="1"/>
                </a:moveTo>
                <a:cubicBezTo>
                  <a:pt x="386" y="1"/>
                  <a:pt x="1" y="386"/>
                  <a:pt x="1" y="874"/>
                </a:cubicBezTo>
                <a:lnTo>
                  <a:pt x="1" y="5260"/>
                </a:lnTo>
                <a:lnTo>
                  <a:pt x="3504" y="5260"/>
                </a:lnTo>
                <a:lnTo>
                  <a:pt x="3504" y="874"/>
                </a:lnTo>
                <a:cubicBezTo>
                  <a:pt x="3504" y="386"/>
                  <a:pt x="3109" y="1"/>
                  <a:pt x="2630"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88200" bIns="88200" anchor="ctr">
            <a:noAutofit/>
          </a:bodyPr>
          <a:lstStyle/>
          <a:p>
            <a:endParaRPr lang="en-US" sz="1400" b="0" u="none" strike="noStrike">
              <a:solidFill>
                <a:srgbClr val="FFFFFF"/>
              </a:solidFill>
              <a:effectLst/>
              <a:uFillTx/>
              <a:latin typeface="Arial"/>
            </a:endParaRPr>
          </a:p>
        </p:txBody>
      </p:sp>
      <p:sp>
        <p:nvSpPr>
          <p:cNvPr id="370" name="Google Shape;374;p 2"/>
          <p:cNvSpPr/>
          <p:nvPr/>
        </p:nvSpPr>
        <p:spPr>
          <a:xfrm>
            <a:off x="3388320" y="1865520"/>
            <a:ext cx="68760" cy="58680"/>
          </a:xfrm>
          <a:custGeom>
            <a:avLst/>
            <a:gdLst>
              <a:gd name="textAreaLeft" fmla="*/ 0 w 68760"/>
              <a:gd name="textAreaRight" fmla="*/ 69120 w 68760"/>
              <a:gd name="textAreaTop" fmla="*/ 0 h 58680"/>
              <a:gd name="textAreaBottom" fmla="*/ 59040 h 58680"/>
            </a:gdLst>
            <a:ahLst/>
            <a:cxnLst/>
            <a:rect l="textAreaLeft" t="textAreaTop" r="textAreaRight" b="textAreaBottom"/>
            <a:pathLst>
              <a:path w="2058" h="1756">
                <a:moveTo>
                  <a:pt x="1174" y="1"/>
                </a:moveTo>
                <a:cubicBezTo>
                  <a:pt x="395" y="1"/>
                  <a:pt x="0" y="949"/>
                  <a:pt x="555" y="1494"/>
                </a:cubicBezTo>
                <a:cubicBezTo>
                  <a:pt x="735" y="1674"/>
                  <a:pt x="957" y="1755"/>
                  <a:pt x="1174" y="1755"/>
                </a:cubicBezTo>
                <a:cubicBezTo>
                  <a:pt x="1625" y="1755"/>
                  <a:pt x="2057" y="1407"/>
                  <a:pt x="2057" y="874"/>
                </a:cubicBezTo>
                <a:cubicBezTo>
                  <a:pt x="2048" y="395"/>
                  <a:pt x="1663" y="1"/>
                  <a:pt x="11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520" bIns="29520" anchor="ctr">
            <a:noAutofit/>
          </a:bodyPr>
          <a:lstStyle/>
          <a:p>
            <a:endParaRPr lang="en-US" sz="1400" b="0" u="none" strike="noStrike">
              <a:solidFill>
                <a:srgbClr val="FFFFFF"/>
              </a:solidFill>
              <a:effectLst/>
              <a:uFillTx/>
              <a:latin typeface="Arial"/>
            </a:endParaRPr>
          </a:p>
        </p:txBody>
      </p:sp>
      <p:sp>
        <p:nvSpPr>
          <p:cNvPr id="371" name="Google Shape;375;p 2"/>
          <p:cNvSpPr/>
          <p:nvPr/>
        </p:nvSpPr>
        <p:spPr>
          <a:xfrm>
            <a:off x="1577160" y="1696320"/>
            <a:ext cx="534240" cy="321840"/>
          </a:xfrm>
          <a:custGeom>
            <a:avLst/>
            <a:gdLst>
              <a:gd name="textAreaLeft" fmla="*/ 0 w 534240"/>
              <a:gd name="textAreaRight" fmla="*/ 534600 w 534240"/>
              <a:gd name="textAreaTop" fmla="*/ 0 h 321840"/>
              <a:gd name="textAreaBottom" fmla="*/ 322200 h 321840"/>
            </a:gdLst>
            <a:ahLst/>
            <a:cxnLst/>
            <a:rect l="textAreaLeft" t="textAreaTop" r="textAreaRight" b="textAreaBottom"/>
            <a:pathLst>
              <a:path w="32927" h="19839">
                <a:moveTo>
                  <a:pt x="14907" y="1"/>
                </a:moveTo>
                <a:cubicBezTo>
                  <a:pt x="13428" y="1"/>
                  <a:pt x="11934" y="612"/>
                  <a:pt x="10492" y="2013"/>
                </a:cubicBezTo>
                <a:lnTo>
                  <a:pt x="726" y="13444"/>
                </a:lnTo>
                <a:cubicBezTo>
                  <a:pt x="1" y="14149"/>
                  <a:pt x="522" y="15346"/>
                  <a:pt x="1484" y="15346"/>
                </a:cubicBezTo>
                <a:cubicBezTo>
                  <a:pt x="1531" y="15346"/>
                  <a:pt x="1579" y="15343"/>
                  <a:pt x="1628" y="15337"/>
                </a:cubicBezTo>
                <a:lnTo>
                  <a:pt x="11158" y="14192"/>
                </a:lnTo>
                <a:cubicBezTo>
                  <a:pt x="11202" y="14187"/>
                  <a:pt x="11245" y="14185"/>
                  <a:pt x="11289" y="14185"/>
                </a:cubicBezTo>
                <a:cubicBezTo>
                  <a:pt x="11671" y="14185"/>
                  <a:pt x="12032" y="14383"/>
                  <a:pt x="12234" y="14716"/>
                </a:cubicBezTo>
                <a:lnTo>
                  <a:pt x="15042" y="19309"/>
                </a:lnTo>
                <a:cubicBezTo>
                  <a:pt x="15252" y="19654"/>
                  <a:pt x="15617" y="19838"/>
                  <a:pt x="15987" y="19838"/>
                </a:cubicBezTo>
                <a:cubicBezTo>
                  <a:pt x="16242" y="19838"/>
                  <a:pt x="16500" y="19751"/>
                  <a:pt x="16711" y="19568"/>
                </a:cubicBezTo>
                <a:lnTo>
                  <a:pt x="21668" y="15274"/>
                </a:lnTo>
                <a:cubicBezTo>
                  <a:pt x="21872" y="15097"/>
                  <a:pt x="22130" y="15003"/>
                  <a:pt x="22391" y="15003"/>
                </a:cubicBezTo>
                <a:cubicBezTo>
                  <a:pt x="22519" y="15003"/>
                  <a:pt x="22648" y="15026"/>
                  <a:pt x="22772" y="15071"/>
                </a:cubicBezTo>
                <a:lnTo>
                  <a:pt x="30404" y="17856"/>
                </a:lnTo>
                <a:cubicBezTo>
                  <a:pt x="30501" y="17891"/>
                  <a:pt x="30602" y="17908"/>
                  <a:pt x="30706" y="17908"/>
                </a:cubicBezTo>
                <a:cubicBezTo>
                  <a:pt x="31711" y="17908"/>
                  <a:pt x="32927" y="16363"/>
                  <a:pt x="32323" y="15565"/>
                </a:cubicBezTo>
                <a:lnTo>
                  <a:pt x="22286" y="4794"/>
                </a:lnTo>
                <a:cubicBezTo>
                  <a:pt x="20127" y="1937"/>
                  <a:pt x="17541" y="1"/>
                  <a:pt x="14907"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2" name="Google Shape;376;p 2"/>
          <p:cNvSpPr/>
          <p:nvPr/>
        </p:nvSpPr>
        <p:spPr>
          <a:xfrm>
            <a:off x="2937960" y="3119040"/>
            <a:ext cx="217440" cy="138600"/>
          </a:xfrm>
          <a:custGeom>
            <a:avLst/>
            <a:gdLst>
              <a:gd name="textAreaLeft" fmla="*/ 0 w 217440"/>
              <a:gd name="textAreaRight" fmla="*/ 217800 w 217440"/>
              <a:gd name="textAreaTop" fmla="*/ 0 h 138600"/>
              <a:gd name="textAreaBottom" fmla="*/ 138960 h 138600"/>
            </a:gdLst>
            <a:ahLst/>
            <a:cxnLst/>
            <a:rect l="textAreaLeft" t="textAreaTop" r="textAreaRight" b="textAreaBottom"/>
            <a:pathLst>
              <a:path w="13422" h="8555">
                <a:moveTo>
                  <a:pt x="7831" y="0"/>
                </a:moveTo>
                <a:cubicBezTo>
                  <a:pt x="7128" y="602"/>
                  <a:pt x="6306" y="1543"/>
                  <a:pt x="5948" y="1883"/>
                </a:cubicBezTo>
                <a:cubicBezTo>
                  <a:pt x="5045" y="2744"/>
                  <a:pt x="4148" y="3618"/>
                  <a:pt x="3312" y="4548"/>
                </a:cubicBezTo>
                <a:cubicBezTo>
                  <a:pt x="2144" y="5839"/>
                  <a:pt x="1048" y="7179"/>
                  <a:pt x="0" y="8555"/>
                </a:cubicBezTo>
                <a:lnTo>
                  <a:pt x="13421" y="8555"/>
                </a:lnTo>
                <a:cubicBezTo>
                  <a:pt x="11327" y="5856"/>
                  <a:pt x="9362" y="3073"/>
                  <a:pt x="7831" y="0"/>
                </a:cubicBezTo>
                <a:close/>
              </a:path>
            </a:pathLst>
          </a:custGeom>
          <a:solidFill>
            <a:srgbClr val="90B9D0"/>
          </a:solidFill>
          <a:ln w="0">
            <a:noFill/>
          </a:ln>
        </p:spPr>
        <p:style>
          <a:lnRef idx="0">
            <a:scrgbClr r="0" g="0" b="0"/>
          </a:lnRef>
          <a:fillRef idx="0">
            <a:scrgbClr r="0" g="0" b="0"/>
          </a:fillRef>
          <a:effectRef idx="0">
            <a:scrgbClr r="0" g="0" b="0"/>
          </a:effectRef>
          <a:fontRef idx="minor"/>
        </p:style>
        <p:txBody>
          <a:bodyPr tIns="69480" bIns="69480" anchor="ctr">
            <a:noAutofit/>
          </a:bodyPr>
          <a:lstStyle/>
          <a:p>
            <a:endParaRPr lang="en-US" sz="1400" b="0" u="none" strike="noStrike">
              <a:solidFill>
                <a:srgbClr val="000000"/>
              </a:solidFill>
              <a:effectLst/>
              <a:uFillTx/>
              <a:latin typeface="Arial"/>
            </a:endParaRPr>
          </a:p>
        </p:txBody>
      </p:sp>
      <p:sp>
        <p:nvSpPr>
          <p:cNvPr id="373" name="Google Shape;377;p 2"/>
          <p:cNvSpPr/>
          <p:nvPr/>
        </p:nvSpPr>
        <p:spPr>
          <a:xfrm>
            <a:off x="231840" y="3102480"/>
            <a:ext cx="4356360" cy="351720"/>
          </a:xfrm>
          <a:custGeom>
            <a:avLst/>
            <a:gdLst>
              <a:gd name="textAreaLeft" fmla="*/ 0 w 4356360"/>
              <a:gd name="textAreaRight" fmla="*/ 4356720 w 4356360"/>
              <a:gd name="textAreaTop" fmla="*/ 0 h 351720"/>
              <a:gd name="textAreaBottom" fmla="*/ 352080 h 351720"/>
            </a:gdLst>
            <a:ahLst/>
            <a:cxnLst/>
            <a:rect l="textAreaLeft" t="textAreaTop" r="textAreaRight" b="textAreaBottom"/>
            <a:pathLst>
              <a:path w="268344" h="21681">
                <a:moveTo>
                  <a:pt x="15343" y="0"/>
                </a:moveTo>
                <a:cubicBezTo>
                  <a:pt x="6870" y="0"/>
                  <a:pt x="1" y="9707"/>
                  <a:pt x="1" y="21680"/>
                </a:cubicBezTo>
                <a:lnTo>
                  <a:pt x="268344" y="21680"/>
                </a:lnTo>
                <a:cubicBezTo>
                  <a:pt x="268344" y="9707"/>
                  <a:pt x="261473" y="0"/>
                  <a:pt x="25300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4" name="Google Shape;378;p 2"/>
          <p:cNvSpPr/>
          <p:nvPr/>
        </p:nvSpPr>
        <p:spPr>
          <a:xfrm>
            <a:off x="1747080" y="2217240"/>
            <a:ext cx="351000" cy="1045080"/>
          </a:xfrm>
          <a:custGeom>
            <a:avLst/>
            <a:gdLst>
              <a:gd name="textAreaLeft" fmla="*/ 0 w 351000"/>
              <a:gd name="textAreaRight" fmla="*/ 351360 w 351000"/>
              <a:gd name="textAreaTop" fmla="*/ 0 h 1045080"/>
              <a:gd name="textAreaBottom" fmla="*/ 1045440 h 1045080"/>
            </a:gdLst>
            <a:ahLst/>
            <a:cxnLst/>
            <a:rect l="textAreaLeft" t="textAreaTop" r="textAreaRight" b="textAreaBottom"/>
            <a:pathLst>
              <a:path w="21650" h="64401">
                <a:moveTo>
                  <a:pt x="1145" y="1"/>
                </a:moveTo>
                <a:cubicBezTo>
                  <a:pt x="513" y="1"/>
                  <a:pt x="0" y="513"/>
                  <a:pt x="0" y="1146"/>
                </a:cubicBezTo>
                <a:lnTo>
                  <a:pt x="0" y="64400"/>
                </a:lnTo>
                <a:lnTo>
                  <a:pt x="21648" y="64400"/>
                </a:lnTo>
                <a:lnTo>
                  <a:pt x="21650" y="1146"/>
                </a:lnTo>
                <a:cubicBezTo>
                  <a:pt x="21650" y="513"/>
                  <a:pt x="21137" y="1"/>
                  <a:pt x="20505"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375" name="Google Shape;379;p 2"/>
          <p:cNvSpPr/>
          <p:nvPr/>
        </p:nvSpPr>
        <p:spPr>
          <a:xfrm>
            <a:off x="1785600" y="2264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0"/>
                </a:moveTo>
                <a:cubicBezTo>
                  <a:pt x="821" y="0"/>
                  <a:pt x="1" y="821"/>
                  <a:pt x="1" y="1841"/>
                </a:cubicBezTo>
                <a:lnTo>
                  <a:pt x="1" y="1842"/>
                </a:lnTo>
                <a:cubicBezTo>
                  <a:pt x="1" y="2862"/>
                  <a:pt x="821" y="3683"/>
                  <a:pt x="1841" y="3683"/>
                </a:cubicBezTo>
                <a:lnTo>
                  <a:pt x="1843" y="3683"/>
                </a:lnTo>
                <a:cubicBezTo>
                  <a:pt x="2863" y="3683"/>
                  <a:pt x="3683" y="2862"/>
                  <a:pt x="3683" y="1842"/>
                </a:cubicBezTo>
                <a:lnTo>
                  <a:pt x="3683" y="1841"/>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376" name="Google Shape;380;p 2"/>
          <p:cNvSpPr/>
          <p:nvPr/>
        </p:nvSpPr>
        <p:spPr>
          <a:xfrm>
            <a:off x="1078560" y="2012760"/>
            <a:ext cx="55080" cy="220680"/>
          </a:xfrm>
          <a:custGeom>
            <a:avLst/>
            <a:gdLst>
              <a:gd name="textAreaLeft" fmla="*/ 0 w 55080"/>
              <a:gd name="textAreaRight" fmla="*/ 55440 w 55080"/>
              <a:gd name="textAreaTop" fmla="*/ 0 h 220680"/>
              <a:gd name="textAreaBottom" fmla="*/ 221040 h 220680"/>
            </a:gdLst>
            <a:ahLst/>
            <a:cxnLst/>
            <a:rect l="textAreaLeft" t="textAreaTop" r="textAreaRight" b="textAreaBottom"/>
            <a:pathLst>
              <a:path w="1748" h="6988">
                <a:moveTo>
                  <a:pt x="874" y="0"/>
                </a:moveTo>
                <a:cubicBezTo>
                  <a:pt x="404" y="0"/>
                  <a:pt x="19" y="376"/>
                  <a:pt x="0" y="845"/>
                </a:cubicBezTo>
                <a:lnTo>
                  <a:pt x="0" y="6105"/>
                </a:lnTo>
                <a:cubicBezTo>
                  <a:pt x="0" y="6593"/>
                  <a:pt x="395" y="6988"/>
                  <a:pt x="874" y="6988"/>
                </a:cubicBezTo>
                <a:cubicBezTo>
                  <a:pt x="1362" y="6978"/>
                  <a:pt x="1747" y="6593"/>
                  <a:pt x="1747" y="6105"/>
                </a:cubicBezTo>
                <a:lnTo>
                  <a:pt x="1747" y="845"/>
                </a:lnTo>
                <a:cubicBezTo>
                  <a:pt x="1738" y="376"/>
                  <a:pt x="1343" y="0"/>
                  <a:pt x="874"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7" name="Google Shape;381;p 2"/>
          <p:cNvSpPr/>
          <p:nvPr/>
        </p:nvSpPr>
        <p:spPr>
          <a:xfrm>
            <a:off x="966240" y="2204640"/>
            <a:ext cx="279360" cy="139680"/>
          </a:xfrm>
          <a:custGeom>
            <a:avLst/>
            <a:gdLst>
              <a:gd name="textAreaLeft" fmla="*/ 0 w 279360"/>
              <a:gd name="textAreaRight" fmla="*/ 279720 w 279360"/>
              <a:gd name="textAreaTop" fmla="*/ 0 h 139680"/>
              <a:gd name="textAreaBottom" fmla="*/ 140040 h 139680"/>
            </a:gdLst>
            <a:ahLst/>
            <a:cxnLst/>
            <a:rect l="textAreaLeft" t="textAreaTop" r="textAreaRight" b="textAreaBottom"/>
            <a:pathLst>
              <a:path w="8848" h="4424">
                <a:moveTo>
                  <a:pt x="4424" y="0"/>
                </a:moveTo>
                <a:cubicBezTo>
                  <a:pt x="1982" y="0"/>
                  <a:pt x="0" y="1982"/>
                  <a:pt x="0" y="4424"/>
                </a:cubicBezTo>
                <a:lnTo>
                  <a:pt x="8847" y="4424"/>
                </a:lnTo>
                <a:cubicBezTo>
                  <a:pt x="8847" y="1982"/>
                  <a:pt x="6866" y="0"/>
                  <a:pt x="4424" y="0"/>
                </a:cubicBezTo>
                <a:close/>
              </a:path>
            </a:pathLst>
          </a:custGeom>
          <a:solidFill>
            <a:srgbClr val="FFE48D"/>
          </a:solidFill>
          <a:ln w="0">
            <a:noFill/>
          </a:ln>
        </p:spPr>
        <p:style>
          <a:lnRef idx="0">
            <a:scrgbClr r="0" g="0" b="0"/>
          </a:lnRef>
          <a:fillRef idx="0">
            <a:scrgbClr r="0" g="0" b="0"/>
          </a:fillRef>
          <a:effectRef idx="0">
            <a:scrgbClr r="0" g="0" b="0"/>
          </a:effectRef>
          <a:fontRef idx="minor"/>
        </p:style>
        <p:txBody>
          <a:bodyPr tIns="69840" bIns="69840" anchor="ctr">
            <a:noAutofit/>
          </a:bodyPr>
          <a:lstStyle/>
          <a:p>
            <a:endParaRPr lang="en-US" sz="1400" b="0" u="none" strike="noStrike">
              <a:solidFill>
                <a:srgbClr val="000000"/>
              </a:solidFill>
              <a:effectLst/>
              <a:uFillTx/>
              <a:latin typeface="Arial"/>
            </a:endParaRPr>
          </a:p>
        </p:txBody>
      </p:sp>
      <p:sp>
        <p:nvSpPr>
          <p:cNvPr id="378" name="Google Shape;382;p 2"/>
          <p:cNvSpPr/>
          <p:nvPr/>
        </p:nvSpPr>
        <p:spPr>
          <a:xfrm>
            <a:off x="939960" y="2331000"/>
            <a:ext cx="333000" cy="942120"/>
          </a:xfrm>
          <a:custGeom>
            <a:avLst/>
            <a:gdLst>
              <a:gd name="textAreaLeft" fmla="*/ 0 w 333000"/>
              <a:gd name="textAreaRight" fmla="*/ 333360 w 333000"/>
              <a:gd name="textAreaTop" fmla="*/ 0 h 942120"/>
              <a:gd name="textAreaBottom" fmla="*/ 942480 h 942120"/>
            </a:gdLst>
            <a:ahLst/>
            <a:cxnLst/>
            <a:rect l="textAreaLeft" t="textAreaTop" r="textAreaRight" b="textAreaBottom"/>
            <a:pathLst>
              <a:path w="10538" h="29802">
                <a:moveTo>
                  <a:pt x="883" y="1"/>
                </a:moveTo>
                <a:cubicBezTo>
                  <a:pt x="395" y="1"/>
                  <a:pt x="0" y="386"/>
                  <a:pt x="0" y="874"/>
                </a:cubicBezTo>
                <a:lnTo>
                  <a:pt x="0" y="29801"/>
                </a:lnTo>
                <a:lnTo>
                  <a:pt x="9712" y="29801"/>
                </a:lnTo>
                <a:cubicBezTo>
                  <a:pt x="10172" y="29773"/>
                  <a:pt x="10538" y="29388"/>
                  <a:pt x="10519" y="28918"/>
                </a:cubicBezTo>
                <a:lnTo>
                  <a:pt x="10519" y="874"/>
                </a:lnTo>
                <a:cubicBezTo>
                  <a:pt x="10519" y="386"/>
                  <a:pt x="10125" y="1"/>
                  <a:pt x="9646"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9" name="Google Shape;383;p 2"/>
          <p:cNvSpPr/>
          <p:nvPr/>
        </p:nvSpPr>
        <p:spPr>
          <a:xfrm>
            <a:off x="1023120" y="241488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8" h="3476">
                <a:moveTo>
                  <a:pt x="884" y="1"/>
                </a:moveTo>
                <a:cubicBezTo>
                  <a:pt x="405" y="1"/>
                  <a:pt x="20" y="367"/>
                  <a:pt x="1" y="846"/>
                </a:cubicBezTo>
                <a:lnTo>
                  <a:pt x="1" y="2602"/>
                </a:lnTo>
                <a:cubicBezTo>
                  <a:pt x="1" y="3081"/>
                  <a:pt x="395" y="3476"/>
                  <a:pt x="884" y="3476"/>
                </a:cubicBezTo>
                <a:cubicBezTo>
                  <a:pt x="1363" y="3476"/>
                  <a:pt x="1757" y="3081"/>
                  <a:pt x="1757" y="2602"/>
                </a:cubicBezTo>
                <a:lnTo>
                  <a:pt x="1757" y="846"/>
                </a:lnTo>
                <a:cubicBezTo>
                  <a:pt x="1738" y="367"/>
                  <a:pt x="1353" y="1"/>
                  <a:pt x="88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380" name="Google Shape;384;p 2"/>
          <p:cNvSpPr/>
          <p:nvPr/>
        </p:nvSpPr>
        <p:spPr>
          <a:xfrm>
            <a:off x="3363840" y="2538360"/>
            <a:ext cx="439200" cy="718920"/>
          </a:xfrm>
          <a:custGeom>
            <a:avLst/>
            <a:gdLst>
              <a:gd name="textAreaLeft" fmla="*/ 0 w 439200"/>
              <a:gd name="textAreaRight" fmla="*/ 439560 w 439200"/>
              <a:gd name="textAreaTop" fmla="*/ 0 h 718920"/>
              <a:gd name="textAreaBottom" fmla="*/ 719280 h 718920"/>
            </a:gdLst>
            <a:ahLst/>
            <a:cxnLst/>
            <a:rect l="textAreaLeft" t="textAreaTop" r="textAreaRight" b="textAreaBottom"/>
            <a:pathLst>
              <a:path w="13150" h="18409">
                <a:moveTo>
                  <a:pt x="1" y="0"/>
                </a:moveTo>
                <a:lnTo>
                  <a:pt x="1" y="18408"/>
                </a:lnTo>
                <a:lnTo>
                  <a:pt x="12266" y="18408"/>
                </a:lnTo>
                <a:cubicBezTo>
                  <a:pt x="12755" y="18408"/>
                  <a:pt x="13149" y="18014"/>
                  <a:pt x="13149" y="17525"/>
                </a:cubicBezTo>
                <a:lnTo>
                  <a:pt x="13149" y="442"/>
                </a:lnTo>
                <a:lnTo>
                  <a:pt x="12745" y="0"/>
                </a:lnTo>
                <a:lnTo>
                  <a:pt x="2161" y="0"/>
                </a:lnTo>
                <a:lnTo>
                  <a:pt x="1757" y="442"/>
                </a:lnTo>
                <a:lnTo>
                  <a:pt x="1757"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81" name="Google Shape;385;p 2"/>
          <p:cNvSpPr/>
          <p:nvPr/>
        </p:nvSpPr>
        <p:spPr>
          <a:xfrm>
            <a:off x="3459600" y="2640960"/>
            <a:ext cx="102600" cy="68040"/>
          </a:xfrm>
          <a:custGeom>
            <a:avLst/>
            <a:gdLst>
              <a:gd name="textAreaLeft" fmla="*/ 0 w 102600"/>
              <a:gd name="textAreaRight" fmla="*/ 102960 w 102600"/>
              <a:gd name="textAreaTop" fmla="*/ 0 h 68040"/>
              <a:gd name="textAreaBottom" fmla="*/ 68400 h 68040"/>
            </a:gdLst>
            <a:ahLst/>
            <a:cxnLst/>
            <a:rect l="textAreaLeft" t="textAreaTop" r="textAreaRight" b="textAreaBottom"/>
            <a:pathLst>
              <a:path w="2631" h="1749">
                <a:moveTo>
                  <a:pt x="878" y="0"/>
                </a:moveTo>
                <a:cubicBezTo>
                  <a:pt x="395" y="0"/>
                  <a:pt x="1" y="388"/>
                  <a:pt x="1" y="874"/>
                </a:cubicBezTo>
                <a:cubicBezTo>
                  <a:pt x="1" y="1361"/>
                  <a:pt x="395" y="1748"/>
                  <a:pt x="878" y="1748"/>
                </a:cubicBezTo>
                <a:cubicBezTo>
                  <a:pt x="889" y="1748"/>
                  <a:pt x="901" y="1748"/>
                  <a:pt x="912" y="1748"/>
                </a:cubicBezTo>
                <a:lnTo>
                  <a:pt x="1785" y="1748"/>
                </a:lnTo>
                <a:cubicBezTo>
                  <a:pt x="2255" y="1738"/>
                  <a:pt x="2631" y="1344"/>
                  <a:pt x="2631" y="874"/>
                </a:cubicBezTo>
                <a:cubicBezTo>
                  <a:pt x="2631" y="405"/>
                  <a:pt x="2255" y="20"/>
                  <a:pt x="1785" y="1"/>
                </a:cubicBezTo>
                <a:lnTo>
                  <a:pt x="912" y="1"/>
                </a:lnTo>
                <a:cubicBezTo>
                  <a:pt x="901" y="0"/>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382" name="Google Shape;386;p 2"/>
          <p:cNvSpPr/>
          <p:nvPr/>
        </p:nvSpPr>
        <p:spPr>
          <a:xfrm>
            <a:off x="3459600" y="2778120"/>
            <a:ext cx="102600" cy="68400"/>
          </a:xfrm>
          <a:custGeom>
            <a:avLst/>
            <a:gdLst>
              <a:gd name="textAreaLeft" fmla="*/ 0 w 102600"/>
              <a:gd name="textAreaRight" fmla="*/ 102960 w 102600"/>
              <a:gd name="textAreaTop" fmla="*/ 0 h 68400"/>
              <a:gd name="textAreaBottom" fmla="*/ 68760 h 68400"/>
            </a:gdLst>
            <a:ahLst/>
            <a:cxnLst/>
            <a:rect l="textAreaLeft" t="textAreaTop" r="textAreaRight" b="textAreaBottom"/>
            <a:pathLst>
              <a:path w="2631" h="1758">
                <a:moveTo>
                  <a:pt x="878" y="0"/>
                </a:moveTo>
                <a:cubicBezTo>
                  <a:pt x="395" y="0"/>
                  <a:pt x="1" y="388"/>
                  <a:pt x="1" y="874"/>
                </a:cubicBezTo>
                <a:cubicBezTo>
                  <a:pt x="1" y="1361"/>
                  <a:pt x="396" y="1758"/>
                  <a:pt x="879" y="1758"/>
                </a:cubicBezTo>
                <a:cubicBezTo>
                  <a:pt x="890" y="1758"/>
                  <a:pt x="901" y="1758"/>
                  <a:pt x="912" y="1757"/>
                </a:cubicBezTo>
                <a:lnTo>
                  <a:pt x="1785" y="1757"/>
                </a:lnTo>
                <a:cubicBezTo>
                  <a:pt x="2255" y="1738"/>
                  <a:pt x="2631" y="1353"/>
                  <a:pt x="2631" y="874"/>
                </a:cubicBezTo>
                <a:cubicBezTo>
                  <a:pt x="2631" y="405"/>
                  <a:pt x="2255" y="20"/>
                  <a:pt x="1785" y="1"/>
                </a:cubicBezTo>
                <a:lnTo>
                  <a:pt x="912" y="1"/>
                </a:lnTo>
                <a:cubicBezTo>
                  <a:pt x="901" y="1"/>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383" name="Google Shape;387;p 2"/>
          <p:cNvSpPr/>
          <p:nvPr/>
        </p:nvSpPr>
        <p:spPr>
          <a:xfrm>
            <a:off x="3460680" y="2914920"/>
            <a:ext cx="102600" cy="68400"/>
          </a:xfrm>
          <a:custGeom>
            <a:avLst/>
            <a:gdLst>
              <a:gd name="textAreaLeft" fmla="*/ 0 w 102600"/>
              <a:gd name="textAreaRight" fmla="*/ 102960 w 102600"/>
              <a:gd name="textAreaTop" fmla="*/ 0 h 68400"/>
              <a:gd name="textAreaBottom" fmla="*/ 68760 h 68400"/>
            </a:gdLst>
            <a:ahLst/>
            <a:cxnLst/>
            <a:rect l="textAreaLeft" t="textAreaTop" r="textAreaRight" b="textAreaBottom"/>
            <a:pathLst>
              <a:path w="2630" h="1757">
                <a:moveTo>
                  <a:pt x="883" y="0"/>
                </a:moveTo>
                <a:cubicBezTo>
                  <a:pt x="395" y="0"/>
                  <a:pt x="0" y="395"/>
                  <a:pt x="0" y="883"/>
                </a:cubicBezTo>
                <a:cubicBezTo>
                  <a:pt x="0" y="1362"/>
                  <a:pt x="395" y="1756"/>
                  <a:pt x="883" y="1756"/>
                </a:cubicBezTo>
                <a:lnTo>
                  <a:pt x="1756" y="1756"/>
                </a:lnTo>
                <a:cubicBezTo>
                  <a:pt x="2245" y="1756"/>
                  <a:pt x="2630" y="1362"/>
                  <a:pt x="2630" y="883"/>
                </a:cubicBezTo>
                <a:cubicBezTo>
                  <a:pt x="2630" y="395"/>
                  <a:pt x="2245" y="0"/>
                  <a:pt x="175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384" name="Google Shape;388;p 2"/>
          <p:cNvSpPr/>
          <p:nvPr/>
        </p:nvSpPr>
        <p:spPr>
          <a:xfrm>
            <a:off x="3459600" y="3052080"/>
            <a:ext cx="102600" cy="68040"/>
          </a:xfrm>
          <a:custGeom>
            <a:avLst/>
            <a:gdLst>
              <a:gd name="textAreaLeft" fmla="*/ 0 w 102600"/>
              <a:gd name="textAreaRight" fmla="*/ 102960 w 102600"/>
              <a:gd name="textAreaTop" fmla="*/ 0 h 68040"/>
              <a:gd name="textAreaBottom" fmla="*/ 68400 h 68040"/>
            </a:gdLst>
            <a:ahLst/>
            <a:cxnLst/>
            <a:rect l="textAreaLeft" t="textAreaTop" r="textAreaRight" b="textAreaBottom"/>
            <a:pathLst>
              <a:path w="2631" h="1749">
                <a:moveTo>
                  <a:pt x="878" y="0"/>
                </a:moveTo>
                <a:cubicBezTo>
                  <a:pt x="395" y="0"/>
                  <a:pt x="1" y="388"/>
                  <a:pt x="1" y="874"/>
                </a:cubicBezTo>
                <a:cubicBezTo>
                  <a:pt x="1" y="1361"/>
                  <a:pt x="395" y="1748"/>
                  <a:pt x="878" y="1748"/>
                </a:cubicBezTo>
                <a:cubicBezTo>
                  <a:pt x="889" y="1748"/>
                  <a:pt x="901" y="1748"/>
                  <a:pt x="912" y="1748"/>
                </a:cubicBezTo>
                <a:lnTo>
                  <a:pt x="1785" y="1748"/>
                </a:lnTo>
                <a:cubicBezTo>
                  <a:pt x="2255" y="1729"/>
                  <a:pt x="2631" y="1344"/>
                  <a:pt x="2631" y="874"/>
                </a:cubicBezTo>
                <a:cubicBezTo>
                  <a:pt x="2631" y="405"/>
                  <a:pt x="2255" y="10"/>
                  <a:pt x="1785" y="1"/>
                </a:cubicBezTo>
                <a:lnTo>
                  <a:pt x="912" y="1"/>
                </a:lnTo>
                <a:cubicBezTo>
                  <a:pt x="901" y="0"/>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385" name="Google Shape;389;p 2"/>
          <p:cNvSpPr/>
          <p:nvPr/>
        </p:nvSpPr>
        <p:spPr>
          <a:xfrm>
            <a:off x="3632040" y="2641320"/>
            <a:ext cx="70560" cy="67680"/>
          </a:xfrm>
          <a:custGeom>
            <a:avLst/>
            <a:gdLst>
              <a:gd name="textAreaLeft" fmla="*/ 0 w 70560"/>
              <a:gd name="textAreaRight" fmla="*/ 70920 w 70560"/>
              <a:gd name="textAreaTop" fmla="*/ 0 h 67680"/>
              <a:gd name="textAreaBottom" fmla="*/ 68040 h 67680"/>
            </a:gdLst>
            <a:ahLst/>
            <a:cxnLst/>
            <a:rect l="textAreaLeft" t="textAreaTop" r="textAreaRight" b="textAreaBottom"/>
            <a:pathLst>
              <a:path w="1813" h="1741">
                <a:moveTo>
                  <a:pt x="875" y="1"/>
                </a:moveTo>
                <a:cubicBezTo>
                  <a:pt x="651" y="1"/>
                  <a:pt x="428" y="83"/>
                  <a:pt x="254" y="247"/>
                </a:cubicBezTo>
                <a:cubicBezTo>
                  <a:pt x="169" y="332"/>
                  <a:pt x="113" y="426"/>
                  <a:pt x="66" y="539"/>
                </a:cubicBezTo>
                <a:cubicBezTo>
                  <a:pt x="28" y="642"/>
                  <a:pt x="0" y="755"/>
                  <a:pt x="0" y="867"/>
                </a:cubicBezTo>
                <a:cubicBezTo>
                  <a:pt x="0" y="1102"/>
                  <a:pt x="94" y="1327"/>
                  <a:pt x="254" y="1487"/>
                </a:cubicBezTo>
                <a:cubicBezTo>
                  <a:pt x="338" y="1572"/>
                  <a:pt x="432" y="1628"/>
                  <a:pt x="545" y="1675"/>
                </a:cubicBezTo>
                <a:cubicBezTo>
                  <a:pt x="648" y="1722"/>
                  <a:pt x="761" y="1741"/>
                  <a:pt x="874" y="1741"/>
                </a:cubicBezTo>
                <a:cubicBezTo>
                  <a:pt x="1108" y="1741"/>
                  <a:pt x="1334" y="1647"/>
                  <a:pt x="1503" y="1487"/>
                </a:cubicBezTo>
                <a:cubicBezTo>
                  <a:pt x="1578" y="1403"/>
                  <a:pt x="1634" y="1309"/>
                  <a:pt x="1681" y="1205"/>
                </a:cubicBezTo>
                <a:cubicBezTo>
                  <a:pt x="1813" y="877"/>
                  <a:pt x="1738" y="501"/>
                  <a:pt x="1503" y="247"/>
                </a:cubicBezTo>
                <a:cubicBezTo>
                  <a:pt x="1324" y="83"/>
                  <a:pt x="1099" y="1"/>
                  <a:pt x="87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3840" bIns="33840" anchor="ctr">
            <a:noAutofit/>
          </a:bodyPr>
          <a:lstStyle/>
          <a:p>
            <a:endParaRPr lang="en-US" sz="1400" b="0" u="none" strike="noStrike">
              <a:solidFill>
                <a:srgbClr val="FFFFFF"/>
              </a:solidFill>
              <a:effectLst/>
              <a:uFillTx/>
              <a:latin typeface="Arial"/>
            </a:endParaRPr>
          </a:p>
        </p:txBody>
      </p:sp>
      <p:sp>
        <p:nvSpPr>
          <p:cNvPr id="386" name="Google Shape;390;p 2"/>
          <p:cNvSpPr/>
          <p:nvPr/>
        </p:nvSpPr>
        <p:spPr>
          <a:xfrm>
            <a:off x="3632040" y="277776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1757" h="1760">
                <a:moveTo>
                  <a:pt x="863" y="1"/>
                </a:moveTo>
                <a:cubicBezTo>
                  <a:pt x="516" y="1"/>
                  <a:pt x="193" y="213"/>
                  <a:pt x="66" y="548"/>
                </a:cubicBezTo>
                <a:cubicBezTo>
                  <a:pt x="28" y="651"/>
                  <a:pt x="0" y="764"/>
                  <a:pt x="0" y="876"/>
                </a:cubicBezTo>
                <a:cubicBezTo>
                  <a:pt x="0" y="942"/>
                  <a:pt x="10" y="999"/>
                  <a:pt x="19" y="1055"/>
                </a:cubicBezTo>
                <a:cubicBezTo>
                  <a:pt x="28" y="1111"/>
                  <a:pt x="47" y="1168"/>
                  <a:pt x="66" y="1215"/>
                </a:cubicBezTo>
                <a:cubicBezTo>
                  <a:pt x="85" y="1271"/>
                  <a:pt x="113" y="1318"/>
                  <a:pt x="150" y="1374"/>
                </a:cubicBezTo>
                <a:lnTo>
                  <a:pt x="254" y="1506"/>
                </a:lnTo>
                <a:cubicBezTo>
                  <a:pt x="423" y="1665"/>
                  <a:pt x="648" y="1750"/>
                  <a:pt x="874" y="1759"/>
                </a:cubicBezTo>
                <a:cubicBezTo>
                  <a:pt x="930" y="1759"/>
                  <a:pt x="996" y="1750"/>
                  <a:pt x="1052" y="1740"/>
                </a:cubicBezTo>
                <a:cubicBezTo>
                  <a:pt x="1108" y="1731"/>
                  <a:pt x="1155" y="1712"/>
                  <a:pt x="1212" y="1684"/>
                </a:cubicBezTo>
                <a:cubicBezTo>
                  <a:pt x="1268" y="1665"/>
                  <a:pt x="1315" y="1637"/>
                  <a:pt x="1371" y="1609"/>
                </a:cubicBezTo>
                <a:lnTo>
                  <a:pt x="1503" y="1506"/>
                </a:lnTo>
                <a:lnTo>
                  <a:pt x="1606" y="1374"/>
                </a:lnTo>
                <a:cubicBezTo>
                  <a:pt x="1634" y="1318"/>
                  <a:pt x="1663" y="1271"/>
                  <a:pt x="1681" y="1215"/>
                </a:cubicBezTo>
                <a:cubicBezTo>
                  <a:pt x="1710" y="1168"/>
                  <a:pt x="1728" y="1111"/>
                  <a:pt x="1738" y="1055"/>
                </a:cubicBezTo>
                <a:cubicBezTo>
                  <a:pt x="1747" y="999"/>
                  <a:pt x="1747" y="942"/>
                  <a:pt x="1756" y="876"/>
                </a:cubicBezTo>
                <a:cubicBezTo>
                  <a:pt x="1747" y="651"/>
                  <a:pt x="1663" y="426"/>
                  <a:pt x="1503" y="257"/>
                </a:cubicBezTo>
                <a:cubicBezTo>
                  <a:pt x="1456" y="219"/>
                  <a:pt x="1409" y="181"/>
                  <a:pt x="1371" y="153"/>
                </a:cubicBezTo>
                <a:cubicBezTo>
                  <a:pt x="1315" y="116"/>
                  <a:pt x="1268" y="97"/>
                  <a:pt x="1212" y="78"/>
                </a:cubicBezTo>
                <a:cubicBezTo>
                  <a:pt x="1155" y="50"/>
                  <a:pt x="1108" y="31"/>
                  <a:pt x="1052" y="22"/>
                </a:cubicBezTo>
                <a:cubicBezTo>
                  <a:pt x="989" y="7"/>
                  <a:pt x="926" y="1"/>
                  <a:pt x="86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387" name="Google Shape;391;p 2"/>
          <p:cNvSpPr/>
          <p:nvPr/>
        </p:nvSpPr>
        <p:spPr>
          <a:xfrm>
            <a:off x="3620160" y="2914920"/>
            <a:ext cx="91800" cy="68400"/>
          </a:xfrm>
          <a:custGeom>
            <a:avLst/>
            <a:gdLst>
              <a:gd name="textAreaLeft" fmla="*/ 0 w 91800"/>
              <a:gd name="textAreaRight" fmla="*/ 92160 w 91800"/>
              <a:gd name="textAreaTop" fmla="*/ 0 h 68400"/>
              <a:gd name="textAreaBottom" fmla="*/ 68760 h 68400"/>
            </a:gdLst>
            <a:ahLst/>
            <a:cxnLst/>
            <a:rect l="textAreaLeft" t="textAreaTop" r="textAreaRight" b="textAreaBottom"/>
            <a:pathLst>
              <a:path w="2356" h="1756">
                <a:moveTo>
                  <a:pt x="1176" y="1"/>
                </a:moveTo>
                <a:cubicBezTo>
                  <a:pt x="944" y="1"/>
                  <a:pt x="720" y="88"/>
                  <a:pt x="555" y="253"/>
                </a:cubicBezTo>
                <a:cubicBezTo>
                  <a:pt x="1" y="807"/>
                  <a:pt x="395" y="1755"/>
                  <a:pt x="1175" y="1755"/>
                </a:cubicBezTo>
                <a:cubicBezTo>
                  <a:pt x="1178" y="1755"/>
                  <a:pt x="1182" y="1756"/>
                  <a:pt x="1186" y="1756"/>
                </a:cubicBezTo>
                <a:cubicBezTo>
                  <a:pt x="1967" y="1756"/>
                  <a:pt x="2355" y="804"/>
                  <a:pt x="1804" y="262"/>
                </a:cubicBezTo>
                <a:cubicBezTo>
                  <a:pt x="1757" y="225"/>
                  <a:pt x="1710" y="187"/>
                  <a:pt x="1672" y="149"/>
                </a:cubicBezTo>
                <a:cubicBezTo>
                  <a:pt x="1616" y="121"/>
                  <a:pt x="1569" y="93"/>
                  <a:pt x="1513" y="74"/>
                </a:cubicBezTo>
                <a:cubicBezTo>
                  <a:pt x="1456" y="46"/>
                  <a:pt x="1409" y="27"/>
                  <a:pt x="1353" y="18"/>
                </a:cubicBezTo>
                <a:cubicBezTo>
                  <a:pt x="1294" y="7"/>
                  <a:pt x="1235" y="1"/>
                  <a:pt x="117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388" name="Google Shape;392;p 2"/>
          <p:cNvSpPr/>
          <p:nvPr/>
        </p:nvSpPr>
        <p:spPr>
          <a:xfrm>
            <a:off x="3619440" y="3052440"/>
            <a:ext cx="93600" cy="67680"/>
          </a:xfrm>
          <a:custGeom>
            <a:avLst/>
            <a:gdLst>
              <a:gd name="textAreaLeft" fmla="*/ 0 w 93600"/>
              <a:gd name="textAreaRight" fmla="*/ 93960 w 93600"/>
              <a:gd name="textAreaTop" fmla="*/ 0 h 67680"/>
              <a:gd name="textAreaBottom" fmla="*/ 68040 h 67680"/>
            </a:gdLst>
            <a:ahLst/>
            <a:cxnLst/>
            <a:rect l="textAreaLeft" t="textAreaTop" r="textAreaRight" b="textAreaBottom"/>
            <a:pathLst>
              <a:path w="2401" h="1742">
                <a:moveTo>
                  <a:pt x="1214" y="1"/>
                </a:moveTo>
                <a:cubicBezTo>
                  <a:pt x="1105" y="1"/>
                  <a:pt x="991" y="22"/>
                  <a:pt x="874" y="70"/>
                </a:cubicBezTo>
                <a:cubicBezTo>
                  <a:pt x="1" y="436"/>
                  <a:pt x="245" y="1732"/>
                  <a:pt x="1194" y="1742"/>
                </a:cubicBezTo>
                <a:cubicBezTo>
                  <a:pt x="1428" y="1742"/>
                  <a:pt x="1654" y="1648"/>
                  <a:pt x="1823" y="1488"/>
                </a:cubicBezTo>
                <a:cubicBezTo>
                  <a:pt x="2401" y="910"/>
                  <a:pt x="1921" y="1"/>
                  <a:pt x="121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3840" bIns="33840" anchor="ctr">
            <a:noAutofit/>
          </a:bodyPr>
          <a:lstStyle/>
          <a:p>
            <a:endParaRPr lang="en-US" sz="1400" b="0" u="none" strike="noStrike">
              <a:solidFill>
                <a:srgbClr val="FFFFFF"/>
              </a:solidFill>
              <a:effectLst/>
              <a:uFillTx/>
              <a:latin typeface="Arial"/>
            </a:endParaRPr>
          </a:p>
        </p:txBody>
      </p:sp>
      <p:sp>
        <p:nvSpPr>
          <p:cNvPr id="389" name="Google Shape;393;p 2"/>
          <p:cNvSpPr/>
          <p:nvPr/>
        </p:nvSpPr>
        <p:spPr>
          <a:xfrm>
            <a:off x="3358080" y="2418840"/>
            <a:ext cx="444960" cy="136440"/>
          </a:xfrm>
          <a:custGeom>
            <a:avLst/>
            <a:gdLst>
              <a:gd name="textAreaLeft" fmla="*/ 0 w 444960"/>
              <a:gd name="textAreaRight" fmla="*/ 445320 w 444960"/>
              <a:gd name="textAreaTop" fmla="*/ 0 h 136440"/>
              <a:gd name="textAreaBottom" fmla="*/ 136800 h 136440"/>
            </a:gdLst>
            <a:ahLst/>
            <a:cxnLst/>
            <a:rect l="textAreaLeft" t="textAreaTop" r="textAreaRight" b="textAreaBottom"/>
            <a:pathLst>
              <a:path w="11394" h="3504">
                <a:moveTo>
                  <a:pt x="3927" y="0"/>
                </a:moveTo>
                <a:cubicBezTo>
                  <a:pt x="3495" y="0"/>
                  <a:pt x="3081" y="179"/>
                  <a:pt x="2781" y="498"/>
                </a:cubicBezTo>
                <a:lnTo>
                  <a:pt x="405" y="3062"/>
                </a:lnTo>
                <a:lnTo>
                  <a:pt x="1" y="3504"/>
                </a:lnTo>
                <a:lnTo>
                  <a:pt x="11393" y="3504"/>
                </a:lnTo>
                <a:lnTo>
                  <a:pt x="10989" y="3062"/>
                </a:lnTo>
                <a:lnTo>
                  <a:pt x="8613" y="517"/>
                </a:lnTo>
                <a:cubicBezTo>
                  <a:pt x="8322" y="188"/>
                  <a:pt x="7899" y="0"/>
                  <a:pt x="7458" y="0"/>
                </a:cubicBezTo>
                <a:close/>
              </a:path>
            </a:pathLst>
          </a:custGeom>
          <a:solidFill>
            <a:srgbClr val="9AD7D2"/>
          </a:solidFill>
          <a:ln w="0">
            <a:noFill/>
          </a:ln>
        </p:spPr>
        <p:style>
          <a:lnRef idx="0">
            <a:scrgbClr r="0" g="0" b="0"/>
          </a:lnRef>
          <a:fillRef idx="0">
            <a:scrgbClr r="0" g="0" b="0"/>
          </a:fillRef>
          <a:effectRef idx="0">
            <a:scrgbClr r="0" g="0" b="0"/>
          </a:effectRef>
          <a:fontRef idx="minor"/>
        </p:style>
        <p:txBody>
          <a:bodyPr tIns="68400" bIns="68400" anchor="ctr">
            <a:noAutofit/>
          </a:bodyPr>
          <a:lstStyle/>
          <a:p>
            <a:endParaRPr lang="en-US" sz="1400" b="0" u="none" strike="noStrike">
              <a:solidFill>
                <a:srgbClr val="000000"/>
              </a:solidFill>
              <a:effectLst/>
              <a:uFillTx/>
              <a:latin typeface="Arial"/>
            </a:endParaRPr>
          </a:p>
        </p:txBody>
      </p:sp>
      <p:sp>
        <p:nvSpPr>
          <p:cNvPr id="390" name="Google Shape;394;p 2"/>
          <p:cNvSpPr/>
          <p:nvPr/>
        </p:nvSpPr>
        <p:spPr>
          <a:xfrm>
            <a:off x="1134000" y="241488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7" h="3476">
                <a:moveTo>
                  <a:pt x="883" y="1"/>
                </a:moveTo>
                <a:cubicBezTo>
                  <a:pt x="413" y="1"/>
                  <a:pt x="19" y="367"/>
                  <a:pt x="10" y="846"/>
                </a:cubicBezTo>
                <a:lnTo>
                  <a:pt x="10" y="2602"/>
                </a:lnTo>
                <a:cubicBezTo>
                  <a:pt x="0" y="3081"/>
                  <a:pt x="395" y="3476"/>
                  <a:pt x="883" y="3476"/>
                </a:cubicBezTo>
                <a:cubicBezTo>
                  <a:pt x="1362" y="3476"/>
                  <a:pt x="1756" y="3081"/>
                  <a:pt x="1756" y="2602"/>
                </a:cubicBezTo>
                <a:lnTo>
                  <a:pt x="1756" y="846"/>
                </a:lnTo>
                <a:cubicBezTo>
                  <a:pt x="1738" y="367"/>
                  <a:pt x="1353" y="1"/>
                  <a:pt x="88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391" name="Google Shape;395;p 2"/>
          <p:cNvSpPr/>
          <p:nvPr/>
        </p:nvSpPr>
        <p:spPr>
          <a:xfrm>
            <a:off x="1022400" y="2579400"/>
            <a:ext cx="56520" cy="111600"/>
          </a:xfrm>
          <a:custGeom>
            <a:avLst/>
            <a:gdLst>
              <a:gd name="textAreaLeft" fmla="*/ 0 w 56520"/>
              <a:gd name="textAreaRight" fmla="*/ 56880 w 56520"/>
              <a:gd name="textAreaTop" fmla="*/ 0 h 111600"/>
              <a:gd name="textAreaBottom" fmla="*/ 111960 h 111600"/>
            </a:gdLst>
            <a:ahLst/>
            <a:cxnLst/>
            <a:rect l="textAreaLeft" t="textAreaTop" r="textAreaRight" b="textAreaBottom"/>
            <a:pathLst>
              <a:path w="1795" h="3542">
                <a:moveTo>
                  <a:pt x="902" y="0"/>
                </a:moveTo>
                <a:cubicBezTo>
                  <a:pt x="404" y="0"/>
                  <a:pt x="0" y="414"/>
                  <a:pt x="19" y="911"/>
                </a:cubicBezTo>
                <a:lnTo>
                  <a:pt x="19" y="2668"/>
                </a:lnTo>
                <a:cubicBezTo>
                  <a:pt x="19" y="3147"/>
                  <a:pt x="413" y="3541"/>
                  <a:pt x="902" y="3541"/>
                </a:cubicBezTo>
                <a:cubicBezTo>
                  <a:pt x="1381" y="3541"/>
                  <a:pt x="1775" y="3147"/>
                  <a:pt x="1775" y="2668"/>
                </a:cubicBezTo>
                <a:lnTo>
                  <a:pt x="1775" y="911"/>
                </a:lnTo>
                <a:cubicBezTo>
                  <a:pt x="1794" y="414"/>
                  <a:pt x="1390" y="0"/>
                  <a:pt x="90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5800" bIns="55800" anchor="ctr">
            <a:noAutofit/>
          </a:bodyPr>
          <a:lstStyle/>
          <a:p>
            <a:endParaRPr lang="en-US" sz="1400" b="0" u="none" strike="noStrike">
              <a:solidFill>
                <a:srgbClr val="FFFFFF"/>
              </a:solidFill>
              <a:effectLst/>
              <a:uFillTx/>
              <a:latin typeface="Arial"/>
            </a:endParaRPr>
          </a:p>
        </p:txBody>
      </p:sp>
      <p:sp>
        <p:nvSpPr>
          <p:cNvPr id="392" name="Google Shape;396;p 2"/>
          <p:cNvSpPr/>
          <p:nvPr/>
        </p:nvSpPr>
        <p:spPr>
          <a:xfrm>
            <a:off x="1133640" y="2579400"/>
            <a:ext cx="56160" cy="111600"/>
          </a:xfrm>
          <a:custGeom>
            <a:avLst/>
            <a:gdLst>
              <a:gd name="textAreaLeft" fmla="*/ 0 w 56160"/>
              <a:gd name="textAreaRight" fmla="*/ 56520 w 56160"/>
              <a:gd name="textAreaTop" fmla="*/ 0 h 111600"/>
              <a:gd name="textAreaBottom" fmla="*/ 111960 h 111600"/>
            </a:gdLst>
            <a:ahLst/>
            <a:cxnLst/>
            <a:rect l="textAreaLeft" t="textAreaTop" r="textAreaRight" b="textAreaBottom"/>
            <a:pathLst>
              <a:path w="1786" h="3542">
                <a:moveTo>
                  <a:pt x="893" y="0"/>
                </a:moveTo>
                <a:cubicBezTo>
                  <a:pt x="395" y="0"/>
                  <a:pt x="1" y="414"/>
                  <a:pt x="20" y="911"/>
                </a:cubicBezTo>
                <a:lnTo>
                  <a:pt x="20" y="2668"/>
                </a:lnTo>
                <a:cubicBezTo>
                  <a:pt x="10" y="3147"/>
                  <a:pt x="405" y="3541"/>
                  <a:pt x="893" y="3541"/>
                </a:cubicBezTo>
                <a:cubicBezTo>
                  <a:pt x="1372" y="3541"/>
                  <a:pt x="1766" y="3147"/>
                  <a:pt x="1766" y="2668"/>
                </a:cubicBezTo>
                <a:lnTo>
                  <a:pt x="1766" y="911"/>
                </a:lnTo>
                <a:cubicBezTo>
                  <a:pt x="1785" y="414"/>
                  <a:pt x="1391" y="0"/>
                  <a:pt x="89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5800" bIns="55800" anchor="ctr">
            <a:noAutofit/>
          </a:bodyPr>
          <a:lstStyle/>
          <a:p>
            <a:endParaRPr lang="en-US" sz="1400" b="0" u="none" strike="noStrike">
              <a:solidFill>
                <a:srgbClr val="FFFFFF"/>
              </a:solidFill>
              <a:effectLst/>
              <a:uFillTx/>
              <a:latin typeface="Arial"/>
            </a:endParaRPr>
          </a:p>
        </p:txBody>
      </p:sp>
      <p:sp>
        <p:nvSpPr>
          <p:cNvPr id="393" name="Google Shape;397;p 2"/>
          <p:cNvSpPr/>
          <p:nvPr/>
        </p:nvSpPr>
        <p:spPr>
          <a:xfrm>
            <a:off x="1023120" y="274752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8" h="3476">
                <a:moveTo>
                  <a:pt x="884" y="1"/>
                </a:moveTo>
                <a:cubicBezTo>
                  <a:pt x="405" y="1"/>
                  <a:pt x="20" y="376"/>
                  <a:pt x="1" y="846"/>
                </a:cubicBezTo>
                <a:lnTo>
                  <a:pt x="1" y="2593"/>
                </a:lnTo>
                <a:cubicBezTo>
                  <a:pt x="1" y="3081"/>
                  <a:pt x="395" y="3466"/>
                  <a:pt x="884" y="3476"/>
                </a:cubicBezTo>
                <a:cubicBezTo>
                  <a:pt x="1363" y="3476"/>
                  <a:pt x="1757" y="3081"/>
                  <a:pt x="1757" y="2593"/>
                </a:cubicBezTo>
                <a:lnTo>
                  <a:pt x="1757" y="846"/>
                </a:lnTo>
                <a:cubicBezTo>
                  <a:pt x="1738" y="376"/>
                  <a:pt x="1353" y="1"/>
                  <a:pt x="88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394" name="Google Shape;398;p 2"/>
          <p:cNvSpPr/>
          <p:nvPr/>
        </p:nvSpPr>
        <p:spPr>
          <a:xfrm>
            <a:off x="1134000" y="274752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48" h="3476">
                <a:moveTo>
                  <a:pt x="874" y="1"/>
                </a:moveTo>
                <a:cubicBezTo>
                  <a:pt x="404" y="1"/>
                  <a:pt x="10" y="376"/>
                  <a:pt x="1" y="846"/>
                </a:cubicBezTo>
                <a:lnTo>
                  <a:pt x="1" y="2593"/>
                </a:lnTo>
                <a:cubicBezTo>
                  <a:pt x="1" y="3081"/>
                  <a:pt x="386" y="3476"/>
                  <a:pt x="874" y="3476"/>
                </a:cubicBezTo>
                <a:cubicBezTo>
                  <a:pt x="1353" y="3466"/>
                  <a:pt x="1747" y="3081"/>
                  <a:pt x="1747" y="2593"/>
                </a:cubicBezTo>
                <a:lnTo>
                  <a:pt x="1747" y="846"/>
                </a:lnTo>
                <a:cubicBezTo>
                  <a:pt x="1729" y="376"/>
                  <a:pt x="1344" y="1"/>
                  <a:pt x="8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395" name="Google Shape;399;p 2"/>
          <p:cNvSpPr/>
          <p:nvPr/>
        </p:nvSpPr>
        <p:spPr>
          <a:xfrm>
            <a:off x="1023120" y="291384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8" h="3475">
                <a:moveTo>
                  <a:pt x="884" y="0"/>
                </a:moveTo>
                <a:cubicBezTo>
                  <a:pt x="405" y="0"/>
                  <a:pt x="20" y="366"/>
                  <a:pt x="1" y="845"/>
                </a:cubicBezTo>
                <a:lnTo>
                  <a:pt x="1" y="2592"/>
                </a:lnTo>
                <a:cubicBezTo>
                  <a:pt x="1" y="3081"/>
                  <a:pt x="395" y="3475"/>
                  <a:pt x="884" y="3475"/>
                </a:cubicBezTo>
                <a:cubicBezTo>
                  <a:pt x="1363" y="3475"/>
                  <a:pt x="1757" y="3081"/>
                  <a:pt x="1757" y="2592"/>
                </a:cubicBezTo>
                <a:lnTo>
                  <a:pt x="1757" y="845"/>
                </a:lnTo>
                <a:cubicBezTo>
                  <a:pt x="1738" y="366"/>
                  <a:pt x="1353" y="0"/>
                  <a:pt x="88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396" name="Google Shape;400;p 2"/>
          <p:cNvSpPr/>
          <p:nvPr/>
        </p:nvSpPr>
        <p:spPr>
          <a:xfrm>
            <a:off x="1134000" y="291384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7" h="3475">
                <a:moveTo>
                  <a:pt x="883" y="0"/>
                </a:moveTo>
                <a:cubicBezTo>
                  <a:pt x="413" y="0"/>
                  <a:pt x="19" y="366"/>
                  <a:pt x="10" y="845"/>
                </a:cubicBezTo>
                <a:lnTo>
                  <a:pt x="10" y="2592"/>
                </a:lnTo>
                <a:cubicBezTo>
                  <a:pt x="0" y="3081"/>
                  <a:pt x="395" y="3475"/>
                  <a:pt x="883" y="3475"/>
                </a:cubicBezTo>
                <a:cubicBezTo>
                  <a:pt x="1362" y="3475"/>
                  <a:pt x="1756" y="3081"/>
                  <a:pt x="1756" y="2592"/>
                </a:cubicBezTo>
                <a:lnTo>
                  <a:pt x="1756" y="845"/>
                </a:lnTo>
                <a:cubicBezTo>
                  <a:pt x="1738" y="366"/>
                  <a:pt x="1353" y="0"/>
                  <a:pt x="88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397" name="Google Shape;401;p 2"/>
          <p:cNvSpPr/>
          <p:nvPr/>
        </p:nvSpPr>
        <p:spPr>
          <a:xfrm>
            <a:off x="1022400" y="3078360"/>
            <a:ext cx="56520" cy="111600"/>
          </a:xfrm>
          <a:custGeom>
            <a:avLst/>
            <a:gdLst>
              <a:gd name="textAreaLeft" fmla="*/ 0 w 56520"/>
              <a:gd name="textAreaRight" fmla="*/ 56880 w 56520"/>
              <a:gd name="textAreaTop" fmla="*/ 0 h 111600"/>
              <a:gd name="textAreaBottom" fmla="*/ 111960 h 111600"/>
            </a:gdLst>
            <a:ahLst/>
            <a:cxnLst/>
            <a:rect l="textAreaLeft" t="textAreaTop" r="textAreaRight" b="textAreaBottom"/>
            <a:pathLst>
              <a:path w="1795" h="3542">
                <a:moveTo>
                  <a:pt x="902" y="1"/>
                </a:moveTo>
                <a:cubicBezTo>
                  <a:pt x="404" y="1"/>
                  <a:pt x="0" y="414"/>
                  <a:pt x="19" y="912"/>
                </a:cubicBezTo>
                <a:lnTo>
                  <a:pt x="19" y="2659"/>
                </a:lnTo>
                <a:cubicBezTo>
                  <a:pt x="19" y="3147"/>
                  <a:pt x="413" y="3541"/>
                  <a:pt x="902" y="3541"/>
                </a:cubicBezTo>
                <a:cubicBezTo>
                  <a:pt x="1381" y="3541"/>
                  <a:pt x="1775" y="3147"/>
                  <a:pt x="1775" y="2659"/>
                </a:cubicBezTo>
                <a:lnTo>
                  <a:pt x="1775" y="912"/>
                </a:lnTo>
                <a:cubicBezTo>
                  <a:pt x="1794" y="414"/>
                  <a:pt x="1390" y="1"/>
                  <a:pt x="90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5800" bIns="55800" anchor="ctr">
            <a:noAutofit/>
          </a:bodyPr>
          <a:lstStyle/>
          <a:p>
            <a:endParaRPr lang="en-US" sz="1400" b="0" u="none" strike="noStrike">
              <a:solidFill>
                <a:srgbClr val="FFFFFF"/>
              </a:solidFill>
              <a:effectLst/>
              <a:uFillTx/>
              <a:latin typeface="Arial"/>
            </a:endParaRPr>
          </a:p>
        </p:txBody>
      </p:sp>
      <p:sp>
        <p:nvSpPr>
          <p:cNvPr id="398" name="Google Shape;402;p 2"/>
          <p:cNvSpPr/>
          <p:nvPr/>
        </p:nvSpPr>
        <p:spPr>
          <a:xfrm>
            <a:off x="1133640" y="3078360"/>
            <a:ext cx="56160" cy="111600"/>
          </a:xfrm>
          <a:custGeom>
            <a:avLst/>
            <a:gdLst>
              <a:gd name="textAreaLeft" fmla="*/ 0 w 56160"/>
              <a:gd name="textAreaRight" fmla="*/ 56520 w 56160"/>
              <a:gd name="textAreaTop" fmla="*/ 0 h 111600"/>
              <a:gd name="textAreaBottom" fmla="*/ 111960 h 111600"/>
            </a:gdLst>
            <a:ahLst/>
            <a:cxnLst/>
            <a:rect l="textAreaLeft" t="textAreaTop" r="textAreaRight" b="textAreaBottom"/>
            <a:pathLst>
              <a:path w="1786" h="3542">
                <a:moveTo>
                  <a:pt x="893" y="1"/>
                </a:moveTo>
                <a:cubicBezTo>
                  <a:pt x="395" y="1"/>
                  <a:pt x="1" y="414"/>
                  <a:pt x="20" y="912"/>
                </a:cubicBezTo>
                <a:lnTo>
                  <a:pt x="20" y="2659"/>
                </a:lnTo>
                <a:cubicBezTo>
                  <a:pt x="10" y="3147"/>
                  <a:pt x="405" y="3541"/>
                  <a:pt x="893" y="3541"/>
                </a:cubicBezTo>
                <a:cubicBezTo>
                  <a:pt x="1372" y="3541"/>
                  <a:pt x="1766" y="3147"/>
                  <a:pt x="1766" y="2659"/>
                </a:cubicBezTo>
                <a:lnTo>
                  <a:pt x="1766" y="912"/>
                </a:lnTo>
                <a:cubicBezTo>
                  <a:pt x="1785" y="414"/>
                  <a:pt x="1391" y="1"/>
                  <a:pt x="89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5800" bIns="55800" anchor="ctr">
            <a:noAutofit/>
          </a:bodyPr>
          <a:lstStyle/>
          <a:p>
            <a:endParaRPr lang="en-US" sz="1400" b="0" u="none" strike="noStrike">
              <a:solidFill>
                <a:srgbClr val="FFFFFF"/>
              </a:solidFill>
              <a:effectLst/>
              <a:uFillTx/>
              <a:latin typeface="Arial"/>
            </a:endParaRPr>
          </a:p>
        </p:txBody>
      </p:sp>
      <p:sp>
        <p:nvSpPr>
          <p:cNvPr id="399" name="Google Shape;403;p 2"/>
          <p:cNvSpPr/>
          <p:nvPr/>
        </p:nvSpPr>
        <p:spPr>
          <a:xfrm>
            <a:off x="1892880" y="2264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0"/>
                </a:moveTo>
                <a:cubicBezTo>
                  <a:pt x="823" y="0"/>
                  <a:pt x="1" y="821"/>
                  <a:pt x="1" y="1841"/>
                </a:cubicBezTo>
                <a:lnTo>
                  <a:pt x="1" y="1842"/>
                </a:lnTo>
                <a:cubicBezTo>
                  <a:pt x="1" y="2862"/>
                  <a:pt x="823" y="3683"/>
                  <a:pt x="1843" y="3683"/>
                </a:cubicBezTo>
                <a:cubicBezTo>
                  <a:pt x="2863" y="3683"/>
                  <a:pt x="3684" y="2862"/>
                  <a:pt x="3684" y="1842"/>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00" name="Google Shape;404;p 2"/>
          <p:cNvSpPr/>
          <p:nvPr/>
        </p:nvSpPr>
        <p:spPr>
          <a:xfrm>
            <a:off x="2000520" y="2264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0"/>
                </a:moveTo>
                <a:cubicBezTo>
                  <a:pt x="821" y="0"/>
                  <a:pt x="0" y="821"/>
                  <a:pt x="0" y="1841"/>
                </a:cubicBezTo>
                <a:lnTo>
                  <a:pt x="0" y="1842"/>
                </a:lnTo>
                <a:cubicBezTo>
                  <a:pt x="0" y="2862"/>
                  <a:pt x="821" y="3683"/>
                  <a:pt x="1841" y="3683"/>
                </a:cubicBezTo>
                <a:lnTo>
                  <a:pt x="1842" y="3683"/>
                </a:lnTo>
                <a:cubicBezTo>
                  <a:pt x="2862" y="3683"/>
                  <a:pt x="3683" y="2862"/>
                  <a:pt x="3683" y="1842"/>
                </a:cubicBezTo>
                <a:lnTo>
                  <a:pt x="3683" y="1841"/>
                </a:lnTo>
                <a:cubicBezTo>
                  <a:pt x="3683" y="821"/>
                  <a:pt x="2862" y="0"/>
                  <a:pt x="184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01" name="Google Shape;405;p 2"/>
          <p:cNvSpPr/>
          <p:nvPr/>
        </p:nvSpPr>
        <p:spPr>
          <a:xfrm>
            <a:off x="1785600" y="2362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1" y="1"/>
                  <a:pt x="1" y="821"/>
                  <a:pt x="1" y="1841"/>
                </a:cubicBezTo>
                <a:lnTo>
                  <a:pt x="1" y="1843"/>
                </a:lnTo>
                <a:cubicBezTo>
                  <a:pt x="1" y="2863"/>
                  <a:pt x="821" y="3684"/>
                  <a:pt x="1841" y="3684"/>
                </a:cubicBezTo>
                <a:lnTo>
                  <a:pt x="1843" y="3684"/>
                </a:lnTo>
                <a:cubicBezTo>
                  <a:pt x="2863" y="3684"/>
                  <a:pt x="3683" y="2863"/>
                  <a:pt x="3683" y="1843"/>
                </a:cubicBezTo>
                <a:lnTo>
                  <a:pt x="3683" y="1841"/>
                </a:lnTo>
                <a:cubicBezTo>
                  <a:pt x="3683"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02" name="Google Shape;406;p 2"/>
          <p:cNvSpPr/>
          <p:nvPr/>
        </p:nvSpPr>
        <p:spPr>
          <a:xfrm>
            <a:off x="1892880" y="2362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1"/>
                </a:moveTo>
                <a:cubicBezTo>
                  <a:pt x="823" y="1"/>
                  <a:pt x="1" y="821"/>
                  <a:pt x="1" y="1841"/>
                </a:cubicBezTo>
                <a:lnTo>
                  <a:pt x="1" y="1843"/>
                </a:lnTo>
                <a:cubicBezTo>
                  <a:pt x="1" y="2863"/>
                  <a:pt x="823" y="3684"/>
                  <a:pt x="1843" y="3684"/>
                </a:cubicBezTo>
                <a:cubicBezTo>
                  <a:pt x="2863" y="3684"/>
                  <a:pt x="3684" y="2863"/>
                  <a:pt x="3684" y="1843"/>
                </a:cubicBezTo>
                <a:lnTo>
                  <a:pt x="3684" y="1841"/>
                </a:lnTo>
                <a:cubicBezTo>
                  <a:pt x="3684"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03" name="Google Shape;407;p 2"/>
          <p:cNvSpPr/>
          <p:nvPr/>
        </p:nvSpPr>
        <p:spPr>
          <a:xfrm>
            <a:off x="2000520" y="2362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1"/>
                  <a:pt x="0" y="1841"/>
                </a:cubicBezTo>
                <a:lnTo>
                  <a:pt x="0" y="1843"/>
                </a:lnTo>
                <a:cubicBezTo>
                  <a:pt x="0" y="2863"/>
                  <a:pt x="821" y="3684"/>
                  <a:pt x="1841" y="3684"/>
                </a:cubicBezTo>
                <a:lnTo>
                  <a:pt x="1842" y="3684"/>
                </a:lnTo>
                <a:cubicBezTo>
                  <a:pt x="2862" y="3684"/>
                  <a:pt x="3683" y="2863"/>
                  <a:pt x="3683" y="1843"/>
                </a:cubicBezTo>
                <a:lnTo>
                  <a:pt x="3683" y="1841"/>
                </a:lnTo>
                <a:cubicBezTo>
                  <a:pt x="3683" y="821"/>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04" name="Google Shape;408;p 2"/>
          <p:cNvSpPr/>
          <p:nvPr/>
        </p:nvSpPr>
        <p:spPr>
          <a:xfrm>
            <a:off x="1785600" y="2460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0"/>
                </a:moveTo>
                <a:cubicBezTo>
                  <a:pt x="821" y="0"/>
                  <a:pt x="1" y="823"/>
                  <a:pt x="1" y="1843"/>
                </a:cubicBezTo>
                <a:cubicBezTo>
                  <a:pt x="1" y="2863"/>
                  <a:pt x="821" y="3685"/>
                  <a:pt x="1841" y="3685"/>
                </a:cubicBezTo>
                <a:lnTo>
                  <a:pt x="1843" y="3685"/>
                </a:lnTo>
                <a:cubicBezTo>
                  <a:pt x="2863" y="3685"/>
                  <a:pt x="3683" y="2863"/>
                  <a:pt x="3683" y="1843"/>
                </a:cubicBezTo>
                <a:cubicBezTo>
                  <a:pt x="3683"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05" name="Google Shape;409;p 2"/>
          <p:cNvSpPr/>
          <p:nvPr/>
        </p:nvSpPr>
        <p:spPr>
          <a:xfrm>
            <a:off x="1892880" y="2460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0"/>
                </a:moveTo>
                <a:cubicBezTo>
                  <a:pt x="823" y="0"/>
                  <a:pt x="1" y="823"/>
                  <a:pt x="1" y="1843"/>
                </a:cubicBezTo>
                <a:cubicBezTo>
                  <a:pt x="1" y="2863"/>
                  <a:pt x="823" y="3685"/>
                  <a:pt x="1843" y="3685"/>
                </a:cubicBezTo>
                <a:cubicBezTo>
                  <a:pt x="2863" y="3685"/>
                  <a:pt x="3684" y="2863"/>
                  <a:pt x="3684" y="1843"/>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06" name="Google Shape;410;p 2"/>
          <p:cNvSpPr/>
          <p:nvPr/>
        </p:nvSpPr>
        <p:spPr>
          <a:xfrm>
            <a:off x="2000520" y="2460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0"/>
                </a:moveTo>
                <a:cubicBezTo>
                  <a:pt x="821" y="0"/>
                  <a:pt x="0" y="823"/>
                  <a:pt x="0" y="1843"/>
                </a:cubicBezTo>
                <a:cubicBezTo>
                  <a:pt x="0" y="2863"/>
                  <a:pt x="821" y="3685"/>
                  <a:pt x="1841" y="3685"/>
                </a:cubicBezTo>
                <a:lnTo>
                  <a:pt x="1842" y="3685"/>
                </a:lnTo>
                <a:cubicBezTo>
                  <a:pt x="2862" y="3685"/>
                  <a:pt x="3683" y="2863"/>
                  <a:pt x="3683" y="1843"/>
                </a:cubicBezTo>
                <a:cubicBezTo>
                  <a:pt x="3683" y="823"/>
                  <a:pt x="2862" y="0"/>
                  <a:pt x="184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07" name="Google Shape;411;p 2"/>
          <p:cNvSpPr/>
          <p:nvPr/>
        </p:nvSpPr>
        <p:spPr>
          <a:xfrm>
            <a:off x="1785600" y="25592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1" y="1"/>
                  <a:pt x="1" y="822"/>
                  <a:pt x="1" y="1841"/>
                </a:cubicBezTo>
                <a:lnTo>
                  <a:pt x="1" y="1843"/>
                </a:lnTo>
                <a:cubicBezTo>
                  <a:pt x="1" y="2863"/>
                  <a:pt x="821" y="3684"/>
                  <a:pt x="1841" y="3684"/>
                </a:cubicBezTo>
                <a:lnTo>
                  <a:pt x="1843" y="3684"/>
                </a:lnTo>
                <a:cubicBezTo>
                  <a:pt x="2863" y="3684"/>
                  <a:pt x="3683" y="2863"/>
                  <a:pt x="3683" y="1843"/>
                </a:cubicBezTo>
                <a:lnTo>
                  <a:pt x="3683" y="1841"/>
                </a:lnTo>
                <a:cubicBezTo>
                  <a:pt x="3683"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08" name="Google Shape;412;p 2"/>
          <p:cNvSpPr/>
          <p:nvPr/>
        </p:nvSpPr>
        <p:spPr>
          <a:xfrm>
            <a:off x="1892880" y="25592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1"/>
                </a:moveTo>
                <a:cubicBezTo>
                  <a:pt x="823" y="1"/>
                  <a:pt x="1" y="822"/>
                  <a:pt x="1" y="1841"/>
                </a:cubicBezTo>
                <a:lnTo>
                  <a:pt x="1" y="1843"/>
                </a:lnTo>
                <a:cubicBezTo>
                  <a:pt x="1" y="2863"/>
                  <a:pt x="823" y="3684"/>
                  <a:pt x="1843" y="3684"/>
                </a:cubicBezTo>
                <a:cubicBezTo>
                  <a:pt x="2863" y="3684"/>
                  <a:pt x="3684" y="2863"/>
                  <a:pt x="3684" y="1843"/>
                </a:cubicBezTo>
                <a:lnTo>
                  <a:pt x="3684" y="1841"/>
                </a:lnTo>
                <a:cubicBezTo>
                  <a:pt x="3684"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09" name="Google Shape;413;p 2"/>
          <p:cNvSpPr/>
          <p:nvPr/>
        </p:nvSpPr>
        <p:spPr>
          <a:xfrm>
            <a:off x="2000520" y="25592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2"/>
                  <a:pt x="0" y="1841"/>
                </a:cubicBezTo>
                <a:lnTo>
                  <a:pt x="0" y="1843"/>
                </a:lnTo>
                <a:cubicBezTo>
                  <a:pt x="0" y="2863"/>
                  <a:pt x="821" y="3684"/>
                  <a:pt x="1841" y="3684"/>
                </a:cubicBezTo>
                <a:lnTo>
                  <a:pt x="1842" y="3684"/>
                </a:lnTo>
                <a:cubicBezTo>
                  <a:pt x="2862" y="3684"/>
                  <a:pt x="3683" y="2863"/>
                  <a:pt x="3683" y="1843"/>
                </a:cubicBezTo>
                <a:lnTo>
                  <a:pt x="3683" y="1841"/>
                </a:lnTo>
                <a:cubicBezTo>
                  <a:pt x="3683" y="822"/>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10" name="Google Shape;414;p 2"/>
          <p:cNvSpPr/>
          <p:nvPr/>
        </p:nvSpPr>
        <p:spPr>
          <a:xfrm>
            <a:off x="1785600" y="2657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1"/>
                </a:moveTo>
                <a:cubicBezTo>
                  <a:pt x="821" y="1"/>
                  <a:pt x="1" y="823"/>
                  <a:pt x="1" y="1843"/>
                </a:cubicBezTo>
                <a:cubicBezTo>
                  <a:pt x="1" y="2865"/>
                  <a:pt x="821" y="3685"/>
                  <a:pt x="1841" y="3685"/>
                </a:cubicBezTo>
                <a:lnTo>
                  <a:pt x="1843" y="3685"/>
                </a:lnTo>
                <a:cubicBezTo>
                  <a:pt x="2863" y="3685"/>
                  <a:pt x="3683" y="2865"/>
                  <a:pt x="3683" y="1843"/>
                </a:cubicBezTo>
                <a:cubicBezTo>
                  <a:pt x="3683"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11" name="Google Shape;415;p 2"/>
          <p:cNvSpPr/>
          <p:nvPr/>
        </p:nvSpPr>
        <p:spPr>
          <a:xfrm>
            <a:off x="1892880" y="2657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3" y="1"/>
                  <a:pt x="1" y="823"/>
                  <a:pt x="1" y="1843"/>
                </a:cubicBezTo>
                <a:cubicBezTo>
                  <a:pt x="1" y="2865"/>
                  <a:pt x="823" y="3685"/>
                  <a:pt x="1843" y="3685"/>
                </a:cubicBezTo>
                <a:cubicBezTo>
                  <a:pt x="2863" y="3685"/>
                  <a:pt x="3684" y="2865"/>
                  <a:pt x="3684" y="1843"/>
                </a:cubicBezTo>
                <a:cubicBezTo>
                  <a:pt x="3684"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12" name="Google Shape;416;p 2"/>
          <p:cNvSpPr/>
          <p:nvPr/>
        </p:nvSpPr>
        <p:spPr>
          <a:xfrm>
            <a:off x="2000520" y="2657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1"/>
                </a:moveTo>
                <a:cubicBezTo>
                  <a:pt x="821" y="1"/>
                  <a:pt x="0" y="823"/>
                  <a:pt x="0" y="1843"/>
                </a:cubicBezTo>
                <a:cubicBezTo>
                  <a:pt x="0" y="2865"/>
                  <a:pt x="821" y="3685"/>
                  <a:pt x="1841" y="3685"/>
                </a:cubicBezTo>
                <a:lnTo>
                  <a:pt x="1842" y="3685"/>
                </a:lnTo>
                <a:cubicBezTo>
                  <a:pt x="2862" y="3685"/>
                  <a:pt x="3683" y="2865"/>
                  <a:pt x="3683" y="1843"/>
                </a:cubicBezTo>
                <a:cubicBezTo>
                  <a:pt x="3683" y="823"/>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13" name="Google Shape;417;p 2"/>
          <p:cNvSpPr/>
          <p:nvPr/>
        </p:nvSpPr>
        <p:spPr>
          <a:xfrm>
            <a:off x="1785600" y="2755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1" y="0"/>
                  <a:pt x="1" y="821"/>
                  <a:pt x="1" y="1843"/>
                </a:cubicBezTo>
                <a:cubicBezTo>
                  <a:pt x="1" y="2862"/>
                  <a:pt x="821" y="3685"/>
                  <a:pt x="1841" y="3685"/>
                </a:cubicBezTo>
                <a:lnTo>
                  <a:pt x="1843" y="3685"/>
                </a:lnTo>
                <a:cubicBezTo>
                  <a:pt x="2863" y="3685"/>
                  <a:pt x="3683" y="2862"/>
                  <a:pt x="3683" y="1843"/>
                </a:cubicBez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14" name="Google Shape;418;p 2"/>
          <p:cNvSpPr/>
          <p:nvPr/>
        </p:nvSpPr>
        <p:spPr>
          <a:xfrm>
            <a:off x="1892880" y="2755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3" y="0"/>
                </a:moveTo>
                <a:cubicBezTo>
                  <a:pt x="823" y="0"/>
                  <a:pt x="1" y="821"/>
                  <a:pt x="1" y="1843"/>
                </a:cubicBezTo>
                <a:cubicBezTo>
                  <a:pt x="1" y="2862"/>
                  <a:pt x="823" y="3685"/>
                  <a:pt x="1843" y="3685"/>
                </a:cubicBezTo>
                <a:cubicBezTo>
                  <a:pt x="2863" y="3685"/>
                  <a:pt x="3684" y="2862"/>
                  <a:pt x="3684" y="1843"/>
                </a:cubicBez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15" name="Google Shape;419;p 2"/>
          <p:cNvSpPr/>
          <p:nvPr/>
        </p:nvSpPr>
        <p:spPr>
          <a:xfrm>
            <a:off x="2000520" y="2755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1"/>
                  <a:pt x="0" y="1843"/>
                </a:cubicBezTo>
                <a:cubicBezTo>
                  <a:pt x="0" y="2862"/>
                  <a:pt x="821" y="3685"/>
                  <a:pt x="1841" y="3685"/>
                </a:cubicBezTo>
                <a:lnTo>
                  <a:pt x="1842" y="3685"/>
                </a:lnTo>
                <a:cubicBezTo>
                  <a:pt x="2862" y="3685"/>
                  <a:pt x="3683" y="2862"/>
                  <a:pt x="3683" y="1843"/>
                </a:cubicBezTo>
                <a:cubicBezTo>
                  <a:pt x="3683" y="821"/>
                  <a:pt x="2862" y="0"/>
                  <a:pt x="184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16" name="Google Shape;420;p 2"/>
          <p:cNvSpPr/>
          <p:nvPr/>
        </p:nvSpPr>
        <p:spPr>
          <a:xfrm>
            <a:off x="1785600" y="2854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1" y="1"/>
                  <a:pt x="1" y="821"/>
                  <a:pt x="1" y="1841"/>
                </a:cubicBezTo>
                <a:lnTo>
                  <a:pt x="1" y="1843"/>
                </a:lnTo>
                <a:cubicBezTo>
                  <a:pt x="1" y="2863"/>
                  <a:pt x="821" y="3684"/>
                  <a:pt x="1841" y="3684"/>
                </a:cubicBezTo>
                <a:lnTo>
                  <a:pt x="1843" y="3684"/>
                </a:lnTo>
                <a:cubicBezTo>
                  <a:pt x="2863" y="3684"/>
                  <a:pt x="3683" y="2863"/>
                  <a:pt x="3683" y="1843"/>
                </a:cubicBezTo>
                <a:lnTo>
                  <a:pt x="3683" y="1841"/>
                </a:lnTo>
                <a:cubicBezTo>
                  <a:pt x="3683"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17" name="Google Shape;421;p 2"/>
          <p:cNvSpPr/>
          <p:nvPr/>
        </p:nvSpPr>
        <p:spPr>
          <a:xfrm>
            <a:off x="1892880" y="2854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1"/>
                </a:moveTo>
                <a:cubicBezTo>
                  <a:pt x="823" y="1"/>
                  <a:pt x="1" y="821"/>
                  <a:pt x="1" y="1841"/>
                </a:cubicBezTo>
                <a:lnTo>
                  <a:pt x="1" y="1843"/>
                </a:lnTo>
                <a:cubicBezTo>
                  <a:pt x="1" y="2863"/>
                  <a:pt x="823" y="3684"/>
                  <a:pt x="1843" y="3684"/>
                </a:cubicBezTo>
                <a:cubicBezTo>
                  <a:pt x="2863" y="3684"/>
                  <a:pt x="3684" y="2863"/>
                  <a:pt x="3684" y="1843"/>
                </a:cubicBezTo>
                <a:lnTo>
                  <a:pt x="3684" y="1841"/>
                </a:lnTo>
                <a:cubicBezTo>
                  <a:pt x="3684"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18" name="Google Shape;422;p 2"/>
          <p:cNvSpPr/>
          <p:nvPr/>
        </p:nvSpPr>
        <p:spPr>
          <a:xfrm>
            <a:off x="2000520" y="2854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1"/>
                  <a:pt x="0" y="1841"/>
                </a:cubicBezTo>
                <a:lnTo>
                  <a:pt x="0" y="1843"/>
                </a:lnTo>
                <a:cubicBezTo>
                  <a:pt x="0" y="2863"/>
                  <a:pt x="821" y="3684"/>
                  <a:pt x="1841" y="3684"/>
                </a:cubicBezTo>
                <a:lnTo>
                  <a:pt x="1842" y="3684"/>
                </a:lnTo>
                <a:cubicBezTo>
                  <a:pt x="2862" y="3684"/>
                  <a:pt x="3683" y="2863"/>
                  <a:pt x="3683" y="1843"/>
                </a:cubicBezTo>
                <a:lnTo>
                  <a:pt x="3683" y="1841"/>
                </a:lnTo>
                <a:cubicBezTo>
                  <a:pt x="3683" y="821"/>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19" name="Google Shape;423;p 2"/>
          <p:cNvSpPr/>
          <p:nvPr/>
        </p:nvSpPr>
        <p:spPr>
          <a:xfrm>
            <a:off x="1785600" y="2952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0"/>
                </a:moveTo>
                <a:cubicBezTo>
                  <a:pt x="821" y="0"/>
                  <a:pt x="1" y="823"/>
                  <a:pt x="1" y="1843"/>
                </a:cubicBezTo>
                <a:cubicBezTo>
                  <a:pt x="1" y="2864"/>
                  <a:pt x="821" y="3685"/>
                  <a:pt x="1841" y="3685"/>
                </a:cubicBezTo>
                <a:lnTo>
                  <a:pt x="1843" y="3685"/>
                </a:lnTo>
                <a:cubicBezTo>
                  <a:pt x="2863" y="3685"/>
                  <a:pt x="3683" y="2864"/>
                  <a:pt x="3683" y="1843"/>
                </a:cubicBezTo>
                <a:cubicBezTo>
                  <a:pt x="3683" y="823"/>
                  <a:pt x="2863" y="0"/>
                  <a:pt x="1843"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20" name="Google Shape;424;p 2"/>
          <p:cNvSpPr/>
          <p:nvPr/>
        </p:nvSpPr>
        <p:spPr>
          <a:xfrm>
            <a:off x="1892880" y="2952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0"/>
                </a:moveTo>
                <a:cubicBezTo>
                  <a:pt x="823" y="0"/>
                  <a:pt x="1" y="823"/>
                  <a:pt x="1" y="1843"/>
                </a:cubicBezTo>
                <a:cubicBezTo>
                  <a:pt x="1" y="2864"/>
                  <a:pt x="823" y="3685"/>
                  <a:pt x="1843" y="3685"/>
                </a:cubicBezTo>
                <a:cubicBezTo>
                  <a:pt x="2863" y="3685"/>
                  <a:pt x="3684" y="2864"/>
                  <a:pt x="3684" y="1843"/>
                </a:cubicBezTo>
                <a:cubicBezTo>
                  <a:pt x="3684" y="823"/>
                  <a:pt x="2863" y="0"/>
                  <a:pt x="1843"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21" name="Google Shape;425;p 2"/>
          <p:cNvSpPr/>
          <p:nvPr/>
        </p:nvSpPr>
        <p:spPr>
          <a:xfrm>
            <a:off x="2000520" y="2952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0"/>
                </a:moveTo>
                <a:cubicBezTo>
                  <a:pt x="821" y="0"/>
                  <a:pt x="0" y="823"/>
                  <a:pt x="0" y="1843"/>
                </a:cubicBezTo>
                <a:cubicBezTo>
                  <a:pt x="0" y="2864"/>
                  <a:pt x="821" y="3685"/>
                  <a:pt x="1841" y="3685"/>
                </a:cubicBezTo>
                <a:lnTo>
                  <a:pt x="1842" y="3685"/>
                </a:lnTo>
                <a:cubicBezTo>
                  <a:pt x="2862" y="3685"/>
                  <a:pt x="3683" y="2864"/>
                  <a:pt x="3683" y="1843"/>
                </a:cubicBezTo>
                <a:cubicBezTo>
                  <a:pt x="3683" y="823"/>
                  <a:pt x="2862" y="0"/>
                  <a:pt x="18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22" name="Google Shape;426;p 2"/>
          <p:cNvSpPr/>
          <p:nvPr/>
        </p:nvSpPr>
        <p:spPr>
          <a:xfrm>
            <a:off x="1785600" y="30506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1"/>
                </a:moveTo>
                <a:cubicBezTo>
                  <a:pt x="821" y="1"/>
                  <a:pt x="1" y="822"/>
                  <a:pt x="1" y="1843"/>
                </a:cubicBezTo>
                <a:cubicBezTo>
                  <a:pt x="1" y="2863"/>
                  <a:pt x="821" y="3686"/>
                  <a:pt x="1841" y="3686"/>
                </a:cubicBezTo>
                <a:lnTo>
                  <a:pt x="1843" y="3686"/>
                </a:lnTo>
                <a:cubicBezTo>
                  <a:pt x="2863" y="3686"/>
                  <a:pt x="3683" y="2863"/>
                  <a:pt x="3683" y="1843"/>
                </a:cubicBezTo>
                <a:cubicBezTo>
                  <a:pt x="3683"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23" name="Google Shape;427;p 2"/>
          <p:cNvSpPr/>
          <p:nvPr/>
        </p:nvSpPr>
        <p:spPr>
          <a:xfrm>
            <a:off x="1892880" y="30506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3" y="1"/>
                  <a:pt x="1" y="822"/>
                  <a:pt x="1" y="1843"/>
                </a:cubicBezTo>
                <a:cubicBezTo>
                  <a:pt x="1" y="2863"/>
                  <a:pt x="823" y="3686"/>
                  <a:pt x="1843" y="3686"/>
                </a:cubicBezTo>
                <a:cubicBezTo>
                  <a:pt x="2863" y="3686"/>
                  <a:pt x="3684" y="2863"/>
                  <a:pt x="3684" y="1843"/>
                </a:cubicBezTo>
                <a:cubicBezTo>
                  <a:pt x="3684"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24" name="Google Shape;428;p 2"/>
          <p:cNvSpPr/>
          <p:nvPr/>
        </p:nvSpPr>
        <p:spPr>
          <a:xfrm>
            <a:off x="2000520" y="30506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1"/>
                </a:moveTo>
                <a:cubicBezTo>
                  <a:pt x="821" y="1"/>
                  <a:pt x="0" y="822"/>
                  <a:pt x="0" y="1843"/>
                </a:cubicBezTo>
                <a:cubicBezTo>
                  <a:pt x="0" y="2863"/>
                  <a:pt x="821" y="3686"/>
                  <a:pt x="1841" y="3686"/>
                </a:cubicBezTo>
                <a:lnTo>
                  <a:pt x="1842" y="3686"/>
                </a:lnTo>
                <a:cubicBezTo>
                  <a:pt x="2862" y="3686"/>
                  <a:pt x="3683" y="2863"/>
                  <a:pt x="3683" y="1843"/>
                </a:cubicBezTo>
                <a:cubicBezTo>
                  <a:pt x="3683" y="822"/>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25" name="Google Shape;429;p 2"/>
          <p:cNvSpPr/>
          <p:nvPr/>
        </p:nvSpPr>
        <p:spPr>
          <a:xfrm>
            <a:off x="1785600" y="3148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0"/>
                </a:moveTo>
                <a:cubicBezTo>
                  <a:pt x="821" y="0"/>
                  <a:pt x="1" y="821"/>
                  <a:pt x="1" y="1841"/>
                </a:cubicBezTo>
                <a:lnTo>
                  <a:pt x="1" y="1843"/>
                </a:lnTo>
                <a:cubicBezTo>
                  <a:pt x="1" y="2863"/>
                  <a:pt x="821" y="3683"/>
                  <a:pt x="1841" y="3683"/>
                </a:cubicBezTo>
                <a:lnTo>
                  <a:pt x="1843" y="3683"/>
                </a:lnTo>
                <a:cubicBezTo>
                  <a:pt x="2863" y="3683"/>
                  <a:pt x="3683" y="2863"/>
                  <a:pt x="3683" y="1843"/>
                </a:cubicBezTo>
                <a:lnTo>
                  <a:pt x="3683" y="1841"/>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26" name="Google Shape;430;p 2"/>
          <p:cNvSpPr/>
          <p:nvPr/>
        </p:nvSpPr>
        <p:spPr>
          <a:xfrm>
            <a:off x="1892880" y="3148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0"/>
                </a:moveTo>
                <a:cubicBezTo>
                  <a:pt x="823" y="0"/>
                  <a:pt x="1" y="821"/>
                  <a:pt x="1" y="1841"/>
                </a:cubicBezTo>
                <a:lnTo>
                  <a:pt x="1" y="1843"/>
                </a:lnTo>
                <a:cubicBezTo>
                  <a:pt x="1" y="2863"/>
                  <a:pt x="823" y="3683"/>
                  <a:pt x="1843" y="3683"/>
                </a:cubicBezTo>
                <a:cubicBezTo>
                  <a:pt x="2863" y="3683"/>
                  <a:pt x="3684" y="2863"/>
                  <a:pt x="3684" y="1843"/>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27" name="Google Shape;431;p 2"/>
          <p:cNvSpPr/>
          <p:nvPr/>
        </p:nvSpPr>
        <p:spPr>
          <a:xfrm>
            <a:off x="2000520" y="3148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0"/>
                </a:moveTo>
                <a:cubicBezTo>
                  <a:pt x="821" y="0"/>
                  <a:pt x="0" y="821"/>
                  <a:pt x="0" y="1841"/>
                </a:cubicBezTo>
                <a:lnTo>
                  <a:pt x="0" y="1843"/>
                </a:lnTo>
                <a:cubicBezTo>
                  <a:pt x="0" y="2863"/>
                  <a:pt x="821" y="3683"/>
                  <a:pt x="1841" y="3683"/>
                </a:cubicBezTo>
                <a:lnTo>
                  <a:pt x="1842" y="3683"/>
                </a:lnTo>
                <a:cubicBezTo>
                  <a:pt x="2862" y="3683"/>
                  <a:pt x="3683" y="2863"/>
                  <a:pt x="3683" y="1843"/>
                </a:cubicBezTo>
                <a:lnTo>
                  <a:pt x="3683" y="1841"/>
                </a:lnTo>
                <a:cubicBezTo>
                  <a:pt x="3683" y="821"/>
                  <a:pt x="2862" y="0"/>
                  <a:pt x="184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28" name="Google Shape;432;p 2"/>
          <p:cNvSpPr/>
          <p:nvPr/>
        </p:nvSpPr>
        <p:spPr>
          <a:xfrm>
            <a:off x="1785600" y="2946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 y="0"/>
                </a:moveTo>
                <a:lnTo>
                  <a:pt x="1" y="3685"/>
                </a:lnTo>
                <a:lnTo>
                  <a:pt x="3683" y="3685"/>
                </a:lnTo>
                <a:lnTo>
                  <a:pt x="3683"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29" name="Google Shape;433;p 2"/>
          <p:cNvSpPr/>
          <p:nvPr/>
        </p:nvSpPr>
        <p:spPr>
          <a:xfrm>
            <a:off x="1892880" y="2946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 y="0"/>
                </a:moveTo>
                <a:lnTo>
                  <a:pt x="1" y="3685"/>
                </a:lnTo>
                <a:lnTo>
                  <a:pt x="3684" y="3685"/>
                </a:lnTo>
                <a:lnTo>
                  <a:pt x="3684"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30" name="Google Shape;434;p 2"/>
          <p:cNvSpPr/>
          <p:nvPr/>
        </p:nvSpPr>
        <p:spPr>
          <a:xfrm>
            <a:off x="2000520" y="2946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0" y="0"/>
                </a:moveTo>
                <a:lnTo>
                  <a:pt x="0" y="3685"/>
                </a:lnTo>
                <a:lnTo>
                  <a:pt x="3683" y="3685"/>
                </a:lnTo>
                <a:lnTo>
                  <a:pt x="3683"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31" name="Google Shape;435;p 2"/>
          <p:cNvSpPr/>
          <p:nvPr/>
        </p:nvSpPr>
        <p:spPr>
          <a:xfrm>
            <a:off x="1785600" y="2158200"/>
            <a:ext cx="274320" cy="58680"/>
          </a:xfrm>
          <a:custGeom>
            <a:avLst/>
            <a:gdLst>
              <a:gd name="textAreaLeft" fmla="*/ 0 w 274320"/>
              <a:gd name="textAreaRight" fmla="*/ 274680 w 274320"/>
              <a:gd name="textAreaTop" fmla="*/ 0 h 58680"/>
              <a:gd name="textAreaBottom" fmla="*/ 59040 h 58680"/>
            </a:gdLst>
            <a:ahLst/>
            <a:cxnLst/>
            <a:rect l="textAreaLeft" t="textAreaTop" r="textAreaRight" b="textAreaBottom"/>
            <a:pathLst>
              <a:path w="16916" h="3638">
                <a:moveTo>
                  <a:pt x="3638" y="1"/>
                </a:moveTo>
                <a:cubicBezTo>
                  <a:pt x="1628" y="1"/>
                  <a:pt x="1" y="1628"/>
                  <a:pt x="1" y="3638"/>
                </a:cubicBezTo>
                <a:lnTo>
                  <a:pt x="16916" y="3638"/>
                </a:lnTo>
                <a:cubicBezTo>
                  <a:pt x="16916" y="1628"/>
                  <a:pt x="15288" y="1"/>
                  <a:pt x="13279"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29520" bIns="29520" anchor="ctr">
            <a:noAutofit/>
          </a:bodyPr>
          <a:lstStyle/>
          <a:p>
            <a:endParaRPr lang="en-US" sz="1400" b="0" u="none" strike="noStrike">
              <a:solidFill>
                <a:srgbClr val="FFFFFF"/>
              </a:solidFill>
              <a:effectLst/>
              <a:uFillTx/>
              <a:latin typeface="Arial"/>
            </a:endParaRPr>
          </a:p>
        </p:txBody>
      </p:sp>
      <p:sp>
        <p:nvSpPr>
          <p:cNvPr id="432" name="Google Shape;436;p 2"/>
          <p:cNvSpPr/>
          <p:nvPr/>
        </p:nvSpPr>
        <p:spPr>
          <a:xfrm>
            <a:off x="2511360" y="2099880"/>
            <a:ext cx="351000" cy="1162440"/>
          </a:xfrm>
          <a:custGeom>
            <a:avLst/>
            <a:gdLst>
              <a:gd name="textAreaLeft" fmla="*/ 0 w 351000"/>
              <a:gd name="textAreaRight" fmla="*/ 351360 w 351000"/>
              <a:gd name="textAreaTop" fmla="*/ 0 h 1162440"/>
              <a:gd name="textAreaBottom" fmla="*/ 1162800 h 1162440"/>
            </a:gdLst>
            <a:ahLst/>
            <a:cxnLst/>
            <a:rect l="textAreaLeft" t="textAreaTop" r="textAreaRight" b="textAreaBottom"/>
            <a:pathLst>
              <a:path w="21648" h="71625">
                <a:moveTo>
                  <a:pt x="2448" y="0"/>
                </a:moveTo>
                <a:cubicBezTo>
                  <a:pt x="1096" y="0"/>
                  <a:pt x="0" y="1097"/>
                  <a:pt x="0" y="2450"/>
                </a:cubicBezTo>
                <a:lnTo>
                  <a:pt x="0" y="71624"/>
                </a:lnTo>
                <a:lnTo>
                  <a:pt x="21648" y="71624"/>
                </a:lnTo>
                <a:lnTo>
                  <a:pt x="21648" y="2450"/>
                </a:lnTo>
                <a:cubicBezTo>
                  <a:pt x="21648" y="1097"/>
                  <a:pt x="20551" y="0"/>
                  <a:pt x="1919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33" name="Google Shape;437;p 2"/>
          <p:cNvSpPr/>
          <p:nvPr/>
        </p:nvSpPr>
        <p:spPr>
          <a:xfrm>
            <a:off x="2549880" y="2147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0"/>
                </a:moveTo>
                <a:cubicBezTo>
                  <a:pt x="821" y="0"/>
                  <a:pt x="0" y="821"/>
                  <a:pt x="0" y="1843"/>
                </a:cubicBezTo>
                <a:lnTo>
                  <a:pt x="0" y="1845"/>
                </a:lnTo>
                <a:cubicBezTo>
                  <a:pt x="0" y="2864"/>
                  <a:pt x="821" y="3685"/>
                  <a:pt x="1843" y="3685"/>
                </a:cubicBezTo>
                <a:cubicBezTo>
                  <a:pt x="2863" y="3685"/>
                  <a:pt x="3683" y="2864"/>
                  <a:pt x="3683" y="1845"/>
                </a:cubicBezTo>
                <a:lnTo>
                  <a:pt x="3683" y="1843"/>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34" name="Google Shape;438;p 2"/>
          <p:cNvSpPr/>
          <p:nvPr/>
        </p:nvSpPr>
        <p:spPr>
          <a:xfrm>
            <a:off x="2657160" y="2147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0"/>
                </a:moveTo>
                <a:cubicBezTo>
                  <a:pt x="823" y="0"/>
                  <a:pt x="1" y="821"/>
                  <a:pt x="1" y="1843"/>
                </a:cubicBezTo>
                <a:lnTo>
                  <a:pt x="1" y="1845"/>
                </a:lnTo>
                <a:cubicBezTo>
                  <a:pt x="1" y="2864"/>
                  <a:pt x="823" y="3685"/>
                  <a:pt x="1843" y="3685"/>
                </a:cubicBezTo>
                <a:cubicBezTo>
                  <a:pt x="2865" y="3685"/>
                  <a:pt x="3685" y="2864"/>
                  <a:pt x="3685" y="1845"/>
                </a:cubicBezTo>
                <a:lnTo>
                  <a:pt x="3685" y="1843"/>
                </a:lnTo>
                <a:cubicBezTo>
                  <a:pt x="3685" y="821"/>
                  <a:pt x="2865"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35" name="Google Shape;439;p 2"/>
          <p:cNvSpPr/>
          <p:nvPr/>
        </p:nvSpPr>
        <p:spPr>
          <a:xfrm>
            <a:off x="2764440" y="2147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0"/>
                </a:moveTo>
                <a:cubicBezTo>
                  <a:pt x="822" y="0"/>
                  <a:pt x="1" y="821"/>
                  <a:pt x="1" y="1843"/>
                </a:cubicBezTo>
                <a:lnTo>
                  <a:pt x="1" y="1845"/>
                </a:lnTo>
                <a:cubicBezTo>
                  <a:pt x="1" y="2864"/>
                  <a:pt x="822" y="3685"/>
                  <a:pt x="1843" y="3685"/>
                </a:cubicBezTo>
                <a:cubicBezTo>
                  <a:pt x="2863" y="3685"/>
                  <a:pt x="3686" y="2864"/>
                  <a:pt x="3686" y="1845"/>
                </a:cubicBezTo>
                <a:lnTo>
                  <a:pt x="3686" y="1843"/>
                </a:lnTo>
                <a:cubicBezTo>
                  <a:pt x="3686"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36" name="Google Shape;440;p 2"/>
          <p:cNvSpPr/>
          <p:nvPr/>
        </p:nvSpPr>
        <p:spPr>
          <a:xfrm>
            <a:off x="2549880" y="2239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1"/>
                  <a:pt x="0" y="1841"/>
                </a:cubicBezTo>
                <a:lnTo>
                  <a:pt x="0" y="1843"/>
                </a:lnTo>
                <a:cubicBezTo>
                  <a:pt x="0" y="2863"/>
                  <a:pt x="821" y="3685"/>
                  <a:pt x="1843" y="3685"/>
                </a:cubicBezTo>
                <a:cubicBezTo>
                  <a:pt x="2863" y="3685"/>
                  <a:pt x="3683" y="2863"/>
                  <a:pt x="3683" y="1843"/>
                </a:cubicBezTo>
                <a:lnTo>
                  <a:pt x="3683" y="1841"/>
                </a:lnTo>
                <a:cubicBezTo>
                  <a:pt x="3683"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37" name="Google Shape;441;p 2"/>
          <p:cNvSpPr/>
          <p:nvPr/>
        </p:nvSpPr>
        <p:spPr>
          <a:xfrm>
            <a:off x="2657160" y="2239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1"/>
                  <a:pt x="1" y="1841"/>
                </a:cubicBezTo>
                <a:lnTo>
                  <a:pt x="1" y="1843"/>
                </a:lnTo>
                <a:cubicBezTo>
                  <a:pt x="1" y="2863"/>
                  <a:pt x="823" y="3685"/>
                  <a:pt x="1843" y="3685"/>
                </a:cubicBezTo>
                <a:cubicBezTo>
                  <a:pt x="2865" y="3685"/>
                  <a:pt x="3685" y="2863"/>
                  <a:pt x="3685" y="1843"/>
                </a:cubicBezTo>
                <a:lnTo>
                  <a:pt x="3685" y="1841"/>
                </a:lnTo>
                <a:cubicBezTo>
                  <a:pt x="3685" y="821"/>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38" name="Google Shape;442;p 2"/>
          <p:cNvSpPr/>
          <p:nvPr/>
        </p:nvSpPr>
        <p:spPr>
          <a:xfrm>
            <a:off x="2764440" y="2239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1"/>
                  <a:pt x="1" y="1841"/>
                </a:cubicBezTo>
                <a:lnTo>
                  <a:pt x="1" y="1843"/>
                </a:lnTo>
                <a:cubicBezTo>
                  <a:pt x="1" y="2863"/>
                  <a:pt x="822" y="3685"/>
                  <a:pt x="1843" y="3685"/>
                </a:cubicBezTo>
                <a:cubicBezTo>
                  <a:pt x="2863" y="3685"/>
                  <a:pt x="3686" y="2863"/>
                  <a:pt x="3686" y="1843"/>
                </a:cubicBezTo>
                <a:lnTo>
                  <a:pt x="3686" y="1841"/>
                </a:lnTo>
                <a:cubicBezTo>
                  <a:pt x="3686"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39" name="Google Shape;443;p 2"/>
          <p:cNvSpPr/>
          <p:nvPr/>
        </p:nvSpPr>
        <p:spPr>
          <a:xfrm>
            <a:off x="2549880" y="2332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3"/>
                  <a:pt x="0" y="1843"/>
                </a:cubicBezTo>
                <a:lnTo>
                  <a:pt x="0" y="1845"/>
                </a:lnTo>
                <a:cubicBezTo>
                  <a:pt x="0" y="2865"/>
                  <a:pt x="821" y="3685"/>
                  <a:pt x="1843" y="3685"/>
                </a:cubicBezTo>
                <a:cubicBezTo>
                  <a:pt x="2863" y="3685"/>
                  <a:pt x="3683" y="2865"/>
                  <a:pt x="3683" y="1845"/>
                </a:cubicBezTo>
                <a:lnTo>
                  <a:pt x="3683" y="1843"/>
                </a:lnTo>
                <a:cubicBezTo>
                  <a:pt x="3683"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40" name="Google Shape;444;p 2"/>
          <p:cNvSpPr/>
          <p:nvPr/>
        </p:nvSpPr>
        <p:spPr>
          <a:xfrm>
            <a:off x="2657160" y="2332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3"/>
                  <a:pt x="1" y="1843"/>
                </a:cubicBezTo>
                <a:lnTo>
                  <a:pt x="1" y="1845"/>
                </a:lnTo>
                <a:cubicBezTo>
                  <a:pt x="1" y="2865"/>
                  <a:pt x="823" y="3685"/>
                  <a:pt x="1843" y="3685"/>
                </a:cubicBezTo>
                <a:cubicBezTo>
                  <a:pt x="2865" y="3685"/>
                  <a:pt x="3685" y="2865"/>
                  <a:pt x="3685" y="1845"/>
                </a:cubicBezTo>
                <a:lnTo>
                  <a:pt x="3685" y="1843"/>
                </a:lnTo>
                <a:cubicBezTo>
                  <a:pt x="3685" y="823"/>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41" name="Google Shape;445;p 2"/>
          <p:cNvSpPr/>
          <p:nvPr/>
        </p:nvSpPr>
        <p:spPr>
          <a:xfrm>
            <a:off x="2764440" y="2332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3"/>
                  <a:pt x="1" y="1843"/>
                </a:cubicBezTo>
                <a:lnTo>
                  <a:pt x="1" y="1845"/>
                </a:lnTo>
                <a:cubicBezTo>
                  <a:pt x="1" y="2865"/>
                  <a:pt x="822" y="3685"/>
                  <a:pt x="1843" y="3685"/>
                </a:cubicBezTo>
                <a:cubicBezTo>
                  <a:pt x="2863" y="3685"/>
                  <a:pt x="3686" y="2865"/>
                  <a:pt x="3686" y="1845"/>
                </a:cubicBezTo>
                <a:lnTo>
                  <a:pt x="3686" y="1843"/>
                </a:lnTo>
                <a:cubicBezTo>
                  <a:pt x="3686"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42" name="Google Shape;446;p 2"/>
          <p:cNvSpPr/>
          <p:nvPr/>
        </p:nvSpPr>
        <p:spPr>
          <a:xfrm>
            <a:off x="2549880" y="2425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4"/>
                  <a:pt x="0" y="1843"/>
                </a:cubicBezTo>
                <a:lnTo>
                  <a:pt x="0" y="1845"/>
                </a:lnTo>
                <a:cubicBezTo>
                  <a:pt x="0" y="2865"/>
                  <a:pt x="821" y="3686"/>
                  <a:pt x="1843" y="3686"/>
                </a:cubicBezTo>
                <a:cubicBezTo>
                  <a:pt x="2863" y="3686"/>
                  <a:pt x="3683" y="2865"/>
                  <a:pt x="3683" y="1845"/>
                </a:cubicBezTo>
                <a:lnTo>
                  <a:pt x="3683" y="1843"/>
                </a:lnTo>
                <a:cubicBezTo>
                  <a:pt x="3683" y="824"/>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43" name="Google Shape;447;p 2"/>
          <p:cNvSpPr/>
          <p:nvPr/>
        </p:nvSpPr>
        <p:spPr>
          <a:xfrm>
            <a:off x="2657160" y="2425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4"/>
                  <a:pt x="1" y="1843"/>
                </a:cubicBezTo>
                <a:lnTo>
                  <a:pt x="1" y="1845"/>
                </a:lnTo>
                <a:cubicBezTo>
                  <a:pt x="1" y="2865"/>
                  <a:pt x="823" y="3686"/>
                  <a:pt x="1843" y="3686"/>
                </a:cubicBezTo>
                <a:cubicBezTo>
                  <a:pt x="2865" y="3686"/>
                  <a:pt x="3685" y="2865"/>
                  <a:pt x="3685" y="1845"/>
                </a:cubicBezTo>
                <a:lnTo>
                  <a:pt x="3685" y="1843"/>
                </a:lnTo>
                <a:cubicBezTo>
                  <a:pt x="3685" y="824"/>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44" name="Google Shape;448;p 2"/>
          <p:cNvSpPr/>
          <p:nvPr/>
        </p:nvSpPr>
        <p:spPr>
          <a:xfrm>
            <a:off x="2764440" y="2425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4"/>
                  <a:pt x="1" y="1843"/>
                </a:cubicBezTo>
                <a:lnTo>
                  <a:pt x="1" y="1845"/>
                </a:lnTo>
                <a:cubicBezTo>
                  <a:pt x="1" y="2865"/>
                  <a:pt x="822" y="3686"/>
                  <a:pt x="1843" y="3686"/>
                </a:cubicBezTo>
                <a:cubicBezTo>
                  <a:pt x="2863" y="3686"/>
                  <a:pt x="3686" y="2865"/>
                  <a:pt x="3686" y="1845"/>
                </a:cubicBezTo>
                <a:lnTo>
                  <a:pt x="3686" y="1843"/>
                </a:lnTo>
                <a:cubicBezTo>
                  <a:pt x="3686" y="824"/>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45" name="Google Shape;449;p 2"/>
          <p:cNvSpPr/>
          <p:nvPr/>
        </p:nvSpPr>
        <p:spPr>
          <a:xfrm>
            <a:off x="2549880" y="2518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3" y="0"/>
                </a:moveTo>
                <a:cubicBezTo>
                  <a:pt x="821" y="0"/>
                  <a:pt x="0" y="821"/>
                  <a:pt x="0" y="1841"/>
                </a:cubicBezTo>
                <a:lnTo>
                  <a:pt x="0" y="1842"/>
                </a:lnTo>
                <a:cubicBezTo>
                  <a:pt x="0" y="2864"/>
                  <a:pt x="821" y="3685"/>
                  <a:pt x="1843" y="3685"/>
                </a:cubicBezTo>
                <a:cubicBezTo>
                  <a:pt x="2863" y="3685"/>
                  <a:pt x="3683" y="2864"/>
                  <a:pt x="3683" y="1842"/>
                </a:cubicBezTo>
                <a:lnTo>
                  <a:pt x="3683" y="1841"/>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46" name="Google Shape;450;p 2"/>
          <p:cNvSpPr/>
          <p:nvPr/>
        </p:nvSpPr>
        <p:spPr>
          <a:xfrm>
            <a:off x="1851840" y="2340000"/>
            <a:ext cx="212040" cy="181800"/>
          </a:xfrm>
          <a:custGeom>
            <a:avLst/>
            <a:gdLst>
              <a:gd name="textAreaLeft" fmla="*/ 0 w 212040"/>
              <a:gd name="textAreaRight" fmla="*/ 212400 w 212040"/>
              <a:gd name="textAreaTop" fmla="*/ 0 h 181800"/>
              <a:gd name="textAreaBottom" fmla="*/ 182160 h 181800"/>
            </a:gdLst>
            <a:ahLst/>
            <a:cxnLst/>
            <a:rect l="textAreaLeft" t="textAreaTop" r="textAreaRight" b="textAreaBottom"/>
            <a:pathLst>
              <a:path w="6134" h="5261">
                <a:moveTo>
                  <a:pt x="874" y="1"/>
                </a:moveTo>
                <a:cubicBezTo>
                  <a:pt x="395" y="1"/>
                  <a:pt x="0" y="395"/>
                  <a:pt x="0" y="883"/>
                </a:cubicBezTo>
                <a:lnTo>
                  <a:pt x="0" y="5260"/>
                </a:lnTo>
                <a:lnTo>
                  <a:pt x="6133" y="5260"/>
                </a:lnTo>
                <a:lnTo>
                  <a:pt x="6133" y="883"/>
                </a:lnTo>
                <a:cubicBezTo>
                  <a:pt x="6133" y="395"/>
                  <a:pt x="5739" y="1"/>
                  <a:pt x="526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080" bIns="91080" anchor="ctr">
            <a:noAutofit/>
          </a:bodyPr>
          <a:lstStyle/>
          <a:p>
            <a:endParaRPr lang="en-US" sz="1400" b="0" u="none" strike="noStrike">
              <a:solidFill>
                <a:srgbClr val="000000"/>
              </a:solidFill>
              <a:effectLst/>
              <a:uFillTx/>
              <a:latin typeface="Arial"/>
            </a:endParaRPr>
          </a:p>
        </p:txBody>
      </p:sp>
      <p:sp>
        <p:nvSpPr>
          <p:cNvPr id="447" name="Google Shape;451;p 2"/>
          <p:cNvSpPr/>
          <p:nvPr/>
        </p:nvSpPr>
        <p:spPr>
          <a:xfrm>
            <a:off x="1730160" y="2461320"/>
            <a:ext cx="576360" cy="848880"/>
          </a:xfrm>
          <a:custGeom>
            <a:avLst/>
            <a:gdLst>
              <a:gd name="textAreaLeft" fmla="*/ 0 w 576360"/>
              <a:gd name="textAreaRight" fmla="*/ 576720 w 576360"/>
              <a:gd name="textAreaTop" fmla="*/ 0 h 848880"/>
              <a:gd name="textAreaBottom" fmla="*/ 849240 h 848880"/>
            </a:gdLst>
            <a:ahLst/>
            <a:cxnLst/>
            <a:rect l="textAreaLeft" t="textAreaTop" r="textAreaRight" b="textAreaBottom"/>
            <a:pathLst>
              <a:path w="16662" h="24542">
                <a:moveTo>
                  <a:pt x="883" y="0"/>
                </a:moveTo>
                <a:cubicBezTo>
                  <a:pt x="395" y="0"/>
                  <a:pt x="10" y="385"/>
                  <a:pt x="10" y="874"/>
                </a:cubicBezTo>
                <a:lnTo>
                  <a:pt x="10" y="23658"/>
                </a:lnTo>
                <a:cubicBezTo>
                  <a:pt x="1" y="24147"/>
                  <a:pt x="395" y="24541"/>
                  <a:pt x="883" y="24541"/>
                </a:cubicBezTo>
                <a:lnTo>
                  <a:pt x="16662" y="24541"/>
                </a:lnTo>
                <a:lnTo>
                  <a:pt x="16662"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8" name="Google Shape;452;p 2"/>
          <p:cNvSpPr/>
          <p:nvPr/>
        </p:nvSpPr>
        <p:spPr>
          <a:xfrm>
            <a:off x="1823040" y="2794680"/>
            <a:ext cx="148680" cy="60480"/>
          </a:xfrm>
          <a:custGeom>
            <a:avLst/>
            <a:gdLst>
              <a:gd name="textAreaLeft" fmla="*/ 0 w 148680"/>
              <a:gd name="textAreaRight" fmla="*/ 149040 w 148680"/>
              <a:gd name="textAreaTop" fmla="*/ 0 h 60480"/>
              <a:gd name="textAreaBottom" fmla="*/ 60840 h 60480"/>
            </a:gdLst>
            <a:ahLst/>
            <a:cxnLst/>
            <a:rect l="textAreaLeft" t="textAreaTop" r="textAreaRight" b="textAreaBottom"/>
            <a:pathLst>
              <a:path w="4303" h="1758">
                <a:moveTo>
                  <a:pt x="878" y="1"/>
                </a:moveTo>
                <a:cubicBezTo>
                  <a:pt x="395" y="1"/>
                  <a:pt x="1" y="388"/>
                  <a:pt x="1" y="875"/>
                </a:cubicBezTo>
                <a:cubicBezTo>
                  <a:pt x="1" y="1367"/>
                  <a:pt x="404" y="1758"/>
                  <a:pt x="894" y="1758"/>
                </a:cubicBezTo>
                <a:cubicBezTo>
                  <a:pt x="900" y="1758"/>
                  <a:pt x="906" y="1758"/>
                  <a:pt x="912" y="1758"/>
                </a:cubicBezTo>
                <a:lnTo>
                  <a:pt x="3457" y="1758"/>
                </a:lnTo>
                <a:cubicBezTo>
                  <a:pt x="3926" y="1739"/>
                  <a:pt x="4302" y="1344"/>
                  <a:pt x="4302" y="875"/>
                </a:cubicBezTo>
                <a:cubicBezTo>
                  <a:pt x="4302" y="405"/>
                  <a:pt x="3926" y="20"/>
                  <a:pt x="3457" y="1"/>
                </a:cubicBezTo>
                <a:lnTo>
                  <a:pt x="912" y="1"/>
                </a:lnTo>
                <a:cubicBezTo>
                  <a:pt x="900" y="1"/>
                  <a:pt x="889" y="1"/>
                  <a:pt x="87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449" name="Google Shape;453;p 2"/>
          <p:cNvSpPr/>
          <p:nvPr/>
        </p:nvSpPr>
        <p:spPr>
          <a:xfrm>
            <a:off x="1824480" y="2673720"/>
            <a:ext cx="148320" cy="60480"/>
          </a:xfrm>
          <a:custGeom>
            <a:avLst/>
            <a:gdLst>
              <a:gd name="textAreaLeft" fmla="*/ 0 w 148320"/>
              <a:gd name="textAreaRight" fmla="*/ 148680 w 148320"/>
              <a:gd name="textAreaTop" fmla="*/ 0 h 60480"/>
              <a:gd name="textAreaBottom" fmla="*/ 60840 h 60480"/>
            </a:gdLst>
            <a:ahLst/>
            <a:cxnLst/>
            <a:rect l="textAreaLeft" t="textAreaTop" r="textAreaRight" b="textAreaBottom"/>
            <a:pathLst>
              <a:path w="4293" h="1757">
                <a:moveTo>
                  <a:pt x="874" y="0"/>
                </a:moveTo>
                <a:cubicBezTo>
                  <a:pt x="395" y="0"/>
                  <a:pt x="0" y="395"/>
                  <a:pt x="0" y="874"/>
                </a:cubicBezTo>
                <a:cubicBezTo>
                  <a:pt x="0" y="1362"/>
                  <a:pt x="395" y="1747"/>
                  <a:pt x="874" y="1756"/>
                </a:cubicBezTo>
                <a:lnTo>
                  <a:pt x="3419" y="1756"/>
                </a:lnTo>
                <a:cubicBezTo>
                  <a:pt x="3898" y="1747"/>
                  <a:pt x="4292" y="1362"/>
                  <a:pt x="4292" y="874"/>
                </a:cubicBezTo>
                <a:cubicBezTo>
                  <a:pt x="4292" y="395"/>
                  <a:pt x="3898" y="0"/>
                  <a:pt x="3419"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450" name="Google Shape;454;p 2"/>
          <p:cNvSpPr/>
          <p:nvPr/>
        </p:nvSpPr>
        <p:spPr>
          <a:xfrm>
            <a:off x="1823040" y="2552400"/>
            <a:ext cx="148680" cy="60120"/>
          </a:xfrm>
          <a:custGeom>
            <a:avLst/>
            <a:gdLst>
              <a:gd name="textAreaLeft" fmla="*/ 0 w 148680"/>
              <a:gd name="textAreaRight" fmla="*/ 149040 w 148680"/>
              <a:gd name="textAreaTop" fmla="*/ 0 h 60120"/>
              <a:gd name="textAreaBottom" fmla="*/ 60480 h 60120"/>
            </a:gdLst>
            <a:ahLst/>
            <a:cxnLst/>
            <a:rect l="textAreaLeft" t="textAreaTop" r="textAreaRight" b="textAreaBottom"/>
            <a:pathLst>
              <a:path w="4303" h="1749">
                <a:moveTo>
                  <a:pt x="878" y="0"/>
                </a:moveTo>
                <a:cubicBezTo>
                  <a:pt x="395" y="0"/>
                  <a:pt x="1" y="388"/>
                  <a:pt x="1" y="874"/>
                </a:cubicBezTo>
                <a:cubicBezTo>
                  <a:pt x="1" y="1361"/>
                  <a:pt x="395" y="1748"/>
                  <a:pt x="878" y="1748"/>
                </a:cubicBezTo>
                <a:cubicBezTo>
                  <a:pt x="889" y="1748"/>
                  <a:pt x="900" y="1748"/>
                  <a:pt x="912" y="1748"/>
                </a:cubicBezTo>
                <a:lnTo>
                  <a:pt x="3457" y="1748"/>
                </a:lnTo>
                <a:cubicBezTo>
                  <a:pt x="3926" y="1729"/>
                  <a:pt x="4302" y="1344"/>
                  <a:pt x="4302" y="874"/>
                </a:cubicBezTo>
                <a:cubicBezTo>
                  <a:pt x="4302" y="405"/>
                  <a:pt x="3926" y="10"/>
                  <a:pt x="3457" y="1"/>
                </a:cubicBezTo>
                <a:lnTo>
                  <a:pt x="912" y="1"/>
                </a:lnTo>
                <a:cubicBezTo>
                  <a:pt x="900" y="1"/>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451" name="Google Shape;455;p 2"/>
          <p:cNvSpPr/>
          <p:nvPr/>
        </p:nvSpPr>
        <p:spPr>
          <a:xfrm>
            <a:off x="1823040" y="2916000"/>
            <a:ext cx="148680" cy="60480"/>
          </a:xfrm>
          <a:custGeom>
            <a:avLst/>
            <a:gdLst>
              <a:gd name="textAreaLeft" fmla="*/ 0 w 148680"/>
              <a:gd name="textAreaRight" fmla="*/ 149040 w 148680"/>
              <a:gd name="textAreaTop" fmla="*/ 0 h 60480"/>
              <a:gd name="textAreaBottom" fmla="*/ 60840 h 60480"/>
            </a:gdLst>
            <a:ahLst/>
            <a:cxnLst/>
            <a:rect l="textAreaLeft" t="textAreaTop" r="textAreaRight" b="textAreaBottom"/>
            <a:pathLst>
              <a:path w="4303" h="1759">
                <a:moveTo>
                  <a:pt x="878" y="1"/>
                </a:moveTo>
                <a:cubicBezTo>
                  <a:pt x="396" y="1"/>
                  <a:pt x="1" y="398"/>
                  <a:pt x="1" y="884"/>
                </a:cubicBezTo>
                <a:cubicBezTo>
                  <a:pt x="1" y="1371"/>
                  <a:pt x="395" y="1758"/>
                  <a:pt x="878" y="1758"/>
                </a:cubicBezTo>
                <a:cubicBezTo>
                  <a:pt x="889" y="1758"/>
                  <a:pt x="900" y="1758"/>
                  <a:pt x="912" y="1758"/>
                </a:cubicBezTo>
                <a:lnTo>
                  <a:pt x="3457" y="1758"/>
                </a:lnTo>
                <a:cubicBezTo>
                  <a:pt x="3926" y="1739"/>
                  <a:pt x="4302" y="1354"/>
                  <a:pt x="4302" y="884"/>
                </a:cubicBezTo>
                <a:cubicBezTo>
                  <a:pt x="4302" y="405"/>
                  <a:pt x="3926" y="20"/>
                  <a:pt x="3457" y="1"/>
                </a:cubicBezTo>
                <a:lnTo>
                  <a:pt x="912" y="1"/>
                </a:lnTo>
                <a:cubicBezTo>
                  <a:pt x="900" y="1"/>
                  <a:pt x="889" y="1"/>
                  <a:pt x="87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452" name="Google Shape;456;p 2"/>
          <p:cNvSpPr/>
          <p:nvPr/>
        </p:nvSpPr>
        <p:spPr>
          <a:xfrm>
            <a:off x="1823040" y="3037680"/>
            <a:ext cx="148680" cy="60120"/>
          </a:xfrm>
          <a:custGeom>
            <a:avLst/>
            <a:gdLst>
              <a:gd name="textAreaLeft" fmla="*/ 0 w 148680"/>
              <a:gd name="textAreaRight" fmla="*/ 149040 w 148680"/>
              <a:gd name="textAreaTop" fmla="*/ 0 h 60120"/>
              <a:gd name="textAreaBottom" fmla="*/ 60480 h 60120"/>
            </a:gdLst>
            <a:ahLst/>
            <a:cxnLst/>
            <a:rect l="textAreaLeft" t="textAreaTop" r="textAreaRight" b="textAreaBottom"/>
            <a:pathLst>
              <a:path w="4303" h="1749">
                <a:moveTo>
                  <a:pt x="878" y="0"/>
                </a:moveTo>
                <a:cubicBezTo>
                  <a:pt x="395" y="0"/>
                  <a:pt x="1" y="388"/>
                  <a:pt x="1" y="874"/>
                </a:cubicBezTo>
                <a:cubicBezTo>
                  <a:pt x="1" y="1361"/>
                  <a:pt x="395" y="1749"/>
                  <a:pt x="878" y="1749"/>
                </a:cubicBezTo>
                <a:cubicBezTo>
                  <a:pt x="889" y="1749"/>
                  <a:pt x="900" y="1748"/>
                  <a:pt x="912" y="1748"/>
                </a:cubicBezTo>
                <a:lnTo>
                  <a:pt x="3457" y="1748"/>
                </a:lnTo>
                <a:cubicBezTo>
                  <a:pt x="3926" y="1729"/>
                  <a:pt x="4302" y="1344"/>
                  <a:pt x="4302" y="874"/>
                </a:cubicBezTo>
                <a:cubicBezTo>
                  <a:pt x="4302" y="405"/>
                  <a:pt x="3926" y="10"/>
                  <a:pt x="3457" y="1"/>
                </a:cubicBezTo>
                <a:lnTo>
                  <a:pt x="912" y="1"/>
                </a:lnTo>
                <a:cubicBezTo>
                  <a:pt x="900" y="1"/>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453" name="Google Shape;457;p 2"/>
          <p:cNvSpPr/>
          <p:nvPr/>
        </p:nvSpPr>
        <p:spPr>
          <a:xfrm>
            <a:off x="1823040" y="3159000"/>
            <a:ext cx="148680" cy="60480"/>
          </a:xfrm>
          <a:custGeom>
            <a:avLst/>
            <a:gdLst>
              <a:gd name="textAreaLeft" fmla="*/ 0 w 148680"/>
              <a:gd name="textAreaRight" fmla="*/ 149040 w 148680"/>
              <a:gd name="textAreaTop" fmla="*/ 0 h 60480"/>
              <a:gd name="textAreaBottom" fmla="*/ 60840 h 60480"/>
            </a:gdLst>
            <a:ahLst/>
            <a:cxnLst/>
            <a:rect l="textAreaLeft" t="textAreaTop" r="textAreaRight" b="textAreaBottom"/>
            <a:pathLst>
              <a:path w="4303" h="1758">
                <a:moveTo>
                  <a:pt x="878" y="1"/>
                </a:moveTo>
                <a:cubicBezTo>
                  <a:pt x="395" y="1"/>
                  <a:pt x="1" y="388"/>
                  <a:pt x="1" y="875"/>
                </a:cubicBezTo>
                <a:cubicBezTo>
                  <a:pt x="1" y="1367"/>
                  <a:pt x="404" y="1758"/>
                  <a:pt x="894" y="1758"/>
                </a:cubicBezTo>
                <a:cubicBezTo>
                  <a:pt x="900" y="1758"/>
                  <a:pt x="906" y="1758"/>
                  <a:pt x="912" y="1757"/>
                </a:cubicBezTo>
                <a:lnTo>
                  <a:pt x="3457" y="1757"/>
                </a:lnTo>
                <a:cubicBezTo>
                  <a:pt x="3926" y="1739"/>
                  <a:pt x="4302" y="1344"/>
                  <a:pt x="4302" y="875"/>
                </a:cubicBezTo>
                <a:cubicBezTo>
                  <a:pt x="4302" y="405"/>
                  <a:pt x="3926" y="20"/>
                  <a:pt x="3457" y="1"/>
                </a:cubicBezTo>
                <a:lnTo>
                  <a:pt x="912" y="1"/>
                </a:lnTo>
                <a:cubicBezTo>
                  <a:pt x="900" y="1"/>
                  <a:pt x="889" y="1"/>
                  <a:pt x="87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454" name="Google Shape;458;p 2"/>
          <p:cNvSpPr/>
          <p:nvPr/>
        </p:nvSpPr>
        <p:spPr>
          <a:xfrm>
            <a:off x="2023200" y="255240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4">
                <a:moveTo>
                  <a:pt x="1191" y="1"/>
                </a:moveTo>
                <a:cubicBezTo>
                  <a:pt x="1185" y="1"/>
                  <a:pt x="1180" y="1"/>
                  <a:pt x="1174" y="1"/>
                </a:cubicBezTo>
                <a:cubicBezTo>
                  <a:pt x="395" y="1"/>
                  <a:pt x="0" y="940"/>
                  <a:pt x="554" y="1494"/>
                </a:cubicBezTo>
                <a:cubicBezTo>
                  <a:pt x="733" y="1673"/>
                  <a:pt x="952" y="1753"/>
                  <a:pt x="1167" y="1753"/>
                </a:cubicBezTo>
                <a:cubicBezTo>
                  <a:pt x="1617" y="1753"/>
                  <a:pt x="2047" y="1402"/>
                  <a:pt x="2047" y="874"/>
                </a:cubicBezTo>
                <a:cubicBezTo>
                  <a:pt x="2047" y="392"/>
                  <a:pt x="1671" y="1"/>
                  <a:pt x="119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455" name="Google Shape;459;p 2"/>
          <p:cNvSpPr/>
          <p:nvPr/>
        </p:nvSpPr>
        <p:spPr>
          <a:xfrm>
            <a:off x="2023200" y="267372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3">
                <a:moveTo>
                  <a:pt x="1174" y="0"/>
                </a:moveTo>
                <a:cubicBezTo>
                  <a:pt x="395" y="0"/>
                  <a:pt x="0" y="939"/>
                  <a:pt x="554" y="1493"/>
                </a:cubicBezTo>
                <a:cubicBezTo>
                  <a:pt x="733" y="1672"/>
                  <a:pt x="952" y="1752"/>
                  <a:pt x="1167" y="1752"/>
                </a:cubicBezTo>
                <a:cubicBezTo>
                  <a:pt x="1617" y="1752"/>
                  <a:pt x="2047" y="1401"/>
                  <a:pt x="2047" y="874"/>
                </a:cubicBezTo>
                <a:cubicBezTo>
                  <a:pt x="2047" y="395"/>
                  <a:pt x="1662" y="0"/>
                  <a:pt x="11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456" name="Google Shape;460;p 2"/>
          <p:cNvSpPr/>
          <p:nvPr/>
        </p:nvSpPr>
        <p:spPr>
          <a:xfrm>
            <a:off x="2023200" y="279504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8">
                <a:moveTo>
                  <a:pt x="1174" y="0"/>
                </a:moveTo>
                <a:cubicBezTo>
                  <a:pt x="395" y="0"/>
                  <a:pt x="0" y="949"/>
                  <a:pt x="554" y="1503"/>
                </a:cubicBezTo>
                <a:cubicBezTo>
                  <a:pt x="733" y="1679"/>
                  <a:pt x="951" y="1758"/>
                  <a:pt x="1166" y="1758"/>
                </a:cubicBezTo>
                <a:cubicBezTo>
                  <a:pt x="1616" y="1758"/>
                  <a:pt x="2047" y="1408"/>
                  <a:pt x="2047" y="874"/>
                </a:cubicBezTo>
                <a:cubicBezTo>
                  <a:pt x="2047" y="395"/>
                  <a:pt x="1662" y="0"/>
                  <a:pt x="11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457" name="Google Shape;461;p 2"/>
          <p:cNvSpPr/>
          <p:nvPr/>
        </p:nvSpPr>
        <p:spPr>
          <a:xfrm>
            <a:off x="2023200" y="291600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63">
                <a:moveTo>
                  <a:pt x="1174" y="0"/>
                </a:moveTo>
                <a:cubicBezTo>
                  <a:pt x="395" y="0"/>
                  <a:pt x="0" y="949"/>
                  <a:pt x="554" y="1503"/>
                </a:cubicBezTo>
                <a:cubicBezTo>
                  <a:pt x="733" y="1682"/>
                  <a:pt x="952" y="1762"/>
                  <a:pt x="1167" y="1762"/>
                </a:cubicBezTo>
                <a:cubicBezTo>
                  <a:pt x="1617" y="1762"/>
                  <a:pt x="2047" y="1411"/>
                  <a:pt x="2047" y="883"/>
                </a:cubicBezTo>
                <a:cubicBezTo>
                  <a:pt x="2047" y="395"/>
                  <a:pt x="1662" y="0"/>
                  <a:pt x="11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458" name="Google Shape;462;p 2"/>
          <p:cNvSpPr/>
          <p:nvPr/>
        </p:nvSpPr>
        <p:spPr>
          <a:xfrm>
            <a:off x="2023200" y="303768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4">
                <a:moveTo>
                  <a:pt x="1174" y="1"/>
                </a:moveTo>
                <a:cubicBezTo>
                  <a:pt x="395" y="1"/>
                  <a:pt x="0" y="940"/>
                  <a:pt x="554" y="1494"/>
                </a:cubicBezTo>
                <a:cubicBezTo>
                  <a:pt x="733" y="1673"/>
                  <a:pt x="952" y="1753"/>
                  <a:pt x="1167" y="1753"/>
                </a:cubicBezTo>
                <a:cubicBezTo>
                  <a:pt x="1617" y="1753"/>
                  <a:pt x="2047" y="1402"/>
                  <a:pt x="2047" y="874"/>
                </a:cubicBezTo>
                <a:cubicBezTo>
                  <a:pt x="2047" y="386"/>
                  <a:pt x="1662" y="1"/>
                  <a:pt x="11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459" name="Google Shape;463;p 2"/>
          <p:cNvSpPr/>
          <p:nvPr/>
        </p:nvSpPr>
        <p:spPr>
          <a:xfrm>
            <a:off x="2023200" y="315900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3">
                <a:moveTo>
                  <a:pt x="1174" y="0"/>
                </a:moveTo>
                <a:cubicBezTo>
                  <a:pt x="395" y="0"/>
                  <a:pt x="0" y="939"/>
                  <a:pt x="554" y="1493"/>
                </a:cubicBezTo>
                <a:cubicBezTo>
                  <a:pt x="733" y="1672"/>
                  <a:pt x="952" y="1752"/>
                  <a:pt x="1167" y="1752"/>
                </a:cubicBezTo>
                <a:cubicBezTo>
                  <a:pt x="1617" y="1752"/>
                  <a:pt x="2047" y="1401"/>
                  <a:pt x="2047" y="874"/>
                </a:cubicBezTo>
                <a:cubicBezTo>
                  <a:pt x="2047" y="395"/>
                  <a:pt x="1662" y="0"/>
                  <a:pt x="11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460" name="Google Shape;464;p 2"/>
          <p:cNvSpPr/>
          <p:nvPr/>
        </p:nvSpPr>
        <p:spPr>
          <a:xfrm>
            <a:off x="2657160" y="2518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3" y="0"/>
                  <a:pt x="1" y="821"/>
                  <a:pt x="1" y="1841"/>
                </a:cubicBezTo>
                <a:lnTo>
                  <a:pt x="1" y="1842"/>
                </a:lnTo>
                <a:cubicBezTo>
                  <a:pt x="1" y="2864"/>
                  <a:pt x="823" y="3685"/>
                  <a:pt x="1843" y="3685"/>
                </a:cubicBezTo>
                <a:cubicBezTo>
                  <a:pt x="2865" y="3685"/>
                  <a:pt x="3685" y="2864"/>
                  <a:pt x="3685" y="1842"/>
                </a:cubicBezTo>
                <a:lnTo>
                  <a:pt x="3685" y="1841"/>
                </a:lnTo>
                <a:cubicBezTo>
                  <a:pt x="3685" y="821"/>
                  <a:pt x="2865"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61" name="Google Shape;465;p 2"/>
          <p:cNvSpPr/>
          <p:nvPr/>
        </p:nvSpPr>
        <p:spPr>
          <a:xfrm>
            <a:off x="2764440" y="2518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1"/>
                  <a:pt x="1" y="1841"/>
                </a:cubicBezTo>
                <a:lnTo>
                  <a:pt x="1" y="1842"/>
                </a:lnTo>
                <a:cubicBezTo>
                  <a:pt x="1" y="2864"/>
                  <a:pt x="822" y="3685"/>
                  <a:pt x="1843" y="3685"/>
                </a:cubicBezTo>
                <a:cubicBezTo>
                  <a:pt x="2863" y="3685"/>
                  <a:pt x="3686" y="2864"/>
                  <a:pt x="3686" y="1842"/>
                </a:cubicBezTo>
                <a:lnTo>
                  <a:pt x="3686" y="1841"/>
                </a:lnTo>
                <a:cubicBezTo>
                  <a:pt x="3686"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62" name="Google Shape;466;p 2"/>
          <p:cNvSpPr/>
          <p:nvPr/>
        </p:nvSpPr>
        <p:spPr>
          <a:xfrm>
            <a:off x="2549880" y="2611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3" y="0"/>
                </a:moveTo>
                <a:cubicBezTo>
                  <a:pt x="821" y="0"/>
                  <a:pt x="0" y="821"/>
                  <a:pt x="0" y="1841"/>
                </a:cubicBezTo>
                <a:lnTo>
                  <a:pt x="0" y="1842"/>
                </a:lnTo>
                <a:cubicBezTo>
                  <a:pt x="0" y="2862"/>
                  <a:pt x="821" y="3685"/>
                  <a:pt x="1843" y="3685"/>
                </a:cubicBezTo>
                <a:cubicBezTo>
                  <a:pt x="2863" y="3685"/>
                  <a:pt x="3683" y="2862"/>
                  <a:pt x="3683" y="1842"/>
                </a:cubicBezTo>
                <a:lnTo>
                  <a:pt x="3683" y="1841"/>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63" name="Google Shape;467;p 2"/>
          <p:cNvSpPr/>
          <p:nvPr/>
        </p:nvSpPr>
        <p:spPr>
          <a:xfrm>
            <a:off x="2657160" y="2611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3" y="0"/>
                  <a:pt x="1" y="821"/>
                  <a:pt x="1" y="1841"/>
                </a:cubicBezTo>
                <a:lnTo>
                  <a:pt x="1" y="1842"/>
                </a:lnTo>
                <a:cubicBezTo>
                  <a:pt x="1" y="2862"/>
                  <a:pt x="823" y="3685"/>
                  <a:pt x="1843" y="3685"/>
                </a:cubicBezTo>
                <a:cubicBezTo>
                  <a:pt x="2865" y="3685"/>
                  <a:pt x="3685" y="2862"/>
                  <a:pt x="3685" y="1842"/>
                </a:cubicBezTo>
                <a:lnTo>
                  <a:pt x="3685" y="1841"/>
                </a:lnTo>
                <a:cubicBezTo>
                  <a:pt x="3685" y="821"/>
                  <a:pt x="2865"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64" name="Google Shape;468;p 2"/>
          <p:cNvSpPr/>
          <p:nvPr/>
        </p:nvSpPr>
        <p:spPr>
          <a:xfrm>
            <a:off x="2764440" y="2611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1"/>
                  <a:pt x="1" y="1841"/>
                </a:cubicBezTo>
                <a:lnTo>
                  <a:pt x="1" y="1842"/>
                </a:lnTo>
                <a:cubicBezTo>
                  <a:pt x="1" y="2862"/>
                  <a:pt x="822" y="3685"/>
                  <a:pt x="1843" y="3685"/>
                </a:cubicBezTo>
                <a:cubicBezTo>
                  <a:pt x="2863" y="3685"/>
                  <a:pt x="3686" y="2862"/>
                  <a:pt x="3686" y="1842"/>
                </a:cubicBezTo>
                <a:lnTo>
                  <a:pt x="3686" y="1841"/>
                </a:lnTo>
                <a:cubicBezTo>
                  <a:pt x="3686"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65" name="Google Shape;469;p 2"/>
          <p:cNvSpPr/>
          <p:nvPr/>
        </p:nvSpPr>
        <p:spPr>
          <a:xfrm>
            <a:off x="2549880" y="2703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3"/>
                  <a:pt x="0" y="1843"/>
                </a:cubicBezTo>
                <a:lnTo>
                  <a:pt x="0" y="1845"/>
                </a:lnTo>
                <a:cubicBezTo>
                  <a:pt x="0" y="2864"/>
                  <a:pt x="821" y="3685"/>
                  <a:pt x="1843" y="3685"/>
                </a:cubicBezTo>
                <a:cubicBezTo>
                  <a:pt x="2863" y="3685"/>
                  <a:pt x="3683" y="2864"/>
                  <a:pt x="3683" y="1845"/>
                </a:cubicBezTo>
                <a:lnTo>
                  <a:pt x="3683" y="1843"/>
                </a:lnTo>
                <a:cubicBezTo>
                  <a:pt x="3683"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66" name="Google Shape;470;p 2"/>
          <p:cNvSpPr/>
          <p:nvPr/>
        </p:nvSpPr>
        <p:spPr>
          <a:xfrm>
            <a:off x="2657160" y="2703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3"/>
                  <a:pt x="1" y="1843"/>
                </a:cubicBezTo>
                <a:lnTo>
                  <a:pt x="1" y="1845"/>
                </a:lnTo>
                <a:cubicBezTo>
                  <a:pt x="1" y="2864"/>
                  <a:pt x="823" y="3685"/>
                  <a:pt x="1843" y="3685"/>
                </a:cubicBezTo>
                <a:cubicBezTo>
                  <a:pt x="2865" y="3685"/>
                  <a:pt x="3685" y="2864"/>
                  <a:pt x="3685" y="1845"/>
                </a:cubicBezTo>
                <a:lnTo>
                  <a:pt x="3685" y="1843"/>
                </a:lnTo>
                <a:cubicBezTo>
                  <a:pt x="3685" y="823"/>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67" name="Google Shape;471;p 2"/>
          <p:cNvSpPr/>
          <p:nvPr/>
        </p:nvSpPr>
        <p:spPr>
          <a:xfrm>
            <a:off x="2764440" y="2703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3"/>
                  <a:pt x="1" y="1843"/>
                </a:cubicBezTo>
                <a:lnTo>
                  <a:pt x="1" y="1845"/>
                </a:lnTo>
                <a:cubicBezTo>
                  <a:pt x="1" y="2864"/>
                  <a:pt x="822" y="3685"/>
                  <a:pt x="1843" y="3685"/>
                </a:cubicBezTo>
                <a:cubicBezTo>
                  <a:pt x="2863" y="3685"/>
                  <a:pt x="3686" y="2864"/>
                  <a:pt x="3686" y="1845"/>
                </a:cubicBezTo>
                <a:lnTo>
                  <a:pt x="3686" y="1843"/>
                </a:lnTo>
                <a:cubicBezTo>
                  <a:pt x="3686"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68" name="Google Shape;472;p 2"/>
          <p:cNvSpPr/>
          <p:nvPr/>
        </p:nvSpPr>
        <p:spPr>
          <a:xfrm>
            <a:off x="2549880" y="2796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1"/>
                  <a:pt x="0" y="1843"/>
                </a:cubicBezTo>
                <a:cubicBezTo>
                  <a:pt x="0" y="2864"/>
                  <a:pt x="821" y="3685"/>
                  <a:pt x="1843" y="3685"/>
                </a:cubicBezTo>
                <a:cubicBezTo>
                  <a:pt x="2863" y="3685"/>
                  <a:pt x="3683" y="2864"/>
                  <a:pt x="3683" y="1843"/>
                </a:cubicBezTo>
                <a:cubicBezTo>
                  <a:pt x="3683"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69" name="Google Shape;473;p 2"/>
          <p:cNvSpPr/>
          <p:nvPr/>
        </p:nvSpPr>
        <p:spPr>
          <a:xfrm>
            <a:off x="2657160" y="2796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1"/>
                  <a:pt x="1" y="1843"/>
                </a:cubicBezTo>
                <a:cubicBezTo>
                  <a:pt x="1" y="2864"/>
                  <a:pt x="823" y="3685"/>
                  <a:pt x="1843" y="3685"/>
                </a:cubicBezTo>
                <a:cubicBezTo>
                  <a:pt x="2865" y="3685"/>
                  <a:pt x="3685" y="2864"/>
                  <a:pt x="3685" y="1843"/>
                </a:cubicBezTo>
                <a:cubicBezTo>
                  <a:pt x="3685" y="821"/>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70" name="Google Shape;474;p 2"/>
          <p:cNvSpPr/>
          <p:nvPr/>
        </p:nvSpPr>
        <p:spPr>
          <a:xfrm>
            <a:off x="2764440" y="2796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1"/>
                  <a:pt x="1" y="1843"/>
                </a:cubicBezTo>
                <a:cubicBezTo>
                  <a:pt x="1" y="2864"/>
                  <a:pt x="822" y="3685"/>
                  <a:pt x="1843" y="3685"/>
                </a:cubicBezTo>
                <a:cubicBezTo>
                  <a:pt x="2863" y="3685"/>
                  <a:pt x="3686" y="2864"/>
                  <a:pt x="3686" y="1843"/>
                </a:cubicBezTo>
                <a:cubicBezTo>
                  <a:pt x="3686"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71" name="Google Shape;475;p 2"/>
          <p:cNvSpPr/>
          <p:nvPr/>
        </p:nvSpPr>
        <p:spPr>
          <a:xfrm>
            <a:off x="2549880" y="2889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2"/>
                  <a:pt x="0" y="1841"/>
                </a:cubicBezTo>
                <a:lnTo>
                  <a:pt x="0" y="1843"/>
                </a:lnTo>
                <a:cubicBezTo>
                  <a:pt x="0" y="2863"/>
                  <a:pt x="821" y="3685"/>
                  <a:pt x="1843" y="3685"/>
                </a:cubicBezTo>
                <a:cubicBezTo>
                  <a:pt x="2863" y="3685"/>
                  <a:pt x="3683" y="2863"/>
                  <a:pt x="3683" y="1843"/>
                </a:cubicBezTo>
                <a:lnTo>
                  <a:pt x="3683" y="1841"/>
                </a:lnTo>
                <a:cubicBezTo>
                  <a:pt x="3683" y="822"/>
                  <a:pt x="2863" y="1"/>
                  <a:pt x="1843"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72" name="Google Shape;476;p 2"/>
          <p:cNvSpPr/>
          <p:nvPr/>
        </p:nvSpPr>
        <p:spPr>
          <a:xfrm>
            <a:off x="2657160" y="2889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2"/>
                  <a:pt x="1" y="1841"/>
                </a:cubicBezTo>
                <a:lnTo>
                  <a:pt x="1" y="1843"/>
                </a:lnTo>
                <a:cubicBezTo>
                  <a:pt x="1" y="2863"/>
                  <a:pt x="823" y="3685"/>
                  <a:pt x="1843" y="3685"/>
                </a:cubicBezTo>
                <a:cubicBezTo>
                  <a:pt x="2865" y="3685"/>
                  <a:pt x="3685" y="2863"/>
                  <a:pt x="3685" y="1843"/>
                </a:cubicBezTo>
                <a:lnTo>
                  <a:pt x="3685" y="1841"/>
                </a:lnTo>
                <a:cubicBezTo>
                  <a:pt x="3685" y="822"/>
                  <a:pt x="2865" y="1"/>
                  <a:pt x="1843"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73" name="Google Shape;477;p 2"/>
          <p:cNvSpPr/>
          <p:nvPr/>
        </p:nvSpPr>
        <p:spPr>
          <a:xfrm>
            <a:off x="2764440" y="2889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2"/>
                  <a:pt x="1" y="1841"/>
                </a:cubicBezTo>
                <a:lnTo>
                  <a:pt x="1" y="1843"/>
                </a:lnTo>
                <a:cubicBezTo>
                  <a:pt x="1" y="2863"/>
                  <a:pt x="822" y="3685"/>
                  <a:pt x="1843" y="3685"/>
                </a:cubicBezTo>
                <a:cubicBezTo>
                  <a:pt x="2863" y="3685"/>
                  <a:pt x="3686" y="2863"/>
                  <a:pt x="3686" y="1843"/>
                </a:cubicBezTo>
                <a:lnTo>
                  <a:pt x="3686" y="1841"/>
                </a:lnTo>
                <a:cubicBezTo>
                  <a:pt x="3686" y="822"/>
                  <a:pt x="2863" y="1"/>
                  <a:pt x="1843"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74" name="Google Shape;478;p 2"/>
          <p:cNvSpPr/>
          <p:nvPr/>
        </p:nvSpPr>
        <p:spPr>
          <a:xfrm>
            <a:off x="2549880" y="2926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0" y="1"/>
                </a:moveTo>
                <a:lnTo>
                  <a:pt x="0" y="3686"/>
                </a:lnTo>
                <a:lnTo>
                  <a:pt x="3683" y="3686"/>
                </a:lnTo>
                <a:lnTo>
                  <a:pt x="3683"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75" name="Google Shape;479;p 2"/>
          <p:cNvSpPr/>
          <p:nvPr/>
        </p:nvSpPr>
        <p:spPr>
          <a:xfrm>
            <a:off x="2657160" y="2926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 y="1"/>
                </a:moveTo>
                <a:lnTo>
                  <a:pt x="1" y="3686"/>
                </a:lnTo>
                <a:lnTo>
                  <a:pt x="3685" y="3686"/>
                </a:lnTo>
                <a:lnTo>
                  <a:pt x="3685"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76" name="Google Shape;480;p 2"/>
          <p:cNvSpPr/>
          <p:nvPr/>
        </p:nvSpPr>
        <p:spPr>
          <a:xfrm>
            <a:off x="2764440" y="2926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 y="1"/>
                </a:moveTo>
                <a:lnTo>
                  <a:pt x="1" y="3686"/>
                </a:lnTo>
                <a:lnTo>
                  <a:pt x="3686" y="3686"/>
                </a:lnTo>
                <a:lnTo>
                  <a:pt x="36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77" name="Google Shape;481;p 2"/>
          <p:cNvSpPr/>
          <p:nvPr/>
        </p:nvSpPr>
        <p:spPr>
          <a:xfrm>
            <a:off x="2549880" y="3024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3">
                <a:moveTo>
                  <a:pt x="0" y="0"/>
                </a:moveTo>
                <a:lnTo>
                  <a:pt x="0" y="3683"/>
                </a:lnTo>
                <a:lnTo>
                  <a:pt x="3683" y="3683"/>
                </a:lnTo>
                <a:lnTo>
                  <a:pt x="3683"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78" name="Google Shape;482;p 2"/>
          <p:cNvSpPr/>
          <p:nvPr/>
        </p:nvSpPr>
        <p:spPr>
          <a:xfrm>
            <a:off x="2657160" y="3024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3">
                <a:moveTo>
                  <a:pt x="1" y="0"/>
                </a:moveTo>
                <a:lnTo>
                  <a:pt x="1" y="3683"/>
                </a:lnTo>
                <a:lnTo>
                  <a:pt x="3685" y="3683"/>
                </a:lnTo>
                <a:lnTo>
                  <a:pt x="368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79" name="Google Shape;483;p 2"/>
          <p:cNvSpPr/>
          <p:nvPr/>
        </p:nvSpPr>
        <p:spPr>
          <a:xfrm>
            <a:off x="2764440" y="3024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3">
                <a:moveTo>
                  <a:pt x="1" y="0"/>
                </a:moveTo>
                <a:lnTo>
                  <a:pt x="1" y="3683"/>
                </a:lnTo>
                <a:lnTo>
                  <a:pt x="3686" y="3683"/>
                </a:lnTo>
                <a:lnTo>
                  <a:pt x="3686"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80" name="Google Shape;484;p 2"/>
          <p:cNvSpPr/>
          <p:nvPr/>
        </p:nvSpPr>
        <p:spPr>
          <a:xfrm>
            <a:off x="2549880" y="3130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0" y="1"/>
                </a:moveTo>
                <a:lnTo>
                  <a:pt x="0" y="3684"/>
                </a:lnTo>
                <a:lnTo>
                  <a:pt x="3683" y="3684"/>
                </a:lnTo>
                <a:lnTo>
                  <a:pt x="3683"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81" name="Google Shape;485;p 2"/>
          <p:cNvSpPr/>
          <p:nvPr/>
        </p:nvSpPr>
        <p:spPr>
          <a:xfrm>
            <a:off x="2657160" y="3130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 y="1"/>
                </a:moveTo>
                <a:lnTo>
                  <a:pt x="1" y="3684"/>
                </a:lnTo>
                <a:lnTo>
                  <a:pt x="3685" y="3684"/>
                </a:lnTo>
                <a:lnTo>
                  <a:pt x="3685"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82" name="Google Shape;486;p 2"/>
          <p:cNvSpPr/>
          <p:nvPr/>
        </p:nvSpPr>
        <p:spPr>
          <a:xfrm>
            <a:off x="2764440" y="3130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 y="1"/>
                </a:moveTo>
                <a:lnTo>
                  <a:pt x="1" y="3684"/>
                </a:lnTo>
                <a:lnTo>
                  <a:pt x="3686" y="3684"/>
                </a:lnTo>
                <a:lnTo>
                  <a:pt x="36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483" name="Google Shape;487;p 2"/>
          <p:cNvSpPr/>
          <p:nvPr/>
        </p:nvSpPr>
        <p:spPr>
          <a:xfrm>
            <a:off x="2130840" y="2081880"/>
            <a:ext cx="351000" cy="1180440"/>
          </a:xfrm>
          <a:custGeom>
            <a:avLst/>
            <a:gdLst>
              <a:gd name="textAreaLeft" fmla="*/ 0 w 351000"/>
              <a:gd name="textAreaRight" fmla="*/ 351360 w 351000"/>
              <a:gd name="textAreaTop" fmla="*/ 0 h 1180440"/>
              <a:gd name="textAreaBottom" fmla="*/ 1180800 h 1180440"/>
            </a:gdLst>
            <a:ahLst/>
            <a:cxnLst/>
            <a:rect l="textAreaLeft" t="textAreaTop" r="textAreaRight" b="textAreaBottom"/>
            <a:pathLst>
              <a:path w="21649" h="72726">
                <a:moveTo>
                  <a:pt x="20164" y="0"/>
                </a:moveTo>
                <a:cubicBezTo>
                  <a:pt x="20161" y="0"/>
                  <a:pt x="20158" y="0"/>
                  <a:pt x="20155" y="0"/>
                </a:cubicBezTo>
                <a:lnTo>
                  <a:pt x="1517" y="104"/>
                </a:lnTo>
                <a:cubicBezTo>
                  <a:pt x="701" y="108"/>
                  <a:pt x="41" y="772"/>
                  <a:pt x="41" y="1589"/>
                </a:cubicBezTo>
                <a:lnTo>
                  <a:pt x="0" y="72725"/>
                </a:lnTo>
                <a:lnTo>
                  <a:pt x="21648" y="72725"/>
                </a:lnTo>
                <a:lnTo>
                  <a:pt x="21648" y="1485"/>
                </a:lnTo>
                <a:cubicBezTo>
                  <a:pt x="21648" y="666"/>
                  <a:pt x="20984" y="0"/>
                  <a:pt x="2016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84" name="Google Shape;488;p 2"/>
          <p:cNvSpPr/>
          <p:nvPr/>
        </p:nvSpPr>
        <p:spPr>
          <a:xfrm>
            <a:off x="2195640" y="2154240"/>
            <a:ext cx="32760" cy="1046520"/>
          </a:xfrm>
          <a:custGeom>
            <a:avLst/>
            <a:gdLst>
              <a:gd name="textAreaLeft" fmla="*/ 0 w 32760"/>
              <a:gd name="textAreaRight" fmla="*/ 33120 w 32760"/>
              <a:gd name="textAreaTop" fmla="*/ 0 h 1046520"/>
              <a:gd name="textAreaBottom" fmla="*/ 1046880 h 1046520"/>
            </a:gdLst>
            <a:ahLst/>
            <a:cxnLst/>
            <a:rect l="textAreaLeft" t="textAreaTop" r="textAreaRight" b="textAreaBottom"/>
            <a:pathLst>
              <a:path w="2038" h="64488">
                <a:moveTo>
                  <a:pt x="1018" y="1"/>
                </a:moveTo>
                <a:cubicBezTo>
                  <a:pt x="454" y="1"/>
                  <a:pt x="0" y="455"/>
                  <a:pt x="0" y="1019"/>
                </a:cubicBezTo>
                <a:lnTo>
                  <a:pt x="0" y="63470"/>
                </a:lnTo>
                <a:cubicBezTo>
                  <a:pt x="0" y="64035"/>
                  <a:pt x="454" y="64488"/>
                  <a:pt x="1018" y="64488"/>
                </a:cubicBezTo>
                <a:cubicBezTo>
                  <a:pt x="1583" y="64488"/>
                  <a:pt x="2038" y="64035"/>
                  <a:pt x="2038" y="63470"/>
                </a:cubicBezTo>
                <a:lnTo>
                  <a:pt x="2038" y="1019"/>
                </a:lnTo>
                <a:cubicBezTo>
                  <a:pt x="2038" y="455"/>
                  <a:pt x="1583" y="1"/>
                  <a:pt x="101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485" name="Google Shape;489;p 2"/>
          <p:cNvSpPr/>
          <p:nvPr/>
        </p:nvSpPr>
        <p:spPr>
          <a:xfrm>
            <a:off x="2289960" y="2154240"/>
            <a:ext cx="32760" cy="1046520"/>
          </a:xfrm>
          <a:custGeom>
            <a:avLst/>
            <a:gdLst>
              <a:gd name="textAreaLeft" fmla="*/ 0 w 32760"/>
              <a:gd name="textAreaRight" fmla="*/ 33120 w 32760"/>
              <a:gd name="textAreaTop" fmla="*/ 0 h 1046520"/>
              <a:gd name="textAreaBottom" fmla="*/ 1046880 h 1046520"/>
            </a:gdLst>
            <a:ahLst/>
            <a:cxnLst/>
            <a:rect l="textAreaLeft" t="textAreaTop" r="textAreaRight" b="textAreaBottom"/>
            <a:pathLst>
              <a:path w="2037" h="64488">
                <a:moveTo>
                  <a:pt x="1018" y="1"/>
                </a:moveTo>
                <a:cubicBezTo>
                  <a:pt x="454" y="1"/>
                  <a:pt x="0" y="455"/>
                  <a:pt x="0" y="1019"/>
                </a:cubicBezTo>
                <a:lnTo>
                  <a:pt x="0" y="63470"/>
                </a:lnTo>
                <a:cubicBezTo>
                  <a:pt x="0" y="64035"/>
                  <a:pt x="454" y="64488"/>
                  <a:pt x="1018" y="64488"/>
                </a:cubicBezTo>
                <a:cubicBezTo>
                  <a:pt x="1582" y="64488"/>
                  <a:pt x="2036" y="64035"/>
                  <a:pt x="2036" y="63470"/>
                </a:cubicBezTo>
                <a:lnTo>
                  <a:pt x="2036" y="1019"/>
                </a:lnTo>
                <a:cubicBezTo>
                  <a:pt x="2036" y="455"/>
                  <a:pt x="1582" y="1"/>
                  <a:pt x="101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486" name="Google Shape;490;p 2"/>
          <p:cNvSpPr/>
          <p:nvPr/>
        </p:nvSpPr>
        <p:spPr>
          <a:xfrm>
            <a:off x="2384640" y="2154240"/>
            <a:ext cx="32760" cy="1046520"/>
          </a:xfrm>
          <a:custGeom>
            <a:avLst/>
            <a:gdLst>
              <a:gd name="textAreaLeft" fmla="*/ 0 w 32760"/>
              <a:gd name="textAreaRight" fmla="*/ 33120 w 32760"/>
              <a:gd name="textAreaTop" fmla="*/ 0 h 1046520"/>
              <a:gd name="textAreaBottom" fmla="*/ 1046880 h 1046520"/>
            </a:gdLst>
            <a:ahLst/>
            <a:cxnLst/>
            <a:rect l="textAreaLeft" t="textAreaTop" r="textAreaRight" b="textAreaBottom"/>
            <a:pathLst>
              <a:path w="2039" h="64488">
                <a:moveTo>
                  <a:pt x="1018" y="1"/>
                </a:moveTo>
                <a:cubicBezTo>
                  <a:pt x="455" y="1"/>
                  <a:pt x="0" y="455"/>
                  <a:pt x="0" y="1019"/>
                </a:cubicBezTo>
                <a:lnTo>
                  <a:pt x="0" y="63470"/>
                </a:lnTo>
                <a:cubicBezTo>
                  <a:pt x="0" y="64035"/>
                  <a:pt x="455" y="64488"/>
                  <a:pt x="1018" y="64488"/>
                </a:cubicBezTo>
                <a:cubicBezTo>
                  <a:pt x="1584" y="64488"/>
                  <a:pt x="2038" y="64035"/>
                  <a:pt x="2038" y="63470"/>
                </a:cubicBezTo>
                <a:lnTo>
                  <a:pt x="2038" y="1019"/>
                </a:lnTo>
                <a:cubicBezTo>
                  <a:pt x="2038" y="455"/>
                  <a:pt x="1584" y="1"/>
                  <a:pt x="101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487" name="Google Shape;491;p 2"/>
          <p:cNvSpPr/>
          <p:nvPr/>
        </p:nvSpPr>
        <p:spPr>
          <a:xfrm>
            <a:off x="2911320" y="1726560"/>
            <a:ext cx="351000" cy="1535760"/>
          </a:xfrm>
          <a:custGeom>
            <a:avLst/>
            <a:gdLst>
              <a:gd name="textAreaLeft" fmla="*/ 0 w 351000"/>
              <a:gd name="textAreaRight" fmla="*/ 351360 w 351000"/>
              <a:gd name="textAreaTop" fmla="*/ 0 h 1535760"/>
              <a:gd name="textAreaBottom" fmla="*/ 1536120 h 1535760"/>
            </a:gdLst>
            <a:ahLst/>
            <a:cxnLst/>
            <a:rect l="textAreaLeft" t="textAreaTop" r="textAreaRight" b="textAreaBottom"/>
            <a:pathLst>
              <a:path w="21649" h="94628">
                <a:moveTo>
                  <a:pt x="1508" y="1"/>
                </a:moveTo>
                <a:cubicBezTo>
                  <a:pt x="675" y="1"/>
                  <a:pt x="0" y="675"/>
                  <a:pt x="0" y="1508"/>
                </a:cubicBezTo>
                <a:lnTo>
                  <a:pt x="0" y="94627"/>
                </a:lnTo>
                <a:lnTo>
                  <a:pt x="21648" y="94627"/>
                </a:lnTo>
                <a:lnTo>
                  <a:pt x="21648" y="1508"/>
                </a:lnTo>
                <a:cubicBezTo>
                  <a:pt x="21648" y="675"/>
                  <a:pt x="20974" y="1"/>
                  <a:pt x="20141"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88" name="Google Shape;492;p 2"/>
          <p:cNvSpPr/>
          <p:nvPr/>
        </p:nvSpPr>
        <p:spPr>
          <a:xfrm>
            <a:off x="3057120" y="1882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0"/>
                </a:moveTo>
                <a:cubicBezTo>
                  <a:pt x="822" y="0"/>
                  <a:pt x="1" y="821"/>
                  <a:pt x="1" y="1841"/>
                </a:cubicBezTo>
                <a:lnTo>
                  <a:pt x="1" y="1843"/>
                </a:lnTo>
                <a:cubicBezTo>
                  <a:pt x="1" y="2863"/>
                  <a:pt x="822" y="3683"/>
                  <a:pt x="1841" y="3683"/>
                </a:cubicBezTo>
                <a:lnTo>
                  <a:pt x="1843" y="3683"/>
                </a:lnTo>
                <a:cubicBezTo>
                  <a:pt x="2863" y="3683"/>
                  <a:pt x="3684" y="2863"/>
                  <a:pt x="3684" y="1843"/>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89" name="Google Shape;493;p 2"/>
          <p:cNvSpPr/>
          <p:nvPr/>
        </p:nvSpPr>
        <p:spPr>
          <a:xfrm>
            <a:off x="3164760" y="19922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3">
                <a:moveTo>
                  <a:pt x="1841" y="0"/>
                </a:moveTo>
                <a:cubicBezTo>
                  <a:pt x="821" y="0"/>
                  <a:pt x="0" y="821"/>
                  <a:pt x="0" y="1841"/>
                </a:cubicBezTo>
                <a:lnTo>
                  <a:pt x="0" y="1842"/>
                </a:lnTo>
                <a:cubicBezTo>
                  <a:pt x="0" y="2862"/>
                  <a:pt x="821" y="3683"/>
                  <a:pt x="1841" y="3683"/>
                </a:cubicBezTo>
                <a:cubicBezTo>
                  <a:pt x="2860" y="3683"/>
                  <a:pt x="3683" y="2862"/>
                  <a:pt x="3683" y="1842"/>
                </a:cubicBezTo>
                <a:lnTo>
                  <a:pt x="3683" y="1841"/>
                </a:lnTo>
                <a:cubicBezTo>
                  <a:pt x="3683" y="821"/>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90" name="Google Shape;494;p 2"/>
          <p:cNvSpPr/>
          <p:nvPr/>
        </p:nvSpPr>
        <p:spPr>
          <a:xfrm>
            <a:off x="2949840" y="2101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3"/>
                  <a:pt x="1" y="1843"/>
                </a:cubicBezTo>
                <a:cubicBezTo>
                  <a:pt x="1" y="2864"/>
                  <a:pt x="822" y="3685"/>
                  <a:pt x="1843" y="3685"/>
                </a:cubicBezTo>
                <a:lnTo>
                  <a:pt x="1845" y="3685"/>
                </a:lnTo>
                <a:cubicBezTo>
                  <a:pt x="2865" y="3685"/>
                  <a:pt x="3685" y="2864"/>
                  <a:pt x="3685" y="1843"/>
                </a:cubicBezTo>
                <a:cubicBezTo>
                  <a:pt x="3685" y="823"/>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91" name="Google Shape;495;p 2"/>
          <p:cNvSpPr/>
          <p:nvPr/>
        </p:nvSpPr>
        <p:spPr>
          <a:xfrm>
            <a:off x="3164760" y="2101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1"/>
                </a:moveTo>
                <a:cubicBezTo>
                  <a:pt x="821" y="1"/>
                  <a:pt x="0" y="823"/>
                  <a:pt x="0" y="1843"/>
                </a:cubicBezTo>
                <a:cubicBezTo>
                  <a:pt x="0" y="2864"/>
                  <a:pt x="821" y="3685"/>
                  <a:pt x="1841" y="3685"/>
                </a:cubicBezTo>
                <a:cubicBezTo>
                  <a:pt x="2860" y="3685"/>
                  <a:pt x="3683" y="2864"/>
                  <a:pt x="3683" y="1843"/>
                </a:cubicBezTo>
                <a:cubicBezTo>
                  <a:pt x="3683" y="823"/>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92" name="Google Shape;496;p 2"/>
          <p:cNvSpPr/>
          <p:nvPr/>
        </p:nvSpPr>
        <p:spPr>
          <a:xfrm>
            <a:off x="2949840" y="2210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1"/>
                </a:moveTo>
                <a:cubicBezTo>
                  <a:pt x="822" y="1"/>
                  <a:pt x="1" y="822"/>
                  <a:pt x="1" y="1841"/>
                </a:cubicBezTo>
                <a:lnTo>
                  <a:pt x="1" y="1843"/>
                </a:lnTo>
                <a:cubicBezTo>
                  <a:pt x="1" y="2863"/>
                  <a:pt x="822" y="3684"/>
                  <a:pt x="1843" y="3684"/>
                </a:cubicBezTo>
                <a:lnTo>
                  <a:pt x="1845" y="3684"/>
                </a:lnTo>
                <a:cubicBezTo>
                  <a:pt x="2865" y="3684"/>
                  <a:pt x="3685" y="2863"/>
                  <a:pt x="3685" y="1843"/>
                </a:cubicBezTo>
                <a:lnTo>
                  <a:pt x="3685" y="1841"/>
                </a:lnTo>
                <a:cubicBezTo>
                  <a:pt x="3685" y="822"/>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93" name="Google Shape;497;p 2"/>
          <p:cNvSpPr/>
          <p:nvPr/>
        </p:nvSpPr>
        <p:spPr>
          <a:xfrm>
            <a:off x="3057120" y="2210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2" y="1"/>
                  <a:pt x="1" y="822"/>
                  <a:pt x="1" y="1841"/>
                </a:cubicBezTo>
                <a:lnTo>
                  <a:pt x="1" y="1843"/>
                </a:lnTo>
                <a:cubicBezTo>
                  <a:pt x="1" y="2863"/>
                  <a:pt x="822" y="3684"/>
                  <a:pt x="1841" y="3684"/>
                </a:cubicBezTo>
                <a:lnTo>
                  <a:pt x="1843" y="3684"/>
                </a:lnTo>
                <a:cubicBezTo>
                  <a:pt x="2863" y="3684"/>
                  <a:pt x="3684" y="2863"/>
                  <a:pt x="3684" y="1843"/>
                </a:cubicBezTo>
                <a:lnTo>
                  <a:pt x="3684" y="1841"/>
                </a:lnTo>
                <a:cubicBezTo>
                  <a:pt x="3684"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94" name="Google Shape;498;p 2"/>
          <p:cNvSpPr/>
          <p:nvPr/>
        </p:nvSpPr>
        <p:spPr>
          <a:xfrm>
            <a:off x="3164760" y="2210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2"/>
                  <a:pt x="0" y="1841"/>
                </a:cubicBezTo>
                <a:lnTo>
                  <a:pt x="0" y="1843"/>
                </a:lnTo>
                <a:cubicBezTo>
                  <a:pt x="0" y="2863"/>
                  <a:pt x="821" y="3684"/>
                  <a:pt x="1841" y="3684"/>
                </a:cubicBezTo>
                <a:cubicBezTo>
                  <a:pt x="2860" y="3684"/>
                  <a:pt x="3683" y="2863"/>
                  <a:pt x="3683" y="1843"/>
                </a:cubicBezTo>
                <a:lnTo>
                  <a:pt x="3683" y="1841"/>
                </a:lnTo>
                <a:cubicBezTo>
                  <a:pt x="3683" y="822"/>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95" name="Google Shape;499;p 2"/>
          <p:cNvSpPr/>
          <p:nvPr/>
        </p:nvSpPr>
        <p:spPr>
          <a:xfrm>
            <a:off x="2949840" y="23194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0"/>
                </a:moveTo>
                <a:cubicBezTo>
                  <a:pt x="822" y="0"/>
                  <a:pt x="1" y="823"/>
                  <a:pt x="1" y="1843"/>
                </a:cubicBezTo>
                <a:cubicBezTo>
                  <a:pt x="1" y="2864"/>
                  <a:pt x="822" y="3685"/>
                  <a:pt x="1843" y="3685"/>
                </a:cubicBezTo>
                <a:lnTo>
                  <a:pt x="1845" y="3685"/>
                </a:lnTo>
                <a:cubicBezTo>
                  <a:pt x="2865" y="3685"/>
                  <a:pt x="3685" y="2864"/>
                  <a:pt x="3685" y="1843"/>
                </a:cubicBezTo>
                <a:cubicBezTo>
                  <a:pt x="3685" y="823"/>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96" name="Google Shape;500;p 2"/>
          <p:cNvSpPr/>
          <p:nvPr/>
        </p:nvSpPr>
        <p:spPr>
          <a:xfrm>
            <a:off x="3057120" y="23194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0"/>
                </a:moveTo>
                <a:cubicBezTo>
                  <a:pt x="822" y="0"/>
                  <a:pt x="1" y="823"/>
                  <a:pt x="1" y="1843"/>
                </a:cubicBezTo>
                <a:cubicBezTo>
                  <a:pt x="1" y="2864"/>
                  <a:pt x="822" y="3685"/>
                  <a:pt x="1841" y="3685"/>
                </a:cubicBezTo>
                <a:lnTo>
                  <a:pt x="1843" y="3685"/>
                </a:lnTo>
                <a:cubicBezTo>
                  <a:pt x="2863" y="3685"/>
                  <a:pt x="3684" y="2864"/>
                  <a:pt x="3684" y="1843"/>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97" name="Google Shape;501;p 2"/>
          <p:cNvSpPr/>
          <p:nvPr/>
        </p:nvSpPr>
        <p:spPr>
          <a:xfrm>
            <a:off x="3164760" y="23194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0"/>
                </a:moveTo>
                <a:cubicBezTo>
                  <a:pt x="821" y="0"/>
                  <a:pt x="0" y="823"/>
                  <a:pt x="0" y="1843"/>
                </a:cubicBezTo>
                <a:cubicBezTo>
                  <a:pt x="0" y="2864"/>
                  <a:pt x="821" y="3685"/>
                  <a:pt x="1841" y="3685"/>
                </a:cubicBezTo>
                <a:cubicBezTo>
                  <a:pt x="2860" y="3685"/>
                  <a:pt x="3683" y="2864"/>
                  <a:pt x="3683" y="1843"/>
                </a:cubicBezTo>
                <a:cubicBezTo>
                  <a:pt x="3683" y="823"/>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98" name="Google Shape;502;p 2"/>
          <p:cNvSpPr/>
          <p:nvPr/>
        </p:nvSpPr>
        <p:spPr>
          <a:xfrm>
            <a:off x="2949840" y="2428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1"/>
                </a:moveTo>
                <a:cubicBezTo>
                  <a:pt x="822" y="1"/>
                  <a:pt x="1" y="822"/>
                  <a:pt x="1" y="1841"/>
                </a:cubicBezTo>
                <a:lnTo>
                  <a:pt x="1" y="1843"/>
                </a:lnTo>
                <a:cubicBezTo>
                  <a:pt x="1" y="2863"/>
                  <a:pt x="822" y="3684"/>
                  <a:pt x="1843" y="3684"/>
                </a:cubicBezTo>
                <a:lnTo>
                  <a:pt x="1845" y="3684"/>
                </a:lnTo>
                <a:cubicBezTo>
                  <a:pt x="2865" y="3684"/>
                  <a:pt x="3685" y="2863"/>
                  <a:pt x="3685" y="1843"/>
                </a:cubicBezTo>
                <a:lnTo>
                  <a:pt x="3685" y="1841"/>
                </a:lnTo>
                <a:cubicBezTo>
                  <a:pt x="3685" y="822"/>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499" name="Google Shape;503;p 2"/>
          <p:cNvSpPr/>
          <p:nvPr/>
        </p:nvSpPr>
        <p:spPr>
          <a:xfrm>
            <a:off x="3057120" y="2428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2" y="1"/>
                  <a:pt x="1" y="822"/>
                  <a:pt x="1" y="1841"/>
                </a:cubicBezTo>
                <a:lnTo>
                  <a:pt x="1" y="1843"/>
                </a:lnTo>
                <a:cubicBezTo>
                  <a:pt x="1" y="2863"/>
                  <a:pt x="822" y="3684"/>
                  <a:pt x="1841" y="3684"/>
                </a:cubicBezTo>
                <a:lnTo>
                  <a:pt x="1843" y="3684"/>
                </a:lnTo>
                <a:cubicBezTo>
                  <a:pt x="2863" y="3684"/>
                  <a:pt x="3684" y="2863"/>
                  <a:pt x="3684" y="1843"/>
                </a:cubicBezTo>
                <a:lnTo>
                  <a:pt x="3684" y="1841"/>
                </a:lnTo>
                <a:cubicBezTo>
                  <a:pt x="3684"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00" name="Google Shape;504;p 2"/>
          <p:cNvSpPr/>
          <p:nvPr/>
        </p:nvSpPr>
        <p:spPr>
          <a:xfrm>
            <a:off x="3164760" y="2428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2"/>
                  <a:pt x="0" y="1841"/>
                </a:cubicBezTo>
                <a:lnTo>
                  <a:pt x="0" y="1843"/>
                </a:lnTo>
                <a:cubicBezTo>
                  <a:pt x="0" y="2863"/>
                  <a:pt x="821" y="3684"/>
                  <a:pt x="1841" y="3684"/>
                </a:cubicBezTo>
                <a:cubicBezTo>
                  <a:pt x="2860" y="3684"/>
                  <a:pt x="3683" y="2863"/>
                  <a:pt x="3683" y="1843"/>
                </a:cubicBezTo>
                <a:lnTo>
                  <a:pt x="3683" y="1841"/>
                </a:lnTo>
                <a:cubicBezTo>
                  <a:pt x="3683" y="822"/>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01" name="Google Shape;505;p 2"/>
          <p:cNvSpPr/>
          <p:nvPr/>
        </p:nvSpPr>
        <p:spPr>
          <a:xfrm>
            <a:off x="2949840" y="25380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3"/>
                  <a:pt x="1" y="1843"/>
                </a:cubicBezTo>
                <a:cubicBezTo>
                  <a:pt x="1" y="2864"/>
                  <a:pt x="822" y="3685"/>
                  <a:pt x="1843" y="3685"/>
                </a:cubicBezTo>
                <a:lnTo>
                  <a:pt x="1845" y="3685"/>
                </a:lnTo>
                <a:cubicBezTo>
                  <a:pt x="2865" y="3685"/>
                  <a:pt x="3685" y="2864"/>
                  <a:pt x="3685" y="1843"/>
                </a:cubicBezTo>
                <a:cubicBezTo>
                  <a:pt x="3685" y="823"/>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02" name="Google Shape;506;p 2"/>
          <p:cNvSpPr/>
          <p:nvPr/>
        </p:nvSpPr>
        <p:spPr>
          <a:xfrm>
            <a:off x="3057120" y="25380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2" y="0"/>
                  <a:pt x="1" y="823"/>
                  <a:pt x="1" y="1843"/>
                </a:cubicBezTo>
                <a:cubicBezTo>
                  <a:pt x="1" y="2864"/>
                  <a:pt x="822" y="3685"/>
                  <a:pt x="1841" y="3685"/>
                </a:cubicBezTo>
                <a:lnTo>
                  <a:pt x="1843" y="3685"/>
                </a:lnTo>
                <a:cubicBezTo>
                  <a:pt x="2863" y="3685"/>
                  <a:pt x="3684" y="2864"/>
                  <a:pt x="3684" y="1843"/>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03" name="Google Shape;507;p 2"/>
          <p:cNvSpPr/>
          <p:nvPr/>
        </p:nvSpPr>
        <p:spPr>
          <a:xfrm>
            <a:off x="3164760" y="25380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3"/>
                  <a:pt x="0" y="1843"/>
                </a:cubicBezTo>
                <a:cubicBezTo>
                  <a:pt x="0" y="2864"/>
                  <a:pt x="821" y="3685"/>
                  <a:pt x="1841" y="3685"/>
                </a:cubicBezTo>
                <a:cubicBezTo>
                  <a:pt x="2860" y="3685"/>
                  <a:pt x="3683" y="2864"/>
                  <a:pt x="3683" y="1843"/>
                </a:cubicBezTo>
                <a:cubicBezTo>
                  <a:pt x="3683" y="823"/>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04" name="Google Shape;508;p 2"/>
          <p:cNvSpPr/>
          <p:nvPr/>
        </p:nvSpPr>
        <p:spPr>
          <a:xfrm>
            <a:off x="2949840" y="2647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1"/>
                </a:moveTo>
                <a:cubicBezTo>
                  <a:pt x="822" y="1"/>
                  <a:pt x="1" y="821"/>
                  <a:pt x="1" y="1841"/>
                </a:cubicBezTo>
                <a:lnTo>
                  <a:pt x="1" y="1843"/>
                </a:lnTo>
                <a:cubicBezTo>
                  <a:pt x="1" y="2863"/>
                  <a:pt x="822" y="3683"/>
                  <a:pt x="1843" y="3683"/>
                </a:cubicBezTo>
                <a:lnTo>
                  <a:pt x="1845" y="3683"/>
                </a:lnTo>
                <a:cubicBezTo>
                  <a:pt x="2865" y="3683"/>
                  <a:pt x="3685" y="2863"/>
                  <a:pt x="3685" y="1843"/>
                </a:cubicBezTo>
                <a:lnTo>
                  <a:pt x="3685" y="1841"/>
                </a:lnTo>
                <a:cubicBezTo>
                  <a:pt x="3685" y="821"/>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05" name="Google Shape;509;p 2"/>
          <p:cNvSpPr/>
          <p:nvPr/>
        </p:nvSpPr>
        <p:spPr>
          <a:xfrm>
            <a:off x="3057120" y="2647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2" y="1"/>
                  <a:pt x="1" y="821"/>
                  <a:pt x="1" y="1841"/>
                </a:cubicBezTo>
                <a:lnTo>
                  <a:pt x="1" y="1843"/>
                </a:lnTo>
                <a:cubicBezTo>
                  <a:pt x="1" y="2863"/>
                  <a:pt x="822" y="3683"/>
                  <a:pt x="1841" y="3683"/>
                </a:cubicBezTo>
                <a:lnTo>
                  <a:pt x="1843" y="3683"/>
                </a:lnTo>
                <a:cubicBezTo>
                  <a:pt x="2863" y="3683"/>
                  <a:pt x="3684" y="2863"/>
                  <a:pt x="3684" y="1843"/>
                </a:cubicBezTo>
                <a:lnTo>
                  <a:pt x="3684" y="1841"/>
                </a:lnTo>
                <a:cubicBezTo>
                  <a:pt x="3684"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06" name="Google Shape;510;p 2"/>
          <p:cNvSpPr/>
          <p:nvPr/>
        </p:nvSpPr>
        <p:spPr>
          <a:xfrm>
            <a:off x="3164760" y="2647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1"/>
                  <a:pt x="0" y="1841"/>
                </a:cubicBezTo>
                <a:lnTo>
                  <a:pt x="0" y="1843"/>
                </a:lnTo>
                <a:cubicBezTo>
                  <a:pt x="0" y="2863"/>
                  <a:pt x="821" y="3683"/>
                  <a:pt x="1841" y="3683"/>
                </a:cubicBezTo>
                <a:cubicBezTo>
                  <a:pt x="2860" y="3683"/>
                  <a:pt x="3683" y="2863"/>
                  <a:pt x="3683" y="1843"/>
                </a:cubicBezTo>
                <a:lnTo>
                  <a:pt x="3683" y="1841"/>
                </a:lnTo>
                <a:cubicBezTo>
                  <a:pt x="3683" y="821"/>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07" name="Google Shape;511;p 2"/>
          <p:cNvSpPr/>
          <p:nvPr/>
        </p:nvSpPr>
        <p:spPr>
          <a:xfrm>
            <a:off x="2949840" y="2756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3"/>
                  <a:pt x="1" y="1842"/>
                </a:cubicBezTo>
                <a:cubicBezTo>
                  <a:pt x="1" y="2864"/>
                  <a:pt x="822" y="3685"/>
                  <a:pt x="1843" y="3685"/>
                </a:cubicBezTo>
                <a:lnTo>
                  <a:pt x="1845" y="3685"/>
                </a:lnTo>
                <a:cubicBezTo>
                  <a:pt x="2865" y="3685"/>
                  <a:pt x="3685" y="2864"/>
                  <a:pt x="3685" y="1842"/>
                </a:cubicBezTo>
                <a:cubicBezTo>
                  <a:pt x="3685" y="823"/>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08" name="Google Shape;512;p 2"/>
          <p:cNvSpPr/>
          <p:nvPr/>
        </p:nvSpPr>
        <p:spPr>
          <a:xfrm>
            <a:off x="3057120" y="2756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2" y="0"/>
                  <a:pt x="1" y="823"/>
                  <a:pt x="1" y="1842"/>
                </a:cubicBezTo>
                <a:cubicBezTo>
                  <a:pt x="1" y="2864"/>
                  <a:pt x="822" y="3685"/>
                  <a:pt x="1841" y="3685"/>
                </a:cubicBezTo>
                <a:lnTo>
                  <a:pt x="1843" y="3685"/>
                </a:lnTo>
                <a:cubicBezTo>
                  <a:pt x="2863" y="3685"/>
                  <a:pt x="3684" y="2864"/>
                  <a:pt x="3684" y="1842"/>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09" name="Google Shape;513;p 2"/>
          <p:cNvSpPr/>
          <p:nvPr/>
        </p:nvSpPr>
        <p:spPr>
          <a:xfrm>
            <a:off x="3164760" y="2756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3"/>
                  <a:pt x="0" y="1842"/>
                </a:cubicBezTo>
                <a:cubicBezTo>
                  <a:pt x="0" y="2864"/>
                  <a:pt x="821" y="3685"/>
                  <a:pt x="1841" y="3685"/>
                </a:cubicBezTo>
                <a:cubicBezTo>
                  <a:pt x="2860" y="3685"/>
                  <a:pt x="3683" y="2864"/>
                  <a:pt x="3683" y="1842"/>
                </a:cubicBezTo>
                <a:cubicBezTo>
                  <a:pt x="3683" y="823"/>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10" name="Google Shape;514;p 2"/>
          <p:cNvSpPr/>
          <p:nvPr/>
        </p:nvSpPr>
        <p:spPr>
          <a:xfrm>
            <a:off x="2949840" y="2865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1"/>
                </a:moveTo>
                <a:cubicBezTo>
                  <a:pt x="822" y="1"/>
                  <a:pt x="1" y="821"/>
                  <a:pt x="1" y="1841"/>
                </a:cubicBezTo>
                <a:lnTo>
                  <a:pt x="1" y="1843"/>
                </a:lnTo>
                <a:cubicBezTo>
                  <a:pt x="1" y="2863"/>
                  <a:pt x="822" y="3683"/>
                  <a:pt x="1843" y="3683"/>
                </a:cubicBezTo>
                <a:lnTo>
                  <a:pt x="1845" y="3683"/>
                </a:lnTo>
                <a:cubicBezTo>
                  <a:pt x="2865" y="3683"/>
                  <a:pt x="3685" y="2863"/>
                  <a:pt x="3685" y="1843"/>
                </a:cubicBezTo>
                <a:lnTo>
                  <a:pt x="3685" y="1841"/>
                </a:lnTo>
                <a:cubicBezTo>
                  <a:pt x="3685" y="821"/>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11" name="Google Shape;515;p 2"/>
          <p:cNvSpPr/>
          <p:nvPr/>
        </p:nvSpPr>
        <p:spPr>
          <a:xfrm>
            <a:off x="3057120" y="2865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2" y="1"/>
                  <a:pt x="1" y="821"/>
                  <a:pt x="1" y="1841"/>
                </a:cubicBezTo>
                <a:lnTo>
                  <a:pt x="1" y="1843"/>
                </a:lnTo>
                <a:cubicBezTo>
                  <a:pt x="1" y="2863"/>
                  <a:pt x="822" y="3683"/>
                  <a:pt x="1841" y="3683"/>
                </a:cubicBezTo>
                <a:lnTo>
                  <a:pt x="1843" y="3683"/>
                </a:lnTo>
                <a:cubicBezTo>
                  <a:pt x="2863" y="3683"/>
                  <a:pt x="3684" y="2863"/>
                  <a:pt x="3684" y="1843"/>
                </a:cubicBezTo>
                <a:lnTo>
                  <a:pt x="3684" y="1841"/>
                </a:lnTo>
                <a:cubicBezTo>
                  <a:pt x="3684"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12" name="Google Shape;516;p 2"/>
          <p:cNvSpPr/>
          <p:nvPr/>
        </p:nvSpPr>
        <p:spPr>
          <a:xfrm>
            <a:off x="3164760" y="2865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1"/>
                  <a:pt x="0" y="1841"/>
                </a:cubicBezTo>
                <a:lnTo>
                  <a:pt x="0" y="1843"/>
                </a:lnTo>
                <a:cubicBezTo>
                  <a:pt x="0" y="2863"/>
                  <a:pt x="821" y="3683"/>
                  <a:pt x="1841" y="3683"/>
                </a:cubicBezTo>
                <a:cubicBezTo>
                  <a:pt x="2860" y="3683"/>
                  <a:pt x="3683" y="2863"/>
                  <a:pt x="3683" y="1843"/>
                </a:cubicBezTo>
                <a:lnTo>
                  <a:pt x="3683" y="1841"/>
                </a:lnTo>
                <a:cubicBezTo>
                  <a:pt x="3683" y="821"/>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13" name="Google Shape;517;p 2"/>
          <p:cNvSpPr/>
          <p:nvPr/>
        </p:nvSpPr>
        <p:spPr>
          <a:xfrm>
            <a:off x="2949840" y="2974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3"/>
                  <a:pt x="1" y="1842"/>
                </a:cubicBezTo>
                <a:cubicBezTo>
                  <a:pt x="1" y="2864"/>
                  <a:pt x="822" y="3685"/>
                  <a:pt x="1843" y="3685"/>
                </a:cubicBezTo>
                <a:lnTo>
                  <a:pt x="1845" y="3685"/>
                </a:lnTo>
                <a:cubicBezTo>
                  <a:pt x="2865" y="3685"/>
                  <a:pt x="3685" y="2864"/>
                  <a:pt x="3685" y="1842"/>
                </a:cubicBezTo>
                <a:cubicBezTo>
                  <a:pt x="3685" y="823"/>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14" name="Google Shape;518;p 2"/>
          <p:cNvSpPr/>
          <p:nvPr/>
        </p:nvSpPr>
        <p:spPr>
          <a:xfrm>
            <a:off x="3057120" y="2974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2" y="0"/>
                  <a:pt x="1" y="823"/>
                  <a:pt x="1" y="1842"/>
                </a:cubicBezTo>
                <a:cubicBezTo>
                  <a:pt x="1" y="2864"/>
                  <a:pt x="822" y="3685"/>
                  <a:pt x="1841" y="3685"/>
                </a:cubicBezTo>
                <a:lnTo>
                  <a:pt x="1843" y="3685"/>
                </a:lnTo>
                <a:cubicBezTo>
                  <a:pt x="2863" y="3685"/>
                  <a:pt x="3684" y="2864"/>
                  <a:pt x="3684" y="1842"/>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15" name="Google Shape;519;p 2"/>
          <p:cNvSpPr/>
          <p:nvPr/>
        </p:nvSpPr>
        <p:spPr>
          <a:xfrm>
            <a:off x="3164760" y="2974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3"/>
                  <a:pt x="0" y="1842"/>
                </a:cubicBezTo>
                <a:cubicBezTo>
                  <a:pt x="0" y="2864"/>
                  <a:pt x="821" y="3685"/>
                  <a:pt x="1841" y="3685"/>
                </a:cubicBezTo>
                <a:cubicBezTo>
                  <a:pt x="2860" y="3685"/>
                  <a:pt x="3683" y="2864"/>
                  <a:pt x="3683" y="1842"/>
                </a:cubicBezTo>
                <a:cubicBezTo>
                  <a:pt x="3683" y="823"/>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16" name="Google Shape;520;p 2"/>
          <p:cNvSpPr/>
          <p:nvPr/>
        </p:nvSpPr>
        <p:spPr>
          <a:xfrm>
            <a:off x="2949840" y="308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0"/>
                </a:moveTo>
                <a:cubicBezTo>
                  <a:pt x="822" y="0"/>
                  <a:pt x="1" y="821"/>
                  <a:pt x="1" y="1841"/>
                </a:cubicBezTo>
                <a:lnTo>
                  <a:pt x="1" y="1843"/>
                </a:lnTo>
                <a:cubicBezTo>
                  <a:pt x="1" y="2862"/>
                  <a:pt x="822" y="3683"/>
                  <a:pt x="1843" y="3683"/>
                </a:cubicBezTo>
                <a:lnTo>
                  <a:pt x="1845" y="3683"/>
                </a:lnTo>
                <a:cubicBezTo>
                  <a:pt x="2865" y="3683"/>
                  <a:pt x="3685" y="2862"/>
                  <a:pt x="3685" y="1843"/>
                </a:cubicBezTo>
                <a:lnTo>
                  <a:pt x="3685" y="1841"/>
                </a:lnTo>
                <a:cubicBezTo>
                  <a:pt x="3685" y="821"/>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17" name="Google Shape;521;p 2"/>
          <p:cNvSpPr/>
          <p:nvPr/>
        </p:nvSpPr>
        <p:spPr>
          <a:xfrm>
            <a:off x="3057120" y="308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0"/>
                </a:moveTo>
                <a:cubicBezTo>
                  <a:pt x="822" y="0"/>
                  <a:pt x="1" y="821"/>
                  <a:pt x="1" y="1841"/>
                </a:cubicBezTo>
                <a:lnTo>
                  <a:pt x="1" y="1843"/>
                </a:lnTo>
                <a:cubicBezTo>
                  <a:pt x="1" y="2862"/>
                  <a:pt x="822" y="3683"/>
                  <a:pt x="1841" y="3683"/>
                </a:cubicBezTo>
                <a:lnTo>
                  <a:pt x="1843" y="3683"/>
                </a:lnTo>
                <a:cubicBezTo>
                  <a:pt x="2863" y="3683"/>
                  <a:pt x="3684" y="2862"/>
                  <a:pt x="3684" y="1843"/>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18" name="Google Shape;522;p 2"/>
          <p:cNvSpPr/>
          <p:nvPr/>
        </p:nvSpPr>
        <p:spPr>
          <a:xfrm>
            <a:off x="3164760" y="308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0"/>
                </a:moveTo>
                <a:cubicBezTo>
                  <a:pt x="821" y="0"/>
                  <a:pt x="0" y="821"/>
                  <a:pt x="0" y="1841"/>
                </a:cubicBezTo>
                <a:lnTo>
                  <a:pt x="0" y="1843"/>
                </a:lnTo>
                <a:cubicBezTo>
                  <a:pt x="0" y="2862"/>
                  <a:pt x="821" y="3683"/>
                  <a:pt x="1841" y="3683"/>
                </a:cubicBezTo>
                <a:cubicBezTo>
                  <a:pt x="2860" y="3683"/>
                  <a:pt x="3683" y="2862"/>
                  <a:pt x="3683" y="1843"/>
                </a:cubicBezTo>
                <a:lnTo>
                  <a:pt x="3683" y="1841"/>
                </a:lnTo>
                <a:cubicBezTo>
                  <a:pt x="3683" y="821"/>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19" name="Google Shape;523;p 2"/>
          <p:cNvSpPr/>
          <p:nvPr/>
        </p:nvSpPr>
        <p:spPr>
          <a:xfrm>
            <a:off x="1338120" y="1287360"/>
            <a:ext cx="388080" cy="169920"/>
          </a:xfrm>
          <a:custGeom>
            <a:avLst/>
            <a:gdLst>
              <a:gd name="textAreaLeft" fmla="*/ 0 w 388080"/>
              <a:gd name="textAreaRight" fmla="*/ 388440 w 388080"/>
              <a:gd name="textAreaTop" fmla="*/ 0 h 169920"/>
              <a:gd name="textAreaBottom" fmla="*/ 170280 h 169920"/>
            </a:gdLst>
            <a:ahLst/>
            <a:cxnLst/>
            <a:rect l="textAreaLeft" t="textAreaTop" r="textAreaRight" b="textAreaBottom"/>
            <a:pathLst>
              <a:path w="23923" h="10487">
                <a:moveTo>
                  <a:pt x="1077" y="0"/>
                </a:moveTo>
                <a:cubicBezTo>
                  <a:pt x="480" y="0"/>
                  <a:pt x="1" y="479"/>
                  <a:pt x="1" y="1075"/>
                </a:cubicBezTo>
                <a:lnTo>
                  <a:pt x="1" y="9412"/>
                </a:lnTo>
                <a:cubicBezTo>
                  <a:pt x="1" y="10008"/>
                  <a:pt x="480" y="10487"/>
                  <a:pt x="1077" y="10487"/>
                </a:cubicBezTo>
                <a:lnTo>
                  <a:pt x="22848" y="10487"/>
                </a:lnTo>
                <a:cubicBezTo>
                  <a:pt x="23443" y="10487"/>
                  <a:pt x="23922" y="10008"/>
                  <a:pt x="23922" y="9412"/>
                </a:cubicBezTo>
                <a:lnTo>
                  <a:pt x="23922" y="1075"/>
                </a:lnTo>
                <a:cubicBezTo>
                  <a:pt x="23922" y="479"/>
                  <a:pt x="23443" y="0"/>
                  <a:pt x="22848"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84960" bIns="84960" anchor="ctr">
            <a:noAutofit/>
          </a:bodyPr>
          <a:lstStyle/>
          <a:p>
            <a:endParaRPr lang="en-US" sz="1400" b="0" u="none" strike="noStrike">
              <a:solidFill>
                <a:srgbClr val="000000"/>
              </a:solidFill>
              <a:effectLst/>
              <a:uFillTx/>
              <a:latin typeface="Arial"/>
            </a:endParaRPr>
          </a:p>
        </p:txBody>
      </p:sp>
      <p:sp>
        <p:nvSpPr>
          <p:cNvPr id="520" name="Google Shape;524;p 2"/>
          <p:cNvSpPr/>
          <p:nvPr/>
        </p:nvSpPr>
        <p:spPr>
          <a:xfrm>
            <a:off x="1356480" y="1456200"/>
            <a:ext cx="351000" cy="1806120"/>
          </a:xfrm>
          <a:custGeom>
            <a:avLst/>
            <a:gdLst>
              <a:gd name="textAreaLeft" fmla="*/ 0 w 351000"/>
              <a:gd name="textAreaRight" fmla="*/ 351360 w 351000"/>
              <a:gd name="textAreaTop" fmla="*/ 0 h 1806120"/>
              <a:gd name="textAreaBottom" fmla="*/ 1806480 h 1806120"/>
            </a:gdLst>
            <a:ahLst/>
            <a:cxnLst/>
            <a:rect l="textAreaLeft" t="textAreaTop" r="textAreaRight" b="textAreaBottom"/>
            <a:pathLst>
              <a:path w="21649" h="111275">
                <a:moveTo>
                  <a:pt x="1" y="0"/>
                </a:moveTo>
                <a:lnTo>
                  <a:pt x="1" y="111274"/>
                </a:lnTo>
                <a:lnTo>
                  <a:pt x="21648" y="111274"/>
                </a:lnTo>
                <a:lnTo>
                  <a:pt x="2164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21" name="Google Shape;525;p 2"/>
          <p:cNvSpPr/>
          <p:nvPr/>
        </p:nvSpPr>
        <p:spPr>
          <a:xfrm>
            <a:off x="1398600" y="1503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6"/>
                  <a:pt x="1" y="1719"/>
                </a:cubicBezTo>
                <a:lnTo>
                  <a:pt x="1" y="1964"/>
                </a:lnTo>
                <a:cubicBezTo>
                  <a:pt x="1" y="2917"/>
                  <a:pt x="767" y="3683"/>
                  <a:pt x="1720" y="3683"/>
                </a:cubicBezTo>
                <a:lnTo>
                  <a:pt x="1964" y="3683"/>
                </a:lnTo>
                <a:cubicBezTo>
                  <a:pt x="2917" y="3683"/>
                  <a:pt x="3683" y="2917"/>
                  <a:pt x="3683" y="1964"/>
                </a:cubicBezTo>
                <a:lnTo>
                  <a:pt x="3683" y="1719"/>
                </a:lnTo>
                <a:cubicBezTo>
                  <a:pt x="3683" y="766"/>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22" name="Google Shape;526;p 2"/>
          <p:cNvSpPr/>
          <p:nvPr/>
        </p:nvSpPr>
        <p:spPr>
          <a:xfrm>
            <a:off x="1505880" y="1503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6"/>
                  <a:pt x="0" y="1719"/>
                </a:cubicBezTo>
                <a:lnTo>
                  <a:pt x="0" y="1964"/>
                </a:lnTo>
                <a:cubicBezTo>
                  <a:pt x="0" y="2917"/>
                  <a:pt x="768" y="3683"/>
                  <a:pt x="1721" y="3683"/>
                </a:cubicBezTo>
                <a:lnTo>
                  <a:pt x="1966" y="3683"/>
                </a:lnTo>
                <a:cubicBezTo>
                  <a:pt x="2918" y="3683"/>
                  <a:pt x="3685" y="2917"/>
                  <a:pt x="3685" y="1964"/>
                </a:cubicBezTo>
                <a:lnTo>
                  <a:pt x="3685" y="1719"/>
                </a:lnTo>
                <a:cubicBezTo>
                  <a:pt x="3685" y="766"/>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23" name="Google Shape;527;p 2"/>
          <p:cNvSpPr/>
          <p:nvPr/>
        </p:nvSpPr>
        <p:spPr>
          <a:xfrm>
            <a:off x="1613520" y="1503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6"/>
                  <a:pt x="0" y="1719"/>
                </a:cubicBezTo>
                <a:lnTo>
                  <a:pt x="0" y="1964"/>
                </a:lnTo>
                <a:cubicBezTo>
                  <a:pt x="0" y="2917"/>
                  <a:pt x="766" y="3683"/>
                  <a:pt x="1719" y="3683"/>
                </a:cubicBezTo>
                <a:lnTo>
                  <a:pt x="1964" y="3683"/>
                </a:lnTo>
                <a:cubicBezTo>
                  <a:pt x="2917" y="3683"/>
                  <a:pt x="3683" y="2917"/>
                  <a:pt x="3683" y="1964"/>
                </a:cubicBezTo>
                <a:lnTo>
                  <a:pt x="3683" y="1719"/>
                </a:lnTo>
                <a:cubicBezTo>
                  <a:pt x="3683" y="766"/>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24" name="Google Shape;528;p 2"/>
          <p:cNvSpPr/>
          <p:nvPr/>
        </p:nvSpPr>
        <p:spPr>
          <a:xfrm>
            <a:off x="1398600" y="1607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0"/>
                </a:moveTo>
                <a:cubicBezTo>
                  <a:pt x="767" y="0"/>
                  <a:pt x="1" y="768"/>
                  <a:pt x="1" y="1719"/>
                </a:cubicBezTo>
                <a:lnTo>
                  <a:pt x="1" y="1966"/>
                </a:lnTo>
                <a:cubicBezTo>
                  <a:pt x="1" y="2917"/>
                  <a:pt x="767" y="3685"/>
                  <a:pt x="1720" y="3685"/>
                </a:cubicBezTo>
                <a:lnTo>
                  <a:pt x="1964" y="3685"/>
                </a:lnTo>
                <a:cubicBezTo>
                  <a:pt x="2917" y="3685"/>
                  <a:pt x="3683" y="2917"/>
                  <a:pt x="3683" y="1966"/>
                </a:cubicBezTo>
                <a:lnTo>
                  <a:pt x="3683" y="1719"/>
                </a:lnTo>
                <a:cubicBezTo>
                  <a:pt x="3683" y="768"/>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25" name="Google Shape;529;p 2"/>
          <p:cNvSpPr/>
          <p:nvPr/>
        </p:nvSpPr>
        <p:spPr>
          <a:xfrm>
            <a:off x="1505880" y="1607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0"/>
                </a:moveTo>
                <a:cubicBezTo>
                  <a:pt x="768" y="0"/>
                  <a:pt x="0" y="768"/>
                  <a:pt x="0" y="1719"/>
                </a:cubicBezTo>
                <a:lnTo>
                  <a:pt x="0" y="1966"/>
                </a:lnTo>
                <a:cubicBezTo>
                  <a:pt x="0" y="2917"/>
                  <a:pt x="768" y="3685"/>
                  <a:pt x="1721" y="3685"/>
                </a:cubicBezTo>
                <a:lnTo>
                  <a:pt x="1966" y="3685"/>
                </a:lnTo>
                <a:cubicBezTo>
                  <a:pt x="2918" y="3685"/>
                  <a:pt x="3685" y="2917"/>
                  <a:pt x="3685" y="1966"/>
                </a:cubicBezTo>
                <a:lnTo>
                  <a:pt x="3685" y="1719"/>
                </a:lnTo>
                <a:cubicBezTo>
                  <a:pt x="3685" y="768"/>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26" name="Google Shape;530;p 2"/>
          <p:cNvSpPr/>
          <p:nvPr/>
        </p:nvSpPr>
        <p:spPr>
          <a:xfrm>
            <a:off x="1613520" y="1607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0"/>
                </a:moveTo>
                <a:cubicBezTo>
                  <a:pt x="766" y="0"/>
                  <a:pt x="0" y="768"/>
                  <a:pt x="0" y="1719"/>
                </a:cubicBezTo>
                <a:lnTo>
                  <a:pt x="0" y="1966"/>
                </a:lnTo>
                <a:cubicBezTo>
                  <a:pt x="0" y="2917"/>
                  <a:pt x="766" y="3685"/>
                  <a:pt x="1719" y="3685"/>
                </a:cubicBezTo>
                <a:lnTo>
                  <a:pt x="1964" y="3685"/>
                </a:lnTo>
                <a:cubicBezTo>
                  <a:pt x="2917" y="3685"/>
                  <a:pt x="3683" y="2917"/>
                  <a:pt x="3683" y="1966"/>
                </a:cubicBezTo>
                <a:lnTo>
                  <a:pt x="3683" y="1719"/>
                </a:lnTo>
                <a:cubicBezTo>
                  <a:pt x="3683" y="768"/>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27" name="Google Shape;531;p 2"/>
          <p:cNvSpPr/>
          <p:nvPr/>
        </p:nvSpPr>
        <p:spPr>
          <a:xfrm>
            <a:off x="1398600" y="1710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28" name="Google Shape;532;p 2"/>
          <p:cNvSpPr/>
          <p:nvPr/>
        </p:nvSpPr>
        <p:spPr>
          <a:xfrm>
            <a:off x="1505880" y="1710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29" name="Google Shape;533;p 2"/>
          <p:cNvSpPr/>
          <p:nvPr/>
        </p:nvSpPr>
        <p:spPr>
          <a:xfrm>
            <a:off x="1613520" y="1710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30" name="Google Shape;534;p 2"/>
          <p:cNvSpPr/>
          <p:nvPr/>
        </p:nvSpPr>
        <p:spPr>
          <a:xfrm>
            <a:off x="1398600" y="1814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8"/>
                  <a:pt x="1" y="1720"/>
                </a:cubicBezTo>
                <a:lnTo>
                  <a:pt x="1" y="1966"/>
                </a:lnTo>
                <a:cubicBezTo>
                  <a:pt x="1" y="2919"/>
                  <a:pt x="767" y="3685"/>
                  <a:pt x="1720" y="3685"/>
                </a:cubicBezTo>
                <a:lnTo>
                  <a:pt x="1964" y="3685"/>
                </a:lnTo>
                <a:cubicBezTo>
                  <a:pt x="2917" y="3685"/>
                  <a:pt x="3683" y="2919"/>
                  <a:pt x="3683" y="1966"/>
                </a:cubicBezTo>
                <a:lnTo>
                  <a:pt x="3683" y="1720"/>
                </a:lnTo>
                <a:cubicBezTo>
                  <a:pt x="3683" y="768"/>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31" name="Google Shape;535;p 2"/>
          <p:cNvSpPr/>
          <p:nvPr/>
        </p:nvSpPr>
        <p:spPr>
          <a:xfrm>
            <a:off x="1505880" y="1814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8"/>
                  <a:pt x="0" y="1720"/>
                </a:cubicBezTo>
                <a:lnTo>
                  <a:pt x="0" y="1966"/>
                </a:lnTo>
                <a:cubicBezTo>
                  <a:pt x="0" y="2919"/>
                  <a:pt x="768" y="3685"/>
                  <a:pt x="1721" y="3685"/>
                </a:cubicBezTo>
                <a:lnTo>
                  <a:pt x="1966" y="3685"/>
                </a:lnTo>
                <a:cubicBezTo>
                  <a:pt x="2918" y="3685"/>
                  <a:pt x="3685" y="2919"/>
                  <a:pt x="3685" y="1966"/>
                </a:cubicBezTo>
                <a:lnTo>
                  <a:pt x="3685" y="1720"/>
                </a:lnTo>
                <a:cubicBezTo>
                  <a:pt x="3685" y="768"/>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32" name="Google Shape;536;p 2"/>
          <p:cNvSpPr/>
          <p:nvPr/>
        </p:nvSpPr>
        <p:spPr>
          <a:xfrm>
            <a:off x="1613520" y="1814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8"/>
                  <a:pt x="0" y="1720"/>
                </a:cubicBezTo>
                <a:lnTo>
                  <a:pt x="0" y="1966"/>
                </a:lnTo>
                <a:cubicBezTo>
                  <a:pt x="0" y="2919"/>
                  <a:pt x="766" y="3685"/>
                  <a:pt x="1719" y="3685"/>
                </a:cubicBezTo>
                <a:lnTo>
                  <a:pt x="1964" y="3685"/>
                </a:lnTo>
                <a:cubicBezTo>
                  <a:pt x="2917" y="3685"/>
                  <a:pt x="3683" y="2919"/>
                  <a:pt x="3683" y="1966"/>
                </a:cubicBezTo>
                <a:lnTo>
                  <a:pt x="3683" y="1720"/>
                </a:lnTo>
                <a:cubicBezTo>
                  <a:pt x="3683" y="768"/>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33" name="Google Shape;537;p 2"/>
          <p:cNvSpPr/>
          <p:nvPr/>
        </p:nvSpPr>
        <p:spPr>
          <a:xfrm>
            <a:off x="1398600" y="1918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34" name="Google Shape;538;p 2"/>
          <p:cNvSpPr/>
          <p:nvPr/>
        </p:nvSpPr>
        <p:spPr>
          <a:xfrm>
            <a:off x="1505880" y="1918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35" name="Google Shape;539;p 2"/>
          <p:cNvSpPr/>
          <p:nvPr/>
        </p:nvSpPr>
        <p:spPr>
          <a:xfrm>
            <a:off x="1613520" y="1918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36" name="Google Shape;540;p 2"/>
          <p:cNvSpPr/>
          <p:nvPr/>
        </p:nvSpPr>
        <p:spPr>
          <a:xfrm>
            <a:off x="1398600" y="20221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8"/>
                  <a:pt x="1" y="1721"/>
                </a:cubicBezTo>
                <a:lnTo>
                  <a:pt x="1" y="1966"/>
                </a:lnTo>
                <a:cubicBezTo>
                  <a:pt x="1" y="2919"/>
                  <a:pt x="767" y="3685"/>
                  <a:pt x="1720" y="3685"/>
                </a:cubicBezTo>
                <a:lnTo>
                  <a:pt x="1964" y="3685"/>
                </a:lnTo>
                <a:cubicBezTo>
                  <a:pt x="2917" y="3685"/>
                  <a:pt x="3683" y="2919"/>
                  <a:pt x="3683" y="1966"/>
                </a:cubicBezTo>
                <a:lnTo>
                  <a:pt x="3683" y="1721"/>
                </a:lnTo>
                <a:cubicBezTo>
                  <a:pt x="3683" y="768"/>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37" name="Google Shape;541;p 2"/>
          <p:cNvSpPr/>
          <p:nvPr/>
        </p:nvSpPr>
        <p:spPr>
          <a:xfrm>
            <a:off x="1505880" y="20221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8"/>
                  <a:pt x="0" y="1721"/>
                </a:cubicBezTo>
                <a:lnTo>
                  <a:pt x="0" y="1966"/>
                </a:lnTo>
                <a:cubicBezTo>
                  <a:pt x="0" y="2919"/>
                  <a:pt x="768" y="3685"/>
                  <a:pt x="1721" y="3685"/>
                </a:cubicBezTo>
                <a:lnTo>
                  <a:pt x="1966" y="3685"/>
                </a:lnTo>
                <a:cubicBezTo>
                  <a:pt x="2918" y="3685"/>
                  <a:pt x="3685" y="2919"/>
                  <a:pt x="3685" y="1966"/>
                </a:cubicBezTo>
                <a:lnTo>
                  <a:pt x="3685" y="1721"/>
                </a:lnTo>
                <a:cubicBezTo>
                  <a:pt x="3685" y="768"/>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38" name="Google Shape;542;p 2"/>
          <p:cNvSpPr/>
          <p:nvPr/>
        </p:nvSpPr>
        <p:spPr>
          <a:xfrm>
            <a:off x="1613520" y="20221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8"/>
                  <a:pt x="0" y="1721"/>
                </a:cubicBezTo>
                <a:lnTo>
                  <a:pt x="0" y="1966"/>
                </a:lnTo>
                <a:cubicBezTo>
                  <a:pt x="0" y="2919"/>
                  <a:pt x="766" y="3685"/>
                  <a:pt x="1719" y="3685"/>
                </a:cubicBezTo>
                <a:lnTo>
                  <a:pt x="1964" y="3685"/>
                </a:lnTo>
                <a:cubicBezTo>
                  <a:pt x="2917" y="3685"/>
                  <a:pt x="3683" y="2919"/>
                  <a:pt x="3683" y="1966"/>
                </a:cubicBezTo>
                <a:lnTo>
                  <a:pt x="3683" y="1721"/>
                </a:lnTo>
                <a:cubicBezTo>
                  <a:pt x="3683" y="768"/>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39" name="Google Shape;543;p 2"/>
          <p:cNvSpPr/>
          <p:nvPr/>
        </p:nvSpPr>
        <p:spPr>
          <a:xfrm>
            <a:off x="1398600" y="2125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0"/>
                </a:moveTo>
                <a:cubicBezTo>
                  <a:pt x="767" y="0"/>
                  <a:pt x="1" y="767"/>
                  <a:pt x="1" y="1719"/>
                </a:cubicBezTo>
                <a:lnTo>
                  <a:pt x="1" y="1964"/>
                </a:lnTo>
                <a:cubicBezTo>
                  <a:pt x="1" y="2917"/>
                  <a:pt x="767" y="3685"/>
                  <a:pt x="1720" y="3685"/>
                </a:cubicBezTo>
                <a:lnTo>
                  <a:pt x="1964" y="3685"/>
                </a:lnTo>
                <a:cubicBezTo>
                  <a:pt x="2917" y="3685"/>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40" name="Google Shape;544;p 2"/>
          <p:cNvSpPr/>
          <p:nvPr/>
        </p:nvSpPr>
        <p:spPr>
          <a:xfrm>
            <a:off x="1505880" y="2125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0"/>
                </a:moveTo>
                <a:cubicBezTo>
                  <a:pt x="768" y="0"/>
                  <a:pt x="0" y="767"/>
                  <a:pt x="0" y="1719"/>
                </a:cubicBezTo>
                <a:lnTo>
                  <a:pt x="0" y="1964"/>
                </a:lnTo>
                <a:cubicBezTo>
                  <a:pt x="0" y="2917"/>
                  <a:pt x="768" y="3685"/>
                  <a:pt x="1721" y="3685"/>
                </a:cubicBezTo>
                <a:lnTo>
                  <a:pt x="1966" y="3685"/>
                </a:lnTo>
                <a:cubicBezTo>
                  <a:pt x="2918" y="3685"/>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41" name="Google Shape;545;p 2"/>
          <p:cNvSpPr/>
          <p:nvPr/>
        </p:nvSpPr>
        <p:spPr>
          <a:xfrm>
            <a:off x="1613520" y="2125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0"/>
                </a:moveTo>
                <a:cubicBezTo>
                  <a:pt x="766" y="0"/>
                  <a:pt x="0" y="767"/>
                  <a:pt x="0" y="1719"/>
                </a:cubicBezTo>
                <a:lnTo>
                  <a:pt x="0" y="1964"/>
                </a:lnTo>
                <a:cubicBezTo>
                  <a:pt x="0" y="2917"/>
                  <a:pt x="766" y="3685"/>
                  <a:pt x="1719" y="3685"/>
                </a:cubicBezTo>
                <a:lnTo>
                  <a:pt x="1964" y="3685"/>
                </a:lnTo>
                <a:cubicBezTo>
                  <a:pt x="2917" y="3685"/>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42" name="Google Shape;546;p 2"/>
          <p:cNvSpPr/>
          <p:nvPr/>
        </p:nvSpPr>
        <p:spPr>
          <a:xfrm>
            <a:off x="1398600" y="22294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43" name="Google Shape;547;p 2"/>
          <p:cNvSpPr/>
          <p:nvPr/>
        </p:nvSpPr>
        <p:spPr>
          <a:xfrm>
            <a:off x="1505880" y="22294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44" name="Google Shape;548;p 2"/>
          <p:cNvSpPr/>
          <p:nvPr/>
        </p:nvSpPr>
        <p:spPr>
          <a:xfrm>
            <a:off x="1613520" y="22294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45" name="Google Shape;549;p 2"/>
          <p:cNvSpPr/>
          <p:nvPr/>
        </p:nvSpPr>
        <p:spPr>
          <a:xfrm>
            <a:off x="1398600" y="2333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7"/>
                  <a:pt x="1" y="1720"/>
                </a:cubicBezTo>
                <a:lnTo>
                  <a:pt x="1" y="1966"/>
                </a:lnTo>
                <a:cubicBezTo>
                  <a:pt x="1" y="2917"/>
                  <a:pt x="767" y="3685"/>
                  <a:pt x="1720" y="3685"/>
                </a:cubicBezTo>
                <a:lnTo>
                  <a:pt x="1964" y="3685"/>
                </a:lnTo>
                <a:cubicBezTo>
                  <a:pt x="2917" y="3685"/>
                  <a:pt x="3683" y="2917"/>
                  <a:pt x="3683" y="1966"/>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46" name="Google Shape;550;p 2"/>
          <p:cNvSpPr/>
          <p:nvPr/>
        </p:nvSpPr>
        <p:spPr>
          <a:xfrm>
            <a:off x="1505880" y="2333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7"/>
                  <a:pt x="0" y="1720"/>
                </a:cubicBezTo>
                <a:lnTo>
                  <a:pt x="0" y="1966"/>
                </a:lnTo>
                <a:cubicBezTo>
                  <a:pt x="0" y="2917"/>
                  <a:pt x="768" y="3685"/>
                  <a:pt x="1721" y="3685"/>
                </a:cubicBezTo>
                <a:lnTo>
                  <a:pt x="1966" y="3685"/>
                </a:lnTo>
                <a:cubicBezTo>
                  <a:pt x="2918" y="3685"/>
                  <a:pt x="3685" y="2917"/>
                  <a:pt x="3685" y="1966"/>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47" name="Google Shape;551;p 2"/>
          <p:cNvSpPr/>
          <p:nvPr/>
        </p:nvSpPr>
        <p:spPr>
          <a:xfrm>
            <a:off x="1613520" y="2333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7"/>
                  <a:pt x="0" y="1720"/>
                </a:cubicBezTo>
                <a:lnTo>
                  <a:pt x="0" y="1966"/>
                </a:lnTo>
                <a:cubicBezTo>
                  <a:pt x="0" y="2917"/>
                  <a:pt x="766" y="3685"/>
                  <a:pt x="1719" y="3685"/>
                </a:cubicBezTo>
                <a:lnTo>
                  <a:pt x="1964" y="3685"/>
                </a:lnTo>
                <a:cubicBezTo>
                  <a:pt x="2917" y="3685"/>
                  <a:pt x="3683" y="2917"/>
                  <a:pt x="3683" y="1966"/>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48" name="Google Shape;552;p 2"/>
          <p:cNvSpPr/>
          <p:nvPr/>
        </p:nvSpPr>
        <p:spPr>
          <a:xfrm>
            <a:off x="1398600" y="2436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49" name="Google Shape;553;p 2"/>
          <p:cNvSpPr/>
          <p:nvPr/>
        </p:nvSpPr>
        <p:spPr>
          <a:xfrm>
            <a:off x="1505880" y="2436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50" name="Google Shape;554;p 2"/>
          <p:cNvSpPr/>
          <p:nvPr/>
        </p:nvSpPr>
        <p:spPr>
          <a:xfrm>
            <a:off x="1613520" y="2436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51" name="Google Shape;555;p 2"/>
          <p:cNvSpPr/>
          <p:nvPr/>
        </p:nvSpPr>
        <p:spPr>
          <a:xfrm>
            <a:off x="1398600" y="2540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9"/>
                  <a:pt x="1" y="1720"/>
                </a:cubicBezTo>
                <a:lnTo>
                  <a:pt x="1" y="1966"/>
                </a:lnTo>
                <a:cubicBezTo>
                  <a:pt x="1" y="2917"/>
                  <a:pt x="767" y="3685"/>
                  <a:pt x="1720" y="3685"/>
                </a:cubicBezTo>
                <a:lnTo>
                  <a:pt x="1964" y="3685"/>
                </a:lnTo>
                <a:cubicBezTo>
                  <a:pt x="2917" y="3685"/>
                  <a:pt x="3683" y="2917"/>
                  <a:pt x="3683" y="1966"/>
                </a:cubicBezTo>
                <a:lnTo>
                  <a:pt x="3683" y="1720"/>
                </a:lnTo>
                <a:cubicBezTo>
                  <a:pt x="3683" y="769"/>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52" name="Google Shape;556;p 2"/>
          <p:cNvSpPr/>
          <p:nvPr/>
        </p:nvSpPr>
        <p:spPr>
          <a:xfrm>
            <a:off x="1505880" y="2540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9"/>
                  <a:pt x="0" y="1720"/>
                </a:cubicBezTo>
                <a:lnTo>
                  <a:pt x="0" y="1966"/>
                </a:lnTo>
                <a:cubicBezTo>
                  <a:pt x="0" y="2917"/>
                  <a:pt x="768" y="3685"/>
                  <a:pt x="1721" y="3685"/>
                </a:cubicBezTo>
                <a:lnTo>
                  <a:pt x="1966" y="3685"/>
                </a:lnTo>
                <a:cubicBezTo>
                  <a:pt x="2918" y="3685"/>
                  <a:pt x="3685" y="2917"/>
                  <a:pt x="3685" y="1966"/>
                </a:cubicBezTo>
                <a:lnTo>
                  <a:pt x="3685" y="1720"/>
                </a:lnTo>
                <a:cubicBezTo>
                  <a:pt x="3685" y="769"/>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53" name="Google Shape;557;p 2"/>
          <p:cNvSpPr/>
          <p:nvPr/>
        </p:nvSpPr>
        <p:spPr>
          <a:xfrm>
            <a:off x="1613520" y="2540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9"/>
                  <a:pt x="0" y="1720"/>
                </a:cubicBezTo>
                <a:lnTo>
                  <a:pt x="0" y="1966"/>
                </a:lnTo>
                <a:cubicBezTo>
                  <a:pt x="0" y="2917"/>
                  <a:pt x="766" y="3685"/>
                  <a:pt x="1719" y="3685"/>
                </a:cubicBezTo>
                <a:lnTo>
                  <a:pt x="1964" y="3685"/>
                </a:lnTo>
                <a:cubicBezTo>
                  <a:pt x="2917" y="3685"/>
                  <a:pt x="3683" y="2917"/>
                  <a:pt x="3683" y="1966"/>
                </a:cubicBezTo>
                <a:lnTo>
                  <a:pt x="3683" y="1720"/>
                </a:lnTo>
                <a:cubicBezTo>
                  <a:pt x="3683" y="769"/>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54" name="Google Shape;558;p 2"/>
          <p:cNvSpPr/>
          <p:nvPr/>
        </p:nvSpPr>
        <p:spPr>
          <a:xfrm>
            <a:off x="1398600" y="2644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55" name="Google Shape;559;p 2"/>
          <p:cNvSpPr/>
          <p:nvPr/>
        </p:nvSpPr>
        <p:spPr>
          <a:xfrm>
            <a:off x="1505880" y="2644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56" name="Google Shape;560;p 2"/>
          <p:cNvSpPr/>
          <p:nvPr/>
        </p:nvSpPr>
        <p:spPr>
          <a:xfrm>
            <a:off x="1613520" y="2644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57" name="Google Shape;561;p 2"/>
          <p:cNvSpPr/>
          <p:nvPr/>
        </p:nvSpPr>
        <p:spPr>
          <a:xfrm>
            <a:off x="1398600" y="2747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9"/>
                  <a:pt x="1" y="1721"/>
                </a:cubicBezTo>
                <a:lnTo>
                  <a:pt x="1" y="1966"/>
                </a:lnTo>
                <a:cubicBezTo>
                  <a:pt x="1" y="2919"/>
                  <a:pt x="767" y="3685"/>
                  <a:pt x="1720" y="3685"/>
                </a:cubicBezTo>
                <a:lnTo>
                  <a:pt x="1964" y="3685"/>
                </a:lnTo>
                <a:cubicBezTo>
                  <a:pt x="2917" y="3685"/>
                  <a:pt x="3683" y="2919"/>
                  <a:pt x="3683" y="1966"/>
                </a:cubicBezTo>
                <a:lnTo>
                  <a:pt x="3683" y="1721"/>
                </a:lnTo>
                <a:cubicBezTo>
                  <a:pt x="3683" y="769"/>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58" name="Google Shape;562;p 2"/>
          <p:cNvSpPr/>
          <p:nvPr/>
        </p:nvSpPr>
        <p:spPr>
          <a:xfrm>
            <a:off x="1505880" y="2747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9"/>
                  <a:pt x="0" y="1721"/>
                </a:cubicBezTo>
                <a:lnTo>
                  <a:pt x="0" y="1966"/>
                </a:lnTo>
                <a:cubicBezTo>
                  <a:pt x="0" y="2919"/>
                  <a:pt x="768" y="3685"/>
                  <a:pt x="1721" y="3685"/>
                </a:cubicBezTo>
                <a:lnTo>
                  <a:pt x="1966" y="3685"/>
                </a:lnTo>
                <a:cubicBezTo>
                  <a:pt x="2918" y="3685"/>
                  <a:pt x="3685" y="2919"/>
                  <a:pt x="3685" y="1966"/>
                </a:cubicBezTo>
                <a:lnTo>
                  <a:pt x="3685" y="1721"/>
                </a:lnTo>
                <a:cubicBezTo>
                  <a:pt x="3685" y="769"/>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59" name="Google Shape;563;p 2"/>
          <p:cNvSpPr/>
          <p:nvPr/>
        </p:nvSpPr>
        <p:spPr>
          <a:xfrm>
            <a:off x="1613520" y="2747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9"/>
                  <a:pt x="0" y="1721"/>
                </a:cubicBezTo>
                <a:lnTo>
                  <a:pt x="0" y="1966"/>
                </a:lnTo>
                <a:cubicBezTo>
                  <a:pt x="0" y="2919"/>
                  <a:pt x="766" y="3685"/>
                  <a:pt x="1719" y="3685"/>
                </a:cubicBezTo>
                <a:lnTo>
                  <a:pt x="1964" y="3685"/>
                </a:lnTo>
                <a:cubicBezTo>
                  <a:pt x="2917" y="3685"/>
                  <a:pt x="3683" y="2919"/>
                  <a:pt x="3683" y="1966"/>
                </a:cubicBezTo>
                <a:lnTo>
                  <a:pt x="3683" y="1721"/>
                </a:lnTo>
                <a:cubicBezTo>
                  <a:pt x="3683" y="769"/>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60" name="Google Shape;564;p 2"/>
          <p:cNvSpPr/>
          <p:nvPr/>
        </p:nvSpPr>
        <p:spPr>
          <a:xfrm>
            <a:off x="1398600" y="2851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61" name="Google Shape;565;p 2"/>
          <p:cNvSpPr/>
          <p:nvPr/>
        </p:nvSpPr>
        <p:spPr>
          <a:xfrm>
            <a:off x="1505880" y="2851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62" name="Google Shape;566;p 2"/>
          <p:cNvSpPr/>
          <p:nvPr/>
        </p:nvSpPr>
        <p:spPr>
          <a:xfrm>
            <a:off x="1613520" y="2851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63" name="Google Shape;567;p 2"/>
          <p:cNvSpPr/>
          <p:nvPr/>
        </p:nvSpPr>
        <p:spPr>
          <a:xfrm>
            <a:off x="1398600" y="2955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64" name="Google Shape;568;p 2"/>
          <p:cNvSpPr/>
          <p:nvPr/>
        </p:nvSpPr>
        <p:spPr>
          <a:xfrm>
            <a:off x="1505880" y="2955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65" name="Google Shape;569;p 2"/>
          <p:cNvSpPr/>
          <p:nvPr/>
        </p:nvSpPr>
        <p:spPr>
          <a:xfrm>
            <a:off x="1613520" y="2955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66" name="Google Shape;570;p 2"/>
          <p:cNvSpPr/>
          <p:nvPr/>
        </p:nvSpPr>
        <p:spPr>
          <a:xfrm>
            <a:off x="1398600" y="3059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67" name="Google Shape;571;p 2"/>
          <p:cNvSpPr/>
          <p:nvPr/>
        </p:nvSpPr>
        <p:spPr>
          <a:xfrm>
            <a:off x="1505880" y="3059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68" name="Google Shape;572;p 2"/>
          <p:cNvSpPr/>
          <p:nvPr/>
        </p:nvSpPr>
        <p:spPr>
          <a:xfrm>
            <a:off x="1613520" y="3059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69" name="Google Shape;573;p 2"/>
          <p:cNvSpPr/>
          <p:nvPr/>
        </p:nvSpPr>
        <p:spPr>
          <a:xfrm>
            <a:off x="1398600" y="3162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70" name="Google Shape;574;p 2"/>
          <p:cNvSpPr/>
          <p:nvPr/>
        </p:nvSpPr>
        <p:spPr>
          <a:xfrm>
            <a:off x="1505880" y="3162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71" name="Google Shape;575;p 2"/>
          <p:cNvSpPr/>
          <p:nvPr/>
        </p:nvSpPr>
        <p:spPr>
          <a:xfrm>
            <a:off x="1613520" y="3162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72" name="Google Shape;576;p 2"/>
          <p:cNvSpPr/>
          <p:nvPr/>
        </p:nvSpPr>
        <p:spPr>
          <a:xfrm>
            <a:off x="1395000" y="1342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517" y="0"/>
                </a:moveTo>
                <a:cubicBezTo>
                  <a:pt x="677" y="0"/>
                  <a:pt x="1" y="677"/>
                  <a:pt x="1" y="1517"/>
                </a:cubicBezTo>
                <a:lnTo>
                  <a:pt x="1" y="2167"/>
                </a:lnTo>
                <a:cubicBezTo>
                  <a:pt x="1" y="3008"/>
                  <a:pt x="677" y="3685"/>
                  <a:pt x="1517" y="3685"/>
                </a:cubicBezTo>
                <a:lnTo>
                  <a:pt x="2167" y="3685"/>
                </a:lnTo>
                <a:cubicBezTo>
                  <a:pt x="3007" y="3685"/>
                  <a:pt x="3684" y="3008"/>
                  <a:pt x="3684" y="2167"/>
                </a:cubicBezTo>
                <a:lnTo>
                  <a:pt x="3684" y="1517"/>
                </a:lnTo>
                <a:cubicBezTo>
                  <a:pt x="3684" y="677"/>
                  <a:pt x="3007" y="0"/>
                  <a:pt x="2167"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73" name="Google Shape;577;p 2"/>
          <p:cNvSpPr/>
          <p:nvPr/>
        </p:nvSpPr>
        <p:spPr>
          <a:xfrm>
            <a:off x="1502280" y="1342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517" y="0"/>
                </a:moveTo>
                <a:cubicBezTo>
                  <a:pt x="676" y="0"/>
                  <a:pt x="0" y="677"/>
                  <a:pt x="0" y="1517"/>
                </a:cubicBezTo>
                <a:lnTo>
                  <a:pt x="0" y="2167"/>
                </a:lnTo>
                <a:cubicBezTo>
                  <a:pt x="0" y="3008"/>
                  <a:pt x="676" y="3685"/>
                  <a:pt x="1517" y="3685"/>
                </a:cubicBezTo>
                <a:lnTo>
                  <a:pt x="2166" y="3685"/>
                </a:lnTo>
                <a:cubicBezTo>
                  <a:pt x="3007" y="3685"/>
                  <a:pt x="3683" y="3008"/>
                  <a:pt x="3683" y="2167"/>
                </a:cubicBezTo>
                <a:lnTo>
                  <a:pt x="3683" y="1517"/>
                </a:lnTo>
                <a:cubicBezTo>
                  <a:pt x="3683" y="677"/>
                  <a:pt x="3007" y="0"/>
                  <a:pt x="21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74" name="Google Shape;578;p 2"/>
          <p:cNvSpPr/>
          <p:nvPr/>
        </p:nvSpPr>
        <p:spPr>
          <a:xfrm>
            <a:off x="1609560" y="1342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5">
                <a:moveTo>
                  <a:pt x="1519" y="0"/>
                </a:moveTo>
                <a:cubicBezTo>
                  <a:pt x="679" y="0"/>
                  <a:pt x="0" y="677"/>
                  <a:pt x="0" y="1517"/>
                </a:cubicBezTo>
                <a:lnTo>
                  <a:pt x="0" y="2167"/>
                </a:lnTo>
                <a:cubicBezTo>
                  <a:pt x="0" y="3008"/>
                  <a:pt x="679" y="3685"/>
                  <a:pt x="1519" y="3685"/>
                </a:cubicBezTo>
                <a:lnTo>
                  <a:pt x="2167" y="3685"/>
                </a:lnTo>
                <a:cubicBezTo>
                  <a:pt x="3009" y="3685"/>
                  <a:pt x="3685" y="3008"/>
                  <a:pt x="3685" y="2167"/>
                </a:cubicBezTo>
                <a:lnTo>
                  <a:pt x="3685" y="1517"/>
                </a:lnTo>
                <a:cubicBezTo>
                  <a:pt x="3685" y="677"/>
                  <a:pt x="3009" y="0"/>
                  <a:pt x="2167"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575" name="Google Shape;579;p 2"/>
          <p:cNvSpPr/>
          <p:nvPr/>
        </p:nvSpPr>
        <p:spPr>
          <a:xfrm>
            <a:off x="1835280" y="3350880"/>
            <a:ext cx="549000" cy="24480"/>
          </a:xfrm>
          <a:custGeom>
            <a:avLst/>
            <a:gdLst>
              <a:gd name="textAreaLeft" fmla="*/ 0 w 549000"/>
              <a:gd name="textAreaRight" fmla="*/ 549360 w 549000"/>
              <a:gd name="textAreaTop" fmla="*/ 0 h 24480"/>
              <a:gd name="textAreaBottom" fmla="*/ 24840 h 24480"/>
            </a:gdLst>
            <a:ahLst/>
            <a:cxnLst/>
            <a:rect l="textAreaLeft" t="textAreaTop" r="textAreaRight" b="textAreaBottom"/>
            <a:pathLst>
              <a:path w="33849" h="1519">
                <a:moveTo>
                  <a:pt x="0" y="0"/>
                </a:moveTo>
                <a:lnTo>
                  <a:pt x="0" y="1518"/>
                </a:lnTo>
                <a:lnTo>
                  <a:pt x="33848" y="1518"/>
                </a:lnTo>
                <a:lnTo>
                  <a:pt x="33848" y="0"/>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12240" bIns="12240" anchor="ctr">
            <a:noAutofit/>
          </a:bodyPr>
          <a:lstStyle/>
          <a:p>
            <a:endParaRPr lang="en-US" sz="1400" b="0" u="none" strike="noStrike">
              <a:solidFill>
                <a:srgbClr val="FFFFFF"/>
              </a:solidFill>
              <a:effectLst/>
              <a:uFillTx/>
              <a:latin typeface="Arial"/>
            </a:endParaRPr>
          </a:p>
        </p:txBody>
      </p:sp>
      <p:sp>
        <p:nvSpPr>
          <p:cNvPr id="576" name="Google Shape;580;p 2"/>
          <p:cNvSpPr/>
          <p:nvPr/>
        </p:nvSpPr>
        <p:spPr>
          <a:xfrm>
            <a:off x="847080" y="3318120"/>
            <a:ext cx="549360" cy="24480"/>
          </a:xfrm>
          <a:custGeom>
            <a:avLst/>
            <a:gdLst>
              <a:gd name="textAreaLeft" fmla="*/ 0 w 549360"/>
              <a:gd name="textAreaRight" fmla="*/ 549720 w 549360"/>
              <a:gd name="textAreaTop" fmla="*/ 0 h 24480"/>
              <a:gd name="textAreaBottom" fmla="*/ 24840 h 24480"/>
            </a:gdLst>
            <a:ahLst/>
            <a:cxnLst/>
            <a:rect l="textAreaLeft" t="textAreaTop" r="textAreaRight" b="textAreaBottom"/>
            <a:pathLst>
              <a:path w="33850" h="1519">
                <a:moveTo>
                  <a:pt x="1" y="1"/>
                </a:moveTo>
                <a:lnTo>
                  <a:pt x="1" y="1519"/>
                </a:lnTo>
                <a:lnTo>
                  <a:pt x="33849" y="1519"/>
                </a:lnTo>
                <a:lnTo>
                  <a:pt x="33849" y="1"/>
                </a:lnTo>
                <a:close/>
              </a:path>
            </a:pathLst>
          </a:custGeom>
          <a:solidFill>
            <a:srgbClr val="FFCB64"/>
          </a:solidFill>
          <a:ln w="0">
            <a:noFill/>
          </a:ln>
        </p:spPr>
        <p:style>
          <a:lnRef idx="0">
            <a:scrgbClr r="0" g="0" b="0"/>
          </a:lnRef>
          <a:fillRef idx="0">
            <a:scrgbClr r="0" g="0" b="0"/>
          </a:fillRef>
          <a:effectRef idx="0">
            <a:scrgbClr r="0" g="0" b="0"/>
          </a:effectRef>
          <a:fontRef idx="minor"/>
        </p:style>
        <p:txBody>
          <a:bodyPr tIns="12240" bIns="12240" anchor="ctr">
            <a:noAutofit/>
          </a:bodyPr>
          <a:lstStyle/>
          <a:p>
            <a:endParaRPr lang="en-US" sz="1400" b="0" u="none" strike="noStrike">
              <a:solidFill>
                <a:srgbClr val="000000"/>
              </a:solidFill>
              <a:effectLst/>
              <a:uFillTx/>
              <a:latin typeface="Arial"/>
            </a:endParaRPr>
          </a:p>
        </p:txBody>
      </p:sp>
      <p:sp>
        <p:nvSpPr>
          <p:cNvPr id="577" name="Google Shape;581;p 2"/>
          <p:cNvSpPr/>
          <p:nvPr/>
        </p:nvSpPr>
        <p:spPr>
          <a:xfrm>
            <a:off x="2323080" y="2759040"/>
            <a:ext cx="529920" cy="615960"/>
          </a:xfrm>
          <a:custGeom>
            <a:avLst/>
            <a:gdLst>
              <a:gd name="textAreaLeft" fmla="*/ 0 w 529920"/>
              <a:gd name="textAreaRight" fmla="*/ 530280 w 529920"/>
              <a:gd name="textAreaTop" fmla="*/ 0 h 615960"/>
              <a:gd name="textAreaBottom" fmla="*/ 616320 h 615960"/>
            </a:gdLst>
            <a:ahLst/>
            <a:cxnLst/>
            <a:rect l="textAreaLeft" t="textAreaTop" r="textAreaRight" b="textAreaBottom"/>
            <a:pathLst>
              <a:path w="32665" h="37969">
                <a:moveTo>
                  <a:pt x="16333" y="1"/>
                </a:moveTo>
                <a:lnTo>
                  <a:pt x="0" y="11718"/>
                </a:lnTo>
                <a:lnTo>
                  <a:pt x="0" y="37968"/>
                </a:lnTo>
                <a:lnTo>
                  <a:pt x="32665" y="37968"/>
                </a:lnTo>
                <a:lnTo>
                  <a:pt x="32665" y="11718"/>
                </a:lnTo>
                <a:lnTo>
                  <a:pt x="16333"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78" name="Google Shape;582;p 2"/>
          <p:cNvSpPr/>
          <p:nvPr/>
        </p:nvSpPr>
        <p:spPr>
          <a:xfrm>
            <a:off x="2323080" y="3343320"/>
            <a:ext cx="529920" cy="31680"/>
          </a:xfrm>
          <a:custGeom>
            <a:avLst/>
            <a:gdLst>
              <a:gd name="textAreaLeft" fmla="*/ 0 w 529920"/>
              <a:gd name="textAreaRight" fmla="*/ 530280 w 529920"/>
              <a:gd name="textAreaTop" fmla="*/ 0 h 31680"/>
              <a:gd name="textAreaBottom" fmla="*/ 32040 h 31680"/>
            </a:gdLst>
            <a:ahLst/>
            <a:cxnLst/>
            <a:rect l="textAreaLeft" t="textAreaTop" r="textAreaRight" b="textAreaBottom"/>
            <a:pathLst>
              <a:path w="32665" h="1977">
                <a:moveTo>
                  <a:pt x="0" y="0"/>
                </a:moveTo>
                <a:lnTo>
                  <a:pt x="0" y="1976"/>
                </a:lnTo>
                <a:lnTo>
                  <a:pt x="32665" y="1976"/>
                </a:lnTo>
                <a:lnTo>
                  <a:pt x="32665" y="0"/>
                </a:lnTo>
                <a:close/>
              </a:path>
            </a:pathLst>
          </a:custGeom>
          <a:solidFill>
            <a:srgbClr val="E2A334"/>
          </a:solidFill>
          <a:ln w="0">
            <a:noFill/>
          </a:ln>
        </p:spPr>
        <p:style>
          <a:lnRef idx="0">
            <a:scrgbClr r="0" g="0" b="0"/>
          </a:lnRef>
          <a:fillRef idx="0">
            <a:scrgbClr r="0" g="0" b="0"/>
          </a:fillRef>
          <a:effectRef idx="0">
            <a:scrgbClr r="0" g="0" b="0"/>
          </a:effectRef>
          <a:fontRef idx="minor"/>
        </p:style>
        <p:txBody>
          <a:bodyPr tIns="15840" bIns="15840" anchor="ctr">
            <a:noAutofit/>
          </a:bodyPr>
          <a:lstStyle/>
          <a:p>
            <a:endParaRPr lang="en-US" sz="1400" b="0" u="none" strike="noStrike">
              <a:solidFill>
                <a:srgbClr val="000000"/>
              </a:solidFill>
              <a:effectLst/>
              <a:uFillTx/>
              <a:latin typeface="Arial"/>
            </a:endParaRPr>
          </a:p>
        </p:txBody>
      </p:sp>
      <p:sp>
        <p:nvSpPr>
          <p:cNvPr id="579" name="Google Shape;583;p 2"/>
          <p:cNvSpPr/>
          <p:nvPr/>
        </p:nvSpPr>
        <p:spPr>
          <a:xfrm>
            <a:off x="2510640" y="3110760"/>
            <a:ext cx="155160" cy="264240"/>
          </a:xfrm>
          <a:custGeom>
            <a:avLst/>
            <a:gdLst>
              <a:gd name="textAreaLeft" fmla="*/ 0 w 155160"/>
              <a:gd name="textAreaRight" fmla="*/ 155520 w 155160"/>
              <a:gd name="textAreaTop" fmla="*/ 0 h 264240"/>
              <a:gd name="textAreaBottom" fmla="*/ 264600 h 264240"/>
            </a:gdLst>
            <a:ahLst/>
            <a:cxnLst/>
            <a:rect l="textAreaLeft" t="textAreaTop" r="textAreaRight" b="textAreaBottom"/>
            <a:pathLst>
              <a:path w="9572" h="16307">
                <a:moveTo>
                  <a:pt x="3082" y="0"/>
                </a:moveTo>
                <a:cubicBezTo>
                  <a:pt x="1381" y="0"/>
                  <a:pt x="0" y="1381"/>
                  <a:pt x="0" y="3083"/>
                </a:cubicBezTo>
                <a:lnTo>
                  <a:pt x="0" y="16306"/>
                </a:lnTo>
                <a:lnTo>
                  <a:pt x="9571" y="16306"/>
                </a:lnTo>
                <a:lnTo>
                  <a:pt x="9569" y="3083"/>
                </a:lnTo>
                <a:cubicBezTo>
                  <a:pt x="9569" y="1381"/>
                  <a:pt x="8188" y="0"/>
                  <a:pt x="6487"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580" name="Google Shape;584;p 2"/>
          <p:cNvSpPr/>
          <p:nvPr/>
        </p:nvSpPr>
        <p:spPr>
          <a:xfrm>
            <a:off x="2253960" y="2745360"/>
            <a:ext cx="664920" cy="269280"/>
          </a:xfrm>
          <a:custGeom>
            <a:avLst/>
            <a:gdLst>
              <a:gd name="textAreaLeft" fmla="*/ 0 w 664920"/>
              <a:gd name="textAreaRight" fmla="*/ 665280 w 664920"/>
              <a:gd name="textAreaTop" fmla="*/ 0 h 269280"/>
              <a:gd name="textAreaBottom" fmla="*/ 269640 h 269280"/>
            </a:gdLst>
            <a:ahLst/>
            <a:cxnLst/>
            <a:rect l="textAreaLeft" t="textAreaTop" r="textAreaRight" b="textAreaBottom"/>
            <a:pathLst>
              <a:path w="40972" h="16600">
                <a:moveTo>
                  <a:pt x="20603" y="1"/>
                </a:moveTo>
                <a:cubicBezTo>
                  <a:pt x="20077" y="1"/>
                  <a:pt x="19551" y="167"/>
                  <a:pt x="19107" y="498"/>
                </a:cubicBezTo>
                <a:lnTo>
                  <a:pt x="570" y="14483"/>
                </a:lnTo>
                <a:cubicBezTo>
                  <a:pt x="165" y="14787"/>
                  <a:pt x="1" y="15316"/>
                  <a:pt x="163" y="15797"/>
                </a:cubicBezTo>
                <a:cubicBezTo>
                  <a:pt x="323" y="16276"/>
                  <a:pt x="772" y="16600"/>
                  <a:pt x="1280" y="16600"/>
                </a:cubicBezTo>
                <a:cubicBezTo>
                  <a:pt x="1535" y="16600"/>
                  <a:pt x="1783" y="16515"/>
                  <a:pt x="1988" y="16362"/>
                </a:cubicBezTo>
                <a:lnTo>
                  <a:pt x="20525" y="2376"/>
                </a:lnTo>
                <a:cubicBezTo>
                  <a:pt x="20548" y="2358"/>
                  <a:pt x="20575" y="2349"/>
                  <a:pt x="20603" y="2349"/>
                </a:cubicBezTo>
                <a:cubicBezTo>
                  <a:pt x="20630" y="2349"/>
                  <a:pt x="20657" y="2358"/>
                  <a:pt x="20680" y="2376"/>
                </a:cubicBezTo>
                <a:lnTo>
                  <a:pt x="38941" y="15841"/>
                </a:lnTo>
                <a:cubicBezTo>
                  <a:pt x="39151" y="15996"/>
                  <a:pt x="39396" y="16071"/>
                  <a:pt x="39639" y="16071"/>
                </a:cubicBezTo>
                <a:cubicBezTo>
                  <a:pt x="40000" y="16071"/>
                  <a:pt x="40356" y="15905"/>
                  <a:pt x="40586" y="15592"/>
                </a:cubicBezTo>
                <a:cubicBezTo>
                  <a:pt x="40972" y="15069"/>
                  <a:pt x="40861" y="14333"/>
                  <a:pt x="40338" y="13947"/>
                </a:cubicBezTo>
                <a:lnTo>
                  <a:pt x="22079" y="482"/>
                </a:lnTo>
                <a:cubicBezTo>
                  <a:pt x="21639" y="161"/>
                  <a:pt x="21121" y="1"/>
                  <a:pt x="20603"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81" name="Google Shape;585;p 2"/>
          <p:cNvSpPr/>
          <p:nvPr/>
        </p:nvSpPr>
        <p:spPr>
          <a:xfrm>
            <a:off x="2539800" y="2915280"/>
            <a:ext cx="93240" cy="89640"/>
          </a:xfrm>
          <a:custGeom>
            <a:avLst/>
            <a:gdLst>
              <a:gd name="textAreaLeft" fmla="*/ 0 w 93240"/>
              <a:gd name="textAreaRight" fmla="*/ 93600 w 93240"/>
              <a:gd name="textAreaTop" fmla="*/ 0 h 89640"/>
              <a:gd name="textAreaBottom" fmla="*/ 90000 h 89640"/>
            </a:gdLst>
            <a:ahLst/>
            <a:cxnLst/>
            <a:rect l="textAreaLeft" t="textAreaTop" r="textAreaRight" b="textAreaBottom"/>
            <a:pathLst>
              <a:path w="5761" h="5542">
                <a:moveTo>
                  <a:pt x="2990" y="0"/>
                </a:moveTo>
                <a:cubicBezTo>
                  <a:pt x="1868" y="0"/>
                  <a:pt x="858" y="675"/>
                  <a:pt x="429" y="1711"/>
                </a:cubicBezTo>
                <a:cubicBezTo>
                  <a:pt x="1" y="2746"/>
                  <a:pt x="237" y="3937"/>
                  <a:pt x="1029" y="4729"/>
                </a:cubicBezTo>
                <a:cubicBezTo>
                  <a:pt x="1559" y="5259"/>
                  <a:pt x="2268" y="5541"/>
                  <a:pt x="2990" y="5541"/>
                </a:cubicBezTo>
                <a:cubicBezTo>
                  <a:pt x="3347" y="5541"/>
                  <a:pt x="3707" y="5472"/>
                  <a:pt x="4050" y="5330"/>
                </a:cubicBezTo>
                <a:cubicBezTo>
                  <a:pt x="5086" y="4902"/>
                  <a:pt x="5760" y="3891"/>
                  <a:pt x="5760" y="2771"/>
                </a:cubicBezTo>
                <a:cubicBezTo>
                  <a:pt x="5760" y="1240"/>
                  <a:pt x="4520" y="0"/>
                  <a:pt x="2990"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5000" bIns="45000" anchor="ctr">
            <a:noAutofit/>
          </a:bodyPr>
          <a:lstStyle/>
          <a:p>
            <a:endParaRPr lang="en-US" sz="1400" b="0" u="none" strike="noStrike">
              <a:solidFill>
                <a:srgbClr val="FFFFFF"/>
              </a:solidFill>
              <a:effectLst/>
              <a:uFillTx/>
              <a:latin typeface="Arial"/>
            </a:endParaRPr>
          </a:p>
        </p:txBody>
      </p:sp>
      <p:sp>
        <p:nvSpPr>
          <p:cNvPr id="582" name="Google Shape;586;p 2"/>
          <p:cNvSpPr/>
          <p:nvPr/>
        </p:nvSpPr>
        <p:spPr>
          <a:xfrm>
            <a:off x="2428560" y="3176280"/>
            <a:ext cx="68760" cy="129960"/>
          </a:xfrm>
          <a:custGeom>
            <a:avLst/>
            <a:gdLst>
              <a:gd name="textAreaLeft" fmla="*/ 0 w 68760"/>
              <a:gd name="textAreaRight" fmla="*/ 69120 w 68760"/>
              <a:gd name="textAreaTop" fmla="*/ 0 h 129960"/>
              <a:gd name="textAreaBottom" fmla="*/ 130320 h 129960"/>
            </a:gdLst>
            <a:ahLst/>
            <a:cxnLst/>
            <a:rect l="textAreaLeft" t="textAreaTop" r="textAreaRight" b="textAreaBottom"/>
            <a:pathLst>
              <a:path w="4249" h="8034">
                <a:moveTo>
                  <a:pt x="2125" y="0"/>
                </a:moveTo>
                <a:cubicBezTo>
                  <a:pt x="980" y="0"/>
                  <a:pt x="52" y="367"/>
                  <a:pt x="6" y="826"/>
                </a:cubicBezTo>
                <a:lnTo>
                  <a:pt x="1" y="826"/>
                </a:lnTo>
                <a:lnTo>
                  <a:pt x="1" y="8033"/>
                </a:lnTo>
                <a:lnTo>
                  <a:pt x="4249" y="8033"/>
                </a:lnTo>
                <a:lnTo>
                  <a:pt x="4249" y="826"/>
                </a:lnTo>
                <a:lnTo>
                  <a:pt x="4244" y="826"/>
                </a:lnTo>
                <a:cubicBezTo>
                  <a:pt x="4198" y="367"/>
                  <a:pt x="3268" y="0"/>
                  <a:pt x="212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65160" bIns="65160" anchor="ctr">
            <a:noAutofit/>
          </a:bodyPr>
          <a:lstStyle/>
          <a:p>
            <a:endParaRPr lang="en-US" sz="1400" b="0" u="none" strike="noStrike">
              <a:solidFill>
                <a:srgbClr val="FFFFFF"/>
              </a:solidFill>
              <a:effectLst/>
              <a:uFillTx/>
              <a:latin typeface="Arial"/>
            </a:endParaRPr>
          </a:p>
        </p:txBody>
      </p:sp>
      <p:sp>
        <p:nvSpPr>
          <p:cNvPr id="583" name="Google Shape;587;p 2"/>
          <p:cNvSpPr/>
          <p:nvPr/>
        </p:nvSpPr>
        <p:spPr>
          <a:xfrm>
            <a:off x="2458800" y="3126600"/>
            <a:ext cx="8280" cy="205200"/>
          </a:xfrm>
          <a:custGeom>
            <a:avLst/>
            <a:gdLst>
              <a:gd name="textAreaLeft" fmla="*/ 0 w 8280"/>
              <a:gd name="textAreaRight" fmla="*/ 8640 w 8280"/>
              <a:gd name="textAreaTop" fmla="*/ 0 h 205200"/>
              <a:gd name="textAreaBottom" fmla="*/ 205560 h 205200"/>
            </a:gdLst>
            <a:ahLst/>
            <a:cxnLst/>
            <a:rect l="textAreaLeft" t="textAreaTop" r="textAreaRight" b="textAreaBottom"/>
            <a:pathLst>
              <a:path w="534" h="12666">
                <a:moveTo>
                  <a:pt x="0" y="0"/>
                </a:moveTo>
                <a:lnTo>
                  <a:pt x="0" y="12666"/>
                </a:lnTo>
                <a:lnTo>
                  <a:pt x="534" y="12666"/>
                </a:lnTo>
                <a:lnTo>
                  <a:pt x="534"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84" name="Google Shape;588;p 2"/>
          <p:cNvSpPr/>
          <p:nvPr/>
        </p:nvSpPr>
        <p:spPr>
          <a:xfrm>
            <a:off x="2428560" y="320472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9" h="399">
                <a:moveTo>
                  <a:pt x="1" y="1"/>
                </a:moveTo>
                <a:lnTo>
                  <a:pt x="1" y="399"/>
                </a:lnTo>
                <a:lnTo>
                  <a:pt x="4249" y="399"/>
                </a:lnTo>
                <a:lnTo>
                  <a:pt x="4249"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585" name="Google Shape;589;p 2"/>
          <p:cNvSpPr/>
          <p:nvPr/>
        </p:nvSpPr>
        <p:spPr>
          <a:xfrm>
            <a:off x="2428560" y="323820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9" h="399">
                <a:moveTo>
                  <a:pt x="1" y="1"/>
                </a:moveTo>
                <a:lnTo>
                  <a:pt x="1" y="399"/>
                </a:lnTo>
                <a:lnTo>
                  <a:pt x="4249" y="399"/>
                </a:lnTo>
                <a:lnTo>
                  <a:pt x="4249"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586" name="Google Shape;590;p 2"/>
          <p:cNvSpPr/>
          <p:nvPr/>
        </p:nvSpPr>
        <p:spPr>
          <a:xfrm>
            <a:off x="2428560" y="327168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9" h="400">
                <a:moveTo>
                  <a:pt x="1" y="0"/>
                </a:moveTo>
                <a:lnTo>
                  <a:pt x="1" y="400"/>
                </a:lnTo>
                <a:lnTo>
                  <a:pt x="4249" y="400"/>
                </a:lnTo>
                <a:lnTo>
                  <a:pt x="4249"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587" name="Google Shape;591;p 2"/>
          <p:cNvSpPr/>
          <p:nvPr/>
        </p:nvSpPr>
        <p:spPr>
          <a:xfrm>
            <a:off x="2428560" y="330516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9" h="399">
                <a:moveTo>
                  <a:pt x="1" y="0"/>
                </a:moveTo>
                <a:lnTo>
                  <a:pt x="1" y="398"/>
                </a:lnTo>
                <a:lnTo>
                  <a:pt x="4249" y="398"/>
                </a:lnTo>
                <a:lnTo>
                  <a:pt x="4249"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588" name="Google Shape;592;p 2"/>
          <p:cNvSpPr/>
          <p:nvPr/>
        </p:nvSpPr>
        <p:spPr>
          <a:xfrm>
            <a:off x="2674440" y="3176280"/>
            <a:ext cx="68760" cy="129960"/>
          </a:xfrm>
          <a:custGeom>
            <a:avLst/>
            <a:gdLst>
              <a:gd name="textAreaLeft" fmla="*/ 0 w 68760"/>
              <a:gd name="textAreaRight" fmla="*/ 69120 w 68760"/>
              <a:gd name="textAreaTop" fmla="*/ 0 h 129960"/>
              <a:gd name="textAreaBottom" fmla="*/ 130320 h 129960"/>
            </a:gdLst>
            <a:ahLst/>
            <a:cxnLst/>
            <a:rect l="textAreaLeft" t="textAreaTop" r="textAreaRight" b="textAreaBottom"/>
            <a:pathLst>
              <a:path w="4249" h="8034">
                <a:moveTo>
                  <a:pt x="2123" y="0"/>
                </a:moveTo>
                <a:cubicBezTo>
                  <a:pt x="979" y="0"/>
                  <a:pt x="49" y="367"/>
                  <a:pt x="4" y="826"/>
                </a:cubicBezTo>
                <a:lnTo>
                  <a:pt x="0" y="826"/>
                </a:lnTo>
                <a:lnTo>
                  <a:pt x="0" y="8033"/>
                </a:lnTo>
                <a:lnTo>
                  <a:pt x="4248" y="8033"/>
                </a:lnTo>
                <a:lnTo>
                  <a:pt x="4248" y="826"/>
                </a:lnTo>
                <a:lnTo>
                  <a:pt x="4243" y="826"/>
                </a:lnTo>
                <a:cubicBezTo>
                  <a:pt x="4196" y="367"/>
                  <a:pt x="3267" y="0"/>
                  <a:pt x="212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65160" bIns="65160" anchor="ctr">
            <a:noAutofit/>
          </a:bodyPr>
          <a:lstStyle/>
          <a:p>
            <a:endParaRPr lang="en-US" sz="1400" b="0" u="none" strike="noStrike">
              <a:solidFill>
                <a:srgbClr val="FFFFFF"/>
              </a:solidFill>
              <a:effectLst/>
              <a:uFillTx/>
              <a:latin typeface="Arial"/>
            </a:endParaRPr>
          </a:p>
        </p:txBody>
      </p:sp>
      <p:sp>
        <p:nvSpPr>
          <p:cNvPr id="589" name="Google Shape;593;p 2"/>
          <p:cNvSpPr/>
          <p:nvPr/>
        </p:nvSpPr>
        <p:spPr>
          <a:xfrm>
            <a:off x="2704680" y="3120840"/>
            <a:ext cx="8280" cy="205200"/>
          </a:xfrm>
          <a:custGeom>
            <a:avLst/>
            <a:gdLst>
              <a:gd name="textAreaLeft" fmla="*/ 0 w 8280"/>
              <a:gd name="textAreaRight" fmla="*/ 8640 w 8280"/>
              <a:gd name="textAreaTop" fmla="*/ 0 h 205200"/>
              <a:gd name="textAreaBottom" fmla="*/ 205560 h 205200"/>
            </a:gdLst>
            <a:ahLst/>
            <a:cxnLst/>
            <a:rect l="textAreaLeft" t="textAreaTop" r="textAreaRight" b="textAreaBottom"/>
            <a:pathLst>
              <a:path w="535" h="12667">
                <a:moveTo>
                  <a:pt x="1" y="1"/>
                </a:moveTo>
                <a:lnTo>
                  <a:pt x="1" y="12666"/>
                </a:lnTo>
                <a:lnTo>
                  <a:pt x="534" y="12666"/>
                </a:lnTo>
                <a:lnTo>
                  <a:pt x="534"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90" name="Google Shape;594;p 2"/>
          <p:cNvSpPr/>
          <p:nvPr/>
        </p:nvSpPr>
        <p:spPr>
          <a:xfrm>
            <a:off x="2674440" y="320472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7" h="399">
                <a:moveTo>
                  <a:pt x="0" y="1"/>
                </a:moveTo>
                <a:lnTo>
                  <a:pt x="0" y="399"/>
                </a:lnTo>
                <a:lnTo>
                  <a:pt x="4247" y="399"/>
                </a:lnTo>
                <a:lnTo>
                  <a:pt x="4247"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591" name="Google Shape;595;p 2"/>
          <p:cNvSpPr/>
          <p:nvPr/>
        </p:nvSpPr>
        <p:spPr>
          <a:xfrm>
            <a:off x="2674440" y="323820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7" h="399">
                <a:moveTo>
                  <a:pt x="0" y="1"/>
                </a:moveTo>
                <a:lnTo>
                  <a:pt x="0" y="399"/>
                </a:lnTo>
                <a:lnTo>
                  <a:pt x="4247" y="399"/>
                </a:lnTo>
                <a:lnTo>
                  <a:pt x="4247"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592" name="Google Shape;596;p 2"/>
          <p:cNvSpPr/>
          <p:nvPr/>
        </p:nvSpPr>
        <p:spPr>
          <a:xfrm>
            <a:off x="2674440" y="327168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7" h="400">
                <a:moveTo>
                  <a:pt x="0" y="0"/>
                </a:moveTo>
                <a:lnTo>
                  <a:pt x="0" y="400"/>
                </a:lnTo>
                <a:lnTo>
                  <a:pt x="4247" y="400"/>
                </a:lnTo>
                <a:lnTo>
                  <a:pt x="4247"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593" name="Google Shape;597;p 2"/>
          <p:cNvSpPr/>
          <p:nvPr/>
        </p:nvSpPr>
        <p:spPr>
          <a:xfrm>
            <a:off x="2674440" y="330516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7" h="399">
                <a:moveTo>
                  <a:pt x="0" y="0"/>
                </a:moveTo>
                <a:lnTo>
                  <a:pt x="0" y="398"/>
                </a:lnTo>
                <a:lnTo>
                  <a:pt x="4247" y="398"/>
                </a:lnTo>
                <a:lnTo>
                  <a:pt x="4247"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594" name="Google Shape;598;p 2"/>
          <p:cNvSpPr/>
          <p:nvPr/>
        </p:nvSpPr>
        <p:spPr>
          <a:xfrm>
            <a:off x="3199680" y="3336480"/>
            <a:ext cx="919080" cy="38880"/>
          </a:xfrm>
          <a:custGeom>
            <a:avLst/>
            <a:gdLst>
              <a:gd name="textAreaLeft" fmla="*/ 0 w 919080"/>
              <a:gd name="textAreaRight" fmla="*/ 919440 w 919080"/>
              <a:gd name="textAreaTop" fmla="*/ 0 h 38880"/>
              <a:gd name="textAreaBottom" fmla="*/ 39240 h 38880"/>
            </a:gdLst>
            <a:ahLst/>
            <a:cxnLst/>
            <a:rect l="textAreaLeft" t="textAreaTop" r="textAreaRight" b="textAreaBottom"/>
            <a:pathLst>
              <a:path w="56636" h="2417">
                <a:moveTo>
                  <a:pt x="0" y="0"/>
                </a:moveTo>
                <a:lnTo>
                  <a:pt x="0" y="2417"/>
                </a:lnTo>
                <a:lnTo>
                  <a:pt x="56636" y="2417"/>
                </a:lnTo>
                <a:lnTo>
                  <a:pt x="56636" y="0"/>
                </a:lnTo>
                <a:close/>
              </a:path>
            </a:pathLst>
          </a:custGeom>
          <a:solidFill>
            <a:srgbClr val="E2A334"/>
          </a:solidFill>
          <a:ln w="0">
            <a:noFill/>
          </a:ln>
        </p:spPr>
        <p:style>
          <a:lnRef idx="0">
            <a:scrgbClr r="0" g="0" b="0"/>
          </a:lnRef>
          <a:fillRef idx="0">
            <a:scrgbClr r="0" g="0" b="0"/>
          </a:fillRef>
          <a:effectRef idx="0">
            <a:scrgbClr r="0" g="0" b="0"/>
          </a:effectRef>
          <a:fontRef idx="minor"/>
        </p:style>
        <p:txBody>
          <a:bodyPr tIns="19440" bIns="19440" anchor="ctr">
            <a:noAutofit/>
          </a:bodyPr>
          <a:lstStyle/>
          <a:p>
            <a:endParaRPr lang="en-US" sz="1400" b="0" u="none" strike="noStrike">
              <a:solidFill>
                <a:srgbClr val="000000"/>
              </a:solidFill>
              <a:effectLst/>
              <a:uFillTx/>
              <a:latin typeface="Arial"/>
            </a:endParaRPr>
          </a:p>
        </p:txBody>
      </p:sp>
      <p:sp>
        <p:nvSpPr>
          <p:cNvPr id="595" name="Google Shape;599;p 2"/>
          <p:cNvSpPr/>
          <p:nvPr/>
        </p:nvSpPr>
        <p:spPr>
          <a:xfrm>
            <a:off x="3017520" y="2739960"/>
            <a:ext cx="439200" cy="635400"/>
          </a:xfrm>
          <a:custGeom>
            <a:avLst/>
            <a:gdLst>
              <a:gd name="textAreaLeft" fmla="*/ 0 w 439200"/>
              <a:gd name="textAreaRight" fmla="*/ 439560 w 439200"/>
              <a:gd name="textAreaTop" fmla="*/ 0 h 635400"/>
              <a:gd name="textAreaBottom" fmla="*/ 635760 h 635400"/>
            </a:gdLst>
            <a:ahLst/>
            <a:cxnLst/>
            <a:rect l="textAreaLeft" t="textAreaTop" r="textAreaRight" b="textAreaBottom"/>
            <a:pathLst>
              <a:path w="27074" h="39159">
                <a:moveTo>
                  <a:pt x="13536" y="1"/>
                </a:moveTo>
                <a:lnTo>
                  <a:pt x="1" y="12086"/>
                </a:lnTo>
                <a:lnTo>
                  <a:pt x="1" y="39159"/>
                </a:lnTo>
                <a:lnTo>
                  <a:pt x="27073" y="39159"/>
                </a:lnTo>
                <a:lnTo>
                  <a:pt x="27073" y="12086"/>
                </a:lnTo>
                <a:lnTo>
                  <a:pt x="13536"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96" name="Google Shape;600;p 2"/>
          <p:cNvSpPr/>
          <p:nvPr/>
        </p:nvSpPr>
        <p:spPr>
          <a:xfrm>
            <a:off x="3017520" y="3342600"/>
            <a:ext cx="439200" cy="32760"/>
          </a:xfrm>
          <a:custGeom>
            <a:avLst/>
            <a:gdLst>
              <a:gd name="textAreaLeft" fmla="*/ 0 w 439200"/>
              <a:gd name="textAreaRight" fmla="*/ 439560 w 439200"/>
              <a:gd name="textAreaTop" fmla="*/ 0 h 32760"/>
              <a:gd name="textAreaBottom" fmla="*/ 33120 h 32760"/>
            </a:gdLst>
            <a:ahLst/>
            <a:cxnLst/>
            <a:rect l="textAreaLeft" t="textAreaTop" r="textAreaRight" b="textAreaBottom"/>
            <a:pathLst>
              <a:path w="27074" h="2037">
                <a:moveTo>
                  <a:pt x="1" y="1"/>
                </a:moveTo>
                <a:lnTo>
                  <a:pt x="1" y="2037"/>
                </a:lnTo>
                <a:lnTo>
                  <a:pt x="27073" y="2037"/>
                </a:lnTo>
                <a:lnTo>
                  <a:pt x="27073" y="1"/>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16560" bIns="16560" anchor="ctr">
            <a:noAutofit/>
          </a:bodyPr>
          <a:lstStyle/>
          <a:p>
            <a:endParaRPr lang="en-US" sz="1400" b="0" u="none" strike="noStrike">
              <a:solidFill>
                <a:srgbClr val="FFFFFF"/>
              </a:solidFill>
              <a:effectLst/>
              <a:uFillTx/>
              <a:latin typeface="Arial"/>
            </a:endParaRPr>
          </a:p>
        </p:txBody>
      </p:sp>
      <p:sp>
        <p:nvSpPr>
          <p:cNvPr id="597" name="Google Shape;601;p 2"/>
          <p:cNvSpPr/>
          <p:nvPr/>
        </p:nvSpPr>
        <p:spPr>
          <a:xfrm>
            <a:off x="3157200" y="3102840"/>
            <a:ext cx="159840" cy="272520"/>
          </a:xfrm>
          <a:custGeom>
            <a:avLst/>
            <a:gdLst>
              <a:gd name="textAreaLeft" fmla="*/ 0 w 159840"/>
              <a:gd name="textAreaRight" fmla="*/ 160200 w 159840"/>
              <a:gd name="textAreaTop" fmla="*/ 0 h 272520"/>
              <a:gd name="textAreaBottom" fmla="*/ 272880 h 272520"/>
            </a:gdLst>
            <a:ahLst/>
            <a:cxnLst/>
            <a:rect l="textAreaLeft" t="textAreaTop" r="textAreaRight" b="textAreaBottom"/>
            <a:pathLst>
              <a:path w="9873" h="16817">
                <a:moveTo>
                  <a:pt x="2239" y="0"/>
                </a:moveTo>
                <a:cubicBezTo>
                  <a:pt x="1002" y="0"/>
                  <a:pt x="0" y="1002"/>
                  <a:pt x="0" y="2239"/>
                </a:cubicBezTo>
                <a:lnTo>
                  <a:pt x="0" y="16817"/>
                </a:lnTo>
                <a:lnTo>
                  <a:pt x="9872" y="16817"/>
                </a:lnTo>
                <a:lnTo>
                  <a:pt x="9872" y="2239"/>
                </a:lnTo>
                <a:cubicBezTo>
                  <a:pt x="9872" y="1002"/>
                  <a:pt x="8870" y="0"/>
                  <a:pt x="763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598" name="Google Shape;602;p 2"/>
          <p:cNvSpPr/>
          <p:nvPr/>
        </p:nvSpPr>
        <p:spPr>
          <a:xfrm>
            <a:off x="2946960" y="2728800"/>
            <a:ext cx="576360" cy="273960"/>
          </a:xfrm>
          <a:custGeom>
            <a:avLst/>
            <a:gdLst>
              <a:gd name="textAreaLeft" fmla="*/ 0 w 576360"/>
              <a:gd name="textAreaRight" fmla="*/ 576720 w 576360"/>
              <a:gd name="textAreaTop" fmla="*/ 0 h 273960"/>
              <a:gd name="textAreaBottom" fmla="*/ 274320 h 273960"/>
            </a:gdLst>
            <a:ahLst/>
            <a:cxnLst/>
            <a:rect l="textAreaLeft" t="textAreaTop" r="textAreaRight" b="textAreaBottom"/>
            <a:pathLst>
              <a:path w="35516" h="16894">
                <a:moveTo>
                  <a:pt x="17897" y="0"/>
                </a:moveTo>
                <a:cubicBezTo>
                  <a:pt x="17270" y="0"/>
                  <a:pt x="16644" y="225"/>
                  <a:pt x="16148" y="676"/>
                </a:cubicBezTo>
                <a:lnTo>
                  <a:pt x="483" y="14844"/>
                </a:lnTo>
                <a:cubicBezTo>
                  <a:pt x="122" y="15169"/>
                  <a:pt x="1" y="15686"/>
                  <a:pt x="175" y="16138"/>
                </a:cubicBezTo>
                <a:cubicBezTo>
                  <a:pt x="349" y="16593"/>
                  <a:pt x="786" y="16894"/>
                  <a:pt x="1274" y="16894"/>
                </a:cubicBezTo>
                <a:cubicBezTo>
                  <a:pt x="1565" y="16894"/>
                  <a:pt x="1846" y="16785"/>
                  <a:pt x="2063" y="16587"/>
                </a:cubicBezTo>
                <a:lnTo>
                  <a:pt x="17728" y="2420"/>
                </a:lnTo>
                <a:cubicBezTo>
                  <a:pt x="17776" y="2375"/>
                  <a:pt x="17836" y="2353"/>
                  <a:pt x="17897" y="2353"/>
                </a:cubicBezTo>
                <a:cubicBezTo>
                  <a:pt x="17958" y="2353"/>
                  <a:pt x="18018" y="2375"/>
                  <a:pt x="18066" y="2418"/>
                </a:cubicBezTo>
                <a:lnTo>
                  <a:pt x="33442" y="16052"/>
                </a:lnTo>
                <a:cubicBezTo>
                  <a:pt x="33664" y="16241"/>
                  <a:pt x="33936" y="16334"/>
                  <a:pt x="34207" y="16334"/>
                </a:cubicBezTo>
                <a:cubicBezTo>
                  <a:pt x="34533" y="16334"/>
                  <a:pt x="34856" y="16200"/>
                  <a:pt x="35089" y="15937"/>
                </a:cubicBezTo>
                <a:cubicBezTo>
                  <a:pt x="35515" y="15457"/>
                  <a:pt x="35476" y="14724"/>
                  <a:pt x="35004" y="14291"/>
                </a:cubicBezTo>
                <a:lnTo>
                  <a:pt x="19628" y="658"/>
                </a:lnTo>
                <a:cubicBezTo>
                  <a:pt x="19134" y="219"/>
                  <a:pt x="18515" y="0"/>
                  <a:pt x="1789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99" name="Google Shape;603;p 2"/>
          <p:cNvSpPr/>
          <p:nvPr/>
        </p:nvSpPr>
        <p:spPr>
          <a:xfrm>
            <a:off x="515520" y="3281040"/>
            <a:ext cx="4285080" cy="279360"/>
          </a:xfrm>
          <a:custGeom>
            <a:avLst/>
            <a:gdLst>
              <a:gd name="textAreaLeft" fmla="*/ 0 w 4285080"/>
              <a:gd name="textAreaRight" fmla="*/ 4285440 w 4285080"/>
              <a:gd name="textAreaTop" fmla="*/ 0 h 279360"/>
              <a:gd name="textAreaBottom" fmla="*/ 279720 h 279360"/>
            </a:gdLst>
            <a:ahLst/>
            <a:cxnLst/>
            <a:rect l="textAreaLeft" t="textAreaTop" r="textAreaRight" b="textAreaBottom"/>
            <a:pathLst>
              <a:path w="263973" h="17230">
                <a:moveTo>
                  <a:pt x="11995" y="0"/>
                </a:moveTo>
                <a:cubicBezTo>
                  <a:pt x="5371" y="0"/>
                  <a:pt x="1" y="7715"/>
                  <a:pt x="1" y="17229"/>
                </a:cubicBezTo>
                <a:lnTo>
                  <a:pt x="263972" y="17229"/>
                </a:lnTo>
                <a:cubicBezTo>
                  <a:pt x="263972" y="7715"/>
                  <a:pt x="258602" y="0"/>
                  <a:pt x="25197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0" name="Google Shape;604;p 2"/>
          <p:cNvSpPr/>
          <p:nvPr/>
        </p:nvSpPr>
        <p:spPr>
          <a:xfrm>
            <a:off x="174960" y="2579400"/>
            <a:ext cx="498600" cy="645840"/>
          </a:xfrm>
          <a:custGeom>
            <a:avLst/>
            <a:gdLst>
              <a:gd name="textAreaLeft" fmla="*/ 0 w 498600"/>
              <a:gd name="textAreaRight" fmla="*/ 498960 w 498600"/>
              <a:gd name="textAreaTop" fmla="*/ 0 h 645840"/>
              <a:gd name="textAreaBottom" fmla="*/ 646200 h 645840"/>
            </a:gdLst>
            <a:ahLst/>
            <a:cxnLst/>
            <a:rect l="textAreaLeft" t="textAreaTop" r="textAreaRight" b="textAreaBottom"/>
            <a:pathLst>
              <a:path w="30743" h="39805">
                <a:moveTo>
                  <a:pt x="15545" y="0"/>
                </a:moveTo>
                <a:cubicBezTo>
                  <a:pt x="14946" y="0"/>
                  <a:pt x="14339" y="33"/>
                  <a:pt x="13727" y="99"/>
                </a:cubicBezTo>
                <a:cubicBezTo>
                  <a:pt x="6771" y="851"/>
                  <a:pt x="1243" y="6003"/>
                  <a:pt x="461" y="12465"/>
                </a:cubicBezTo>
                <a:cubicBezTo>
                  <a:pt x="1" y="16273"/>
                  <a:pt x="1172" y="19816"/>
                  <a:pt x="3407" y="22571"/>
                </a:cubicBezTo>
                <a:cubicBezTo>
                  <a:pt x="5174" y="24750"/>
                  <a:pt x="6010" y="27434"/>
                  <a:pt x="5838" y="30155"/>
                </a:cubicBezTo>
                <a:cubicBezTo>
                  <a:pt x="5825" y="30349"/>
                  <a:pt x="5820" y="30543"/>
                  <a:pt x="5822" y="30740"/>
                </a:cubicBezTo>
                <a:cubicBezTo>
                  <a:pt x="5847" y="35714"/>
                  <a:pt x="10162" y="39736"/>
                  <a:pt x="15495" y="39803"/>
                </a:cubicBezTo>
                <a:cubicBezTo>
                  <a:pt x="15538" y="39804"/>
                  <a:pt x="15581" y="39804"/>
                  <a:pt x="15624" y="39804"/>
                </a:cubicBezTo>
                <a:cubicBezTo>
                  <a:pt x="20909" y="39804"/>
                  <a:pt x="25308" y="35836"/>
                  <a:pt x="25430" y="30912"/>
                </a:cubicBezTo>
                <a:cubicBezTo>
                  <a:pt x="25443" y="30462"/>
                  <a:pt x="25418" y="30009"/>
                  <a:pt x="25358" y="29562"/>
                </a:cubicBezTo>
                <a:cubicBezTo>
                  <a:pt x="25036" y="27154"/>
                  <a:pt x="25828" y="24748"/>
                  <a:pt x="27450" y="22848"/>
                </a:cubicBezTo>
                <a:cubicBezTo>
                  <a:pt x="29516" y="20428"/>
                  <a:pt x="30742" y="17363"/>
                  <a:pt x="30725" y="14036"/>
                </a:cubicBezTo>
                <a:cubicBezTo>
                  <a:pt x="30685" y="6271"/>
                  <a:pt x="23895" y="0"/>
                  <a:pt x="15545"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1" name="Google Shape;605;p 2"/>
          <p:cNvSpPr/>
          <p:nvPr/>
        </p:nvSpPr>
        <p:spPr>
          <a:xfrm>
            <a:off x="310680" y="2830680"/>
            <a:ext cx="199440" cy="609120"/>
          </a:xfrm>
          <a:custGeom>
            <a:avLst/>
            <a:gdLst>
              <a:gd name="textAreaLeft" fmla="*/ 0 w 199440"/>
              <a:gd name="textAreaRight" fmla="*/ 199800 w 199440"/>
              <a:gd name="textAreaTop" fmla="*/ 0 h 609120"/>
              <a:gd name="textAreaBottom" fmla="*/ 609480 h 609120"/>
            </a:gdLst>
            <a:ahLst/>
            <a:cxnLst/>
            <a:rect l="textAreaLeft" t="textAreaTop" r="textAreaRight" b="textAreaBottom"/>
            <a:pathLst>
              <a:path w="12300" h="37551">
                <a:moveTo>
                  <a:pt x="5994" y="0"/>
                </a:moveTo>
                <a:cubicBezTo>
                  <a:pt x="5993" y="0"/>
                  <a:pt x="5992" y="0"/>
                  <a:pt x="5991" y="0"/>
                </a:cubicBezTo>
                <a:cubicBezTo>
                  <a:pt x="5541" y="2"/>
                  <a:pt x="5179" y="368"/>
                  <a:pt x="5180" y="817"/>
                </a:cubicBezTo>
                <a:lnTo>
                  <a:pt x="5216" y="8213"/>
                </a:lnTo>
                <a:lnTo>
                  <a:pt x="1579" y="3260"/>
                </a:lnTo>
                <a:cubicBezTo>
                  <a:pt x="1419" y="3044"/>
                  <a:pt x="1173" y="2929"/>
                  <a:pt x="923" y="2929"/>
                </a:cubicBezTo>
                <a:cubicBezTo>
                  <a:pt x="755" y="2929"/>
                  <a:pt x="586" y="2981"/>
                  <a:pt x="441" y="3088"/>
                </a:cubicBezTo>
                <a:cubicBezTo>
                  <a:pt x="80" y="3354"/>
                  <a:pt x="0" y="3863"/>
                  <a:pt x="268" y="4224"/>
                </a:cubicBezTo>
                <a:lnTo>
                  <a:pt x="4946" y="10594"/>
                </a:lnTo>
                <a:cubicBezTo>
                  <a:pt x="5020" y="10695"/>
                  <a:pt x="5117" y="10776"/>
                  <a:pt x="5228" y="10834"/>
                </a:cubicBezTo>
                <a:lnTo>
                  <a:pt x="5349" y="36742"/>
                </a:lnTo>
                <a:cubicBezTo>
                  <a:pt x="5351" y="37189"/>
                  <a:pt x="5714" y="37550"/>
                  <a:pt x="6160" y="37550"/>
                </a:cubicBezTo>
                <a:cubicBezTo>
                  <a:pt x="6162" y="37550"/>
                  <a:pt x="6165" y="37550"/>
                  <a:pt x="6167" y="37550"/>
                </a:cubicBezTo>
                <a:cubicBezTo>
                  <a:pt x="6616" y="37549"/>
                  <a:pt x="6977" y="37182"/>
                  <a:pt x="6975" y="36733"/>
                </a:cubicBezTo>
                <a:lnTo>
                  <a:pt x="6884" y="17086"/>
                </a:lnTo>
                <a:lnTo>
                  <a:pt x="12039" y="10897"/>
                </a:lnTo>
                <a:cubicBezTo>
                  <a:pt x="12299" y="10550"/>
                  <a:pt x="12243" y="10060"/>
                  <a:pt x="11908" y="9782"/>
                </a:cubicBezTo>
                <a:cubicBezTo>
                  <a:pt x="11757" y="9656"/>
                  <a:pt x="11572" y="9593"/>
                  <a:pt x="11388" y="9593"/>
                </a:cubicBezTo>
                <a:cubicBezTo>
                  <a:pt x="11168" y="9593"/>
                  <a:pt x="10949" y="9682"/>
                  <a:pt x="10788" y="9856"/>
                </a:cubicBezTo>
                <a:lnTo>
                  <a:pt x="6871" y="14559"/>
                </a:lnTo>
                <a:lnTo>
                  <a:pt x="6808" y="808"/>
                </a:lnTo>
                <a:cubicBezTo>
                  <a:pt x="6804" y="360"/>
                  <a:pt x="6441" y="0"/>
                  <a:pt x="599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602" name="Google Shape;606;p 2"/>
          <p:cNvSpPr/>
          <p:nvPr/>
        </p:nvSpPr>
        <p:spPr>
          <a:xfrm>
            <a:off x="456120" y="2244600"/>
            <a:ext cx="602640" cy="780840"/>
          </a:xfrm>
          <a:custGeom>
            <a:avLst/>
            <a:gdLst>
              <a:gd name="textAreaLeft" fmla="*/ 0 w 602640"/>
              <a:gd name="textAreaRight" fmla="*/ 603000 w 602640"/>
              <a:gd name="textAreaTop" fmla="*/ 0 h 780840"/>
              <a:gd name="textAreaBottom" fmla="*/ 781200 h 780840"/>
            </a:gdLst>
            <a:ahLst/>
            <a:cxnLst/>
            <a:rect l="textAreaLeft" t="textAreaTop" r="textAreaRight" b="textAreaBottom"/>
            <a:pathLst>
              <a:path w="37148" h="48108">
                <a:moveTo>
                  <a:pt x="18346" y="1"/>
                </a:moveTo>
                <a:cubicBezTo>
                  <a:pt x="8214" y="1"/>
                  <a:pt x="1" y="7630"/>
                  <a:pt x="1" y="17042"/>
                </a:cubicBezTo>
                <a:cubicBezTo>
                  <a:pt x="1" y="21063"/>
                  <a:pt x="1501" y="24760"/>
                  <a:pt x="4011" y="27675"/>
                </a:cubicBezTo>
                <a:cubicBezTo>
                  <a:pt x="5984" y="29965"/>
                  <a:pt x="6958" y="32869"/>
                  <a:pt x="6581" y="35780"/>
                </a:cubicBezTo>
                <a:cubicBezTo>
                  <a:pt x="6512" y="36321"/>
                  <a:pt x="6486" y="36869"/>
                  <a:pt x="6502" y="37415"/>
                </a:cubicBezTo>
                <a:cubicBezTo>
                  <a:pt x="6681" y="43345"/>
                  <a:pt x="11991" y="48107"/>
                  <a:pt x="18356" y="48107"/>
                </a:cubicBezTo>
                <a:cubicBezTo>
                  <a:pt x="18425" y="48107"/>
                  <a:pt x="18495" y="48107"/>
                  <a:pt x="18565" y="48106"/>
                </a:cubicBezTo>
                <a:cubicBezTo>
                  <a:pt x="25011" y="47998"/>
                  <a:pt x="30201" y="43112"/>
                  <a:pt x="30201" y="37099"/>
                </a:cubicBezTo>
                <a:cubicBezTo>
                  <a:pt x="30201" y="36862"/>
                  <a:pt x="30193" y="36627"/>
                  <a:pt x="30177" y="36393"/>
                </a:cubicBezTo>
                <a:cubicBezTo>
                  <a:pt x="29951" y="33105"/>
                  <a:pt x="30948" y="29859"/>
                  <a:pt x="33069" y="27217"/>
                </a:cubicBezTo>
                <a:cubicBezTo>
                  <a:pt x="35753" y="23872"/>
                  <a:pt x="37148" y="19585"/>
                  <a:pt x="36567" y="14985"/>
                </a:cubicBezTo>
                <a:cubicBezTo>
                  <a:pt x="35584" y="7181"/>
                  <a:pt x="28870" y="983"/>
                  <a:pt x="20460" y="111"/>
                </a:cubicBezTo>
                <a:cubicBezTo>
                  <a:pt x="19747" y="37"/>
                  <a:pt x="19042" y="1"/>
                  <a:pt x="1834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3" name="Google Shape;607;p 2"/>
          <p:cNvSpPr/>
          <p:nvPr/>
        </p:nvSpPr>
        <p:spPr>
          <a:xfrm>
            <a:off x="637560" y="2543400"/>
            <a:ext cx="235440" cy="896400"/>
          </a:xfrm>
          <a:custGeom>
            <a:avLst/>
            <a:gdLst>
              <a:gd name="textAreaLeft" fmla="*/ 0 w 235440"/>
              <a:gd name="textAreaRight" fmla="*/ 235800 w 235440"/>
              <a:gd name="textAreaTop" fmla="*/ 0 h 896400"/>
              <a:gd name="textAreaBottom" fmla="*/ 896760 h 896400"/>
            </a:gdLst>
            <a:ahLst/>
            <a:cxnLst/>
            <a:rect l="textAreaLeft" t="textAreaTop" r="textAreaRight" b="textAreaBottom"/>
            <a:pathLst>
              <a:path w="14516" h="55247">
                <a:moveTo>
                  <a:pt x="7243" y="0"/>
                </a:moveTo>
                <a:cubicBezTo>
                  <a:pt x="6873" y="0"/>
                  <a:pt x="6572" y="302"/>
                  <a:pt x="6572" y="672"/>
                </a:cubicBezTo>
                <a:lnTo>
                  <a:pt x="6572" y="10540"/>
                </a:lnTo>
                <a:lnTo>
                  <a:pt x="1663" y="3789"/>
                </a:lnTo>
                <a:cubicBezTo>
                  <a:pt x="1532" y="3609"/>
                  <a:pt x="1327" y="3513"/>
                  <a:pt x="1119" y="3513"/>
                </a:cubicBezTo>
                <a:cubicBezTo>
                  <a:pt x="982" y="3513"/>
                  <a:pt x="844" y="3554"/>
                  <a:pt x="725" y="3641"/>
                </a:cubicBezTo>
                <a:cubicBezTo>
                  <a:pt x="425" y="3859"/>
                  <a:pt x="358" y="4279"/>
                  <a:pt x="577" y="4578"/>
                </a:cubicBezTo>
                <a:lnTo>
                  <a:pt x="6195" y="12305"/>
                </a:lnTo>
                <a:cubicBezTo>
                  <a:pt x="6289" y="12430"/>
                  <a:pt x="6421" y="12518"/>
                  <a:pt x="6572" y="12555"/>
                </a:cubicBezTo>
                <a:lnTo>
                  <a:pt x="6572" y="18145"/>
                </a:lnTo>
                <a:lnTo>
                  <a:pt x="1262" y="11829"/>
                </a:lnTo>
                <a:cubicBezTo>
                  <a:pt x="1129" y="11674"/>
                  <a:pt x="941" y="11595"/>
                  <a:pt x="752" y="11595"/>
                </a:cubicBezTo>
                <a:cubicBezTo>
                  <a:pt x="599" y="11595"/>
                  <a:pt x="445" y="11646"/>
                  <a:pt x="320" y="11752"/>
                </a:cubicBezTo>
                <a:cubicBezTo>
                  <a:pt x="40" y="11990"/>
                  <a:pt x="1" y="12409"/>
                  <a:pt x="233" y="12692"/>
                </a:cubicBezTo>
                <a:lnTo>
                  <a:pt x="6572" y="20231"/>
                </a:lnTo>
                <a:lnTo>
                  <a:pt x="6572" y="54575"/>
                </a:lnTo>
                <a:cubicBezTo>
                  <a:pt x="6572" y="54947"/>
                  <a:pt x="6873" y="55246"/>
                  <a:pt x="7245" y="55246"/>
                </a:cubicBezTo>
                <a:lnTo>
                  <a:pt x="7266" y="55246"/>
                </a:lnTo>
                <a:cubicBezTo>
                  <a:pt x="7636" y="55246"/>
                  <a:pt x="7937" y="54947"/>
                  <a:pt x="7937" y="54575"/>
                </a:cubicBezTo>
                <a:lnTo>
                  <a:pt x="7937" y="20231"/>
                </a:lnTo>
                <a:lnTo>
                  <a:pt x="14276" y="12692"/>
                </a:lnTo>
                <a:cubicBezTo>
                  <a:pt x="14515" y="12409"/>
                  <a:pt x="14478" y="11986"/>
                  <a:pt x="14195" y="11746"/>
                </a:cubicBezTo>
                <a:cubicBezTo>
                  <a:pt x="14069" y="11640"/>
                  <a:pt x="13916" y="11588"/>
                  <a:pt x="13763" y="11588"/>
                </a:cubicBezTo>
                <a:cubicBezTo>
                  <a:pt x="13571" y="11588"/>
                  <a:pt x="13381" y="11670"/>
                  <a:pt x="13247" y="11829"/>
                </a:cubicBezTo>
                <a:lnTo>
                  <a:pt x="7937" y="18145"/>
                </a:lnTo>
                <a:lnTo>
                  <a:pt x="7937" y="12555"/>
                </a:lnTo>
                <a:cubicBezTo>
                  <a:pt x="8087" y="12518"/>
                  <a:pt x="8221" y="12430"/>
                  <a:pt x="8312" y="12305"/>
                </a:cubicBezTo>
                <a:lnTo>
                  <a:pt x="13932" y="4578"/>
                </a:lnTo>
                <a:cubicBezTo>
                  <a:pt x="14146" y="4279"/>
                  <a:pt x="14077" y="3863"/>
                  <a:pt x="13779" y="3646"/>
                </a:cubicBezTo>
                <a:cubicBezTo>
                  <a:pt x="13660" y="3560"/>
                  <a:pt x="13522" y="3518"/>
                  <a:pt x="13385" y="3518"/>
                </a:cubicBezTo>
                <a:cubicBezTo>
                  <a:pt x="13180" y="3518"/>
                  <a:pt x="12978" y="3612"/>
                  <a:pt x="12846" y="3789"/>
                </a:cubicBezTo>
                <a:lnTo>
                  <a:pt x="7937" y="10540"/>
                </a:lnTo>
                <a:lnTo>
                  <a:pt x="7937" y="672"/>
                </a:lnTo>
                <a:cubicBezTo>
                  <a:pt x="7937" y="302"/>
                  <a:pt x="7636" y="0"/>
                  <a:pt x="72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604" name="Google Shape;608;p 2"/>
          <p:cNvSpPr/>
          <p:nvPr/>
        </p:nvSpPr>
        <p:spPr>
          <a:xfrm>
            <a:off x="630360" y="3454560"/>
            <a:ext cx="3957840" cy="212040"/>
          </a:xfrm>
          <a:custGeom>
            <a:avLst/>
            <a:gdLst>
              <a:gd name="textAreaLeft" fmla="*/ 0 w 3957840"/>
              <a:gd name="textAreaRight" fmla="*/ 3958200 w 3957840"/>
              <a:gd name="textAreaTop" fmla="*/ 0 h 212040"/>
              <a:gd name="textAreaBottom" fmla="*/ 212400 h 212040"/>
            </a:gdLst>
            <a:ahLst/>
            <a:cxnLst/>
            <a:rect l="textAreaLeft" t="textAreaTop" r="textAreaRight" b="textAreaBottom"/>
            <a:pathLst>
              <a:path w="243797" h="13087">
                <a:moveTo>
                  <a:pt x="8414" y="0"/>
                </a:moveTo>
                <a:cubicBezTo>
                  <a:pt x="3768" y="0"/>
                  <a:pt x="1" y="5860"/>
                  <a:pt x="1" y="13086"/>
                </a:cubicBezTo>
                <a:lnTo>
                  <a:pt x="243797" y="13086"/>
                </a:lnTo>
                <a:cubicBezTo>
                  <a:pt x="243797" y="5860"/>
                  <a:pt x="240029" y="0"/>
                  <a:pt x="23538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5" name="Google Shape;609;p 2"/>
          <p:cNvSpPr/>
          <p:nvPr/>
        </p:nvSpPr>
        <p:spPr>
          <a:xfrm>
            <a:off x="1159560" y="2774520"/>
            <a:ext cx="393120" cy="509400"/>
          </a:xfrm>
          <a:custGeom>
            <a:avLst/>
            <a:gdLst>
              <a:gd name="textAreaLeft" fmla="*/ 0 w 393120"/>
              <a:gd name="textAreaRight" fmla="*/ 393480 w 393120"/>
              <a:gd name="textAreaTop" fmla="*/ 0 h 509400"/>
              <a:gd name="textAreaBottom" fmla="*/ 509760 h 509400"/>
            </a:gdLst>
            <a:ahLst/>
            <a:cxnLst/>
            <a:rect l="textAreaLeft" t="textAreaTop" r="textAreaRight" b="textAreaBottom"/>
            <a:pathLst>
              <a:path w="24245" h="31393">
                <a:moveTo>
                  <a:pt x="12260" y="0"/>
                </a:moveTo>
                <a:cubicBezTo>
                  <a:pt x="11787" y="0"/>
                  <a:pt x="11307" y="26"/>
                  <a:pt x="10823" y="78"/>
                </a:cubicBezTo>
                <a:cubicBezTo>
                  <a:pt x="5339" y="672"/>
                  <a:pt x="979" y="4735"/>
                  <a:pt x="363" y="9831"/>
                </a:cubicBezTo>
                <a:cubicBezTo>
                  <a:pt x="0" y="12834"/>
                  <a:pt x="923" y="15629"/>
                  <a:pt x="2686" y="17802"/>
                </a:cubicBezTo>
                <a:cubicBezTo>
                  <a:pt x="4079" y="19519"/>
                  <a:pt x="4738" y="21636"/>
                  <a:pt x="4602" y="23783"/>
                </a:cubicBezTo>
                <a:cubicBezTo>
                  <a:pt x="4593" y="23935"/>
                  <a:pt x="4588" y="24088"/>
                  <a:pt x="4590" y="24243"/>
                </a:cubicBezTo>
                <a:cubicBezTo>
                  <a:pt x="4609" y="28167"/>
                  <a:pt x="8012" y="31341"/>
                  <a:pt x="12218" y="31392"/>
                </a:cubicBezTo>
                <a:cubicBezTo>
                  <a:pt x="12252" y="31392"/>
                  <a:pt x="12285" y="31393"/>
                  <a:pt x="12319" y="31393"/>
                </a:cubicBezTo>
                <a:cubicBezTo>
                  <a:pt x="16489" y="31393"/>
                  <a:pt x="19958" y="28263"/>
                  <a:pt x="20056" y="24380"/>
                </a:cubicBezTo>
                <a:cubicBezTo>
                  <a:pt x="20065" y="24025"/>
                  <a:pt x="20045" y="23669"/>
                  <a:pt x="19998" y="23315"/>
                </a:cubicBezTo>
                <a:cubicBezTo>
                  <a:pt x="19742" y="21416"/>
                  <a:pt x="20369" y="19519"/>
                  <a:pt x="21648" y="18019"/>
                </a:cubicBezTo>
                <a:cubicBezTo>
                  <a:pt x="23275" y="16109"/>
                  <a:pt x="24244" y="13693"/>
                  <a:pt x="24230" y="11069"/>
                </a:cubicBezTo>
                <a:cubicBezTo>
                  <a:pt x="24199" y="4944"/>
                  <a:pt x="18846" y="0"/>
                  <a:pt x="12260"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6" name="Google Shape;610;p 2"/>
          <p:cNvSpPr/>
          <p:nvPr/>
        </p:nvSpPr>
        <p:spPr>
          <a:xfrm>
            <a:off x="1280880" y="2970720"/>
            <a:ext cx="157680" cy="480600"/>
          </a:xfrm>
          <a:custGeom>
            <a:avLst/>
            <a:gdLst>
              <a:gd name="textAreaLeft" fmla="*/ 0 w 157680"/>
              <a:gd name="textAreaRight" fmla="*/ 158040 w 157680"/>
              <a:gd name="textAreaTop" fmla="*/ 0 h 480600"/>
              <a:gd name="textAreaBottom" fmla="*/ 480960 h 480600"/>
            </a:gdLst>
            <a:ahLst/>
            <a:cxnLst/>
            <a:rect l="textAreaLeft" t="textAreaTop" r="textAreaRight" b="textAreaBottom"/>
            <a:pathLst>
              <a:path w="9725" h="29617">
                <a:moveTo>
                  <a:pt x="4728" y="1"/>
                </a:moveTo>
                <a:cubicBezTo>
                  <a:pt x="4727" y="1"/>
                  <a:pt x="4726" y="1"/>
                  <a:pt x="4724" y="1"/>
                </a:cubicBezTo>
                <a:cubicBezTo>
                  <a:pt x="4374" y="2"/>
                  <a:pt x="4090" y="284"/>
                  <a:pt x="4087" y="635"/>
                </a:cubicBezTo>
                <a:lnTo>
                  <a:pt x="4115" y="6466"/>
                </a:lnTo>
                <a:lnTo>
                  <a:pt x="1246" y="2562"/>
                </a:lnTo>
                <a:cubicBezTo>
                  <a:pt x="1120" y="2391"/>
                  <a:pt x="926" y="2300"/>
                  <a:pt x="728" y="2300"/>
                </a:cubicBezTo>
                <a:cubicBezTo>
                  <a:pt x="597" y="2300"/>
                  <a:pt x="464" y="2340"/>
                  <a:pt x="349" y="2424"/>
                </a:cubicBezTo>
                <a:cubicBezTo>
                  <a:pt x="64" y="2634"/>
                  <a:pt x="1" y="3035"/>
                  <a:pt x="212" y="3321"/>
                </a:cubicBezTo>
                <a:lnTo>
                  <a:pt x="3902" y="8344"/>
                </a:lnTo>
                <a:cubicBezTo>
                  <a:pt x="3960" y="8423"/>
                  <a:pt x="4036" y="8488"/>
                  <a:pt x="4124" y="8532"/>
                </a:cubicBezTo>
                <a:lnTo>
                  <a:pt x="4219" y="28967"/>
                </a:lnTo>
                <a:cubicBezTo>
                  <a:pt x="4214" y="29323"/>
                  <a:pt x="4503" y="29617"/>
                  <a:pt x="4860" y="29617"/>
                </a:cubicBezTo>
                <a:cubicBezTo>
                  <a:pt x="4861" y="29617"/>
                  <a:pt x="4863" y="29617"/>
                  <a:pt x="4864" y="29617"/>
                </a:cubicBezTo>
                <a:cubicBezTo>
                  <a:pt x="5223" y="29615"/>
                  <a:pt x="5510" y="29319"/>
                  <a:pt x="5501" y="28960"/>
                </a:cubicBezTo>
                <a:lnTo>
                  <a:pt x="5429" y="13466"/>
                </a:lnTo>
                <a:lnTo>
                  <a:pt x="9498" y="8583"/>
                </a:lnTo>
                <a:cubicBezTo>
                  <a:pt x="9725" y="8310"/>
                  <a:pt x="9688" y="7907"/>
                  <a:pt x="9415" y="7680"/>
                </a:cubicBezTo>
                <a:cubicBezTo>
                  <a:pt x="9295" y="7580"/>
                  <a:pt x="9149" y="7531"/>
                  <a:pt x="9004" y="7531"/>
                </a:cubicBezTo>
                <a:cubicBezTo>
                  <a:pt x="8821" y="7531"/>
                  <a:pt x="8638" y="7610"/>
                  <a:pt x="8511" y="7763"/>
                </a:cubicBezTo>
                <a:lnTo>
                  <a:pt x="5420" y="11472"/>
                </a:lnTo>
                <a:lnTo>
                  <a:pt x="5369" y="628"/>
                </a:lnTo>
                <a:cubicBezTo>
                  <a:pt x="5360" y="278"/>
                  <a:pt x="5077" y="1"/>
                  <a:pt x="472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607" name="Google Shape;611;p 2"/>
          <p:cNvSpPr/>
          <p:nvPr/>
        </p:nvSpPr>
        <p:spPr>
          <a:xfrm>
            <a:off x="2824920" y="2799000"/>
            <a:ext cx="375840" cy="486720"/>
          </a:xfrm>
          <a:custGeom>
            <a:avLst/>
            <a:gdLst>
              <a:gd name="textAreaLeft" fmla="*/ 0 w 375840"/>
              <a:gd name="textAreaRight" fmla="*/ 376200 w 375840"/>
              <a:gd name="textAreaTop" fmla="*/ 0 h 486720"/>
              <a:gd name="textAreaBottom" fmla="*/ 487080 h 486720"/>
            </a:gdLst>
            <a:ahLst/>
            <a:cxnLst/>
            <a:rect l="textAreaLeft" t="textAreaTop" r="textAreaRight" b="textAreaBottom"/>
            <a:pathLst>
              <a:path w="23165" h="29995">
                <a:moveTo>
                  <a:pt x="11452" y="1"/>
                </a:moveTo>
                <a:cubicBezTo>
                  <a:pt x="5159" y="1"/>
                  <a:pt x="44" y="4724"/>
                  <a:pt x="15" y="10576"/>
                </a:cubicBezTo>
                <a:cubicBezTo>
                  <a:pt x="1" y="13084"/>
                  <a:pt x="925" y="15393"/>
                  <a:pt x="2480" y="17216"/>
                </a:cubicBezTo>
                <a:cubicBezTo>
                  <a:pt x="3703" y="18650"/>
                  <a:pt x="4302" y="20462"/>
                  <a:pt x="4059" y="22276"/>
                </a:cubicBezTo>
                <a:cubicBezTo>
                  <a:pt x="4013" y="22614"/>
                  <a:pt x="3993" y="22954"/>
                  <a:pt x="4002" y="23296"/>
                </a:cubicBezTo>
                <a:cubicBezTo>
                  <a:pt x="4097" y="27003"/>
                  <a:pt x="7411" y="29995"/>
                  <a:pt x="11392" y="29995"/>
                </a:cubicBezTo>
                <a:cubicBezTo>
                  <a:pt x="11424" y="29995"/>
                  <a:pt x="11457" y="29994"/>
                  <a:pt x="11489" y="29994"/>
                </a:cubicBezTo>
                <a:cubicBezTo>
                  <a:pt x="15509" y="29945"/>
                  <a:pt x="18760" y="26912"/>
                  <a:pt x="18779" y="23164"/>
                </a:cubicBezTo>
                <a:cubicBezTo>
                  <a:pt x="18779" y="23016"/>
                  <a:pt x="18776" y="22870"/>
                  <a:pt x="18767" y="22723"/>
                </a:cubicBezTo>
                <a:cubicBezTo>
                  <a:pt x="18637" y="20672"/>
                  <a:pt x="19267" y="18650"/>
                  <a:pt x="20599" y="17008"/>
                </a:cubicBezTo>
                <a:cubicBezTo>
                  <a:pt x="22283" y="14932"/>
                  <a:pt x="23165" y="12262"/>
                  <a:pt x="22820" y="9392"/>
                </a:cubicBezTo>
                <a:cubicBezTo>
                  <a:pt x="22230" y="4524"/>
                  <a:pt x="18064" y="641"/>
                  <a:pt x="12824" y="75"/>
                </a:cubicBezTo>
                <a:cubicBezTo>
                  <a:pt x="12362" y="25"/>
                  <a:pt x="11904" y="1"/>
                  <a:pt x="1145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8" name="Google Shape;612;p 2"/>
          <p:cNvSpPr/>
          <p:nvPr/>
        </p:nvSpPr>
        <p:spPr>
          <a:xfrm>
            <a:off x="2934000" y="2986200"/>
            <a:ext cx="150480" cy="459360"/>
          </a:xfrm>
          <a:custGeom>
            <a:avLst/>
            <a:gdLst>
              <a:gd name="textAreaLeft" fmla="*/ 0 w 150480"/>
              <a:gd name="textAreaRight" fmla="*/ 150840 w 150480"/>
              <a:gd name="textAreaTop" fmla="*/ 0 h 459360"/>
              <a:gd name="textAreaBottom" fmla="*/ 459720 h 459360"/>
            </a:gdLst>
            <a:ahLst/>
            <a:cxnLst/>
            <a:rect l="textAreaLeft" t="textAreaTop" r="textAreaRight" b="textAreaBottom"/>
            <a:pathLst>
              <a:path w="9294" h="28318">
                <a:moveTo>
                  <a:pt x="4778" y="0"/>
                </a:moveTo>
                <a:cubicBezTo>
                  <a:pt x="4436" y="0"/>
                  <a:pt x="4159" y="279"/>
                  <a:pt x="4165" y="622"/>
                </a:cubicBezTo>
                <a:lnTo>
                  <a:pt x="4115" y="10982"/>
                </a:lnTo>
                <a:lnTo>
                  <a:pt x="1163" y="7438"/>
                </a:lnTo>
                <a:cubicBezTo>
                  <a:pt x="1042" y="7288"/>
                  <a:pt x="866" y="7211"/>
                  <a:pt x="688" y="7211"/>
                </a:cubicBezTo>
                <a:cubicBezTo>
                  <a:pt x="549" y="7211"/>
                  <a:pt x="410" y="7258"/>
                  <a:pt x="295" y="7353"/>
                </a:cubicBezTo>
                <a:cubicBezTo>
                  <a:pt x="33" y="7572"/>
                  <a:pt x="1" y="7963"/>
                  <a:pt x="221" y="8222"/>
                </a:cubicBezTo>
                <a:lnTo>
                  <a:pt x="4106" y="12886"/>
                </a:lnTo>
                <a:lnTo>
                  <a:pt x="4038" y="27691"/>
                </a:lnTo>
                <a:cubicBezTo>
                  <a:pt x="4029" y="28034"/>
                  <a:pt x="4304" y="28316"/>
                  <a:pt x="4647" y="28318"/>
                </a:cubicBezTo>
                <a:cubicBezTo>
                  <a:pt x="4648" y="28318"/>
                  <a:pt x="4649" y="28318"/>
                  <a:pt x="4650" y="28318"/>
                </a:cubicBezTo>
                <a:cubicBezTo>
                  <a:pt x="4992" y="28318"/>
                  <a:pt x="5267" y="28038"/>
                  <a:pt x="5264" y="27698"/>
                </a:cubicBezTo>
                <a:lnTo>
                  <a:pt x="5355" y="8174"/>
                </a:lnTo>
                <a:cubicBezTo>
                  <a:pt x="5438" y="8132"/>
                  <a:pt x="5510" y="8070"/>
                  <a:pt x="5566" y="7994"/>
                </a:cubicBezTo>
                <a:lnTo>
                  <a:pt x="9093" y="3195"/>
                </a:lnTo>
                <a:cubicBezTo>
                  <a:pt x="9293" y="2922"/>
                  <a:pt x="9235" y="2538"/>
                  <a:pt x="8962" y="2337"/>
                </a:cubicBezTo>
                <a:cubicBezTo>
                  <a:pt x="8853" y="2257"/>
                  <a:pt x="8726" y="2218"/>
                  <a:pt x="8601" y="2218"/>
                </a:cubicBezTo>
                <a:cubicBezTo>
                  <a:pt x="8412" y="2218"/>
                  <a:pt x="8226" y="2305"/>
                  <a:pt x="8106" y="2469"/>
                </a:cubicBezTo>
                <a:lnTo>
                  <a:pt x="5364" y="6202"/>
                </a:lnTo>
                <a:lnTo>
                  <a:pt x="5364" y="6202"/>
                </a:lnTo>
                <a:lnTo>
                  <a:pt x="5390" y="627"/>
                </a:lnTo>
                <a:cubicBezTo>
                  <a:pt x="5397" y="284"/>
                  <a:pt x="5123" y="2"/>
                  <a:pt x="4781" y="0"/>
                </a:cubicBezTo>
                <a:cubicBezTo>
                  <a:pt x="4780" y="0"/>
                  <a:pt x="4779" y="0"/>
                  <a:pt x="47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609" name="Google Shape;613;p 2"/>
          <p:cNvSpPr/>
          <p:nvPr/>
        </p:nvSpPr>
        <p:spPr>
          <a:xfrm>
            <a:off x="2591640" y="2996640"/>
            <a:ext cx="261000" cy="337680"/>
          </a:xfrm>
          <a:custGeom>
            <a:avLst/>
            <a:gdLst>
              <a:gd name="textAreaLeft" fmla="*/ 0 w 261000"/>
              <a:gd name="textAreaRight" fmla="*/ 261360 w 261000"/>
              <a:gd name="textAreaTop" fmla="*/ 0 h 337680"/>
              <a:gd name="textAreaBottom" fmla="*/ 338040 h 337680"/>
            </a:gdLst>
            <a:ahLst/>
            <a:cxnLst/>
            <a:rect l="textAreaLeft" t="textAreaTop" r="textAreaRight" b="textAreaBottom"/>
            <a:pathLst>
              <a:path w="16091" h="20832">
                <a:moveTo>
                  <a:pt x="8136" y="0"/>
                </a:moveTo>
                <a:cubicBezTo>
                  <a:pt x="7823" y="0"/>
                  <a:pt x="7506" y="17"/>
                  <a:pt x="7185" y="52"/>
                </a:cubicBezTo>
                <a:cubicBezTo>
                  <a:pt x="3546" y="447"/>
                  <a:pt x="652" y="3143"/>
                  <a:pt x="244" y="6525"/>
                </a:cubicBezTo>
                <a:cubicBezTo>
                  <a:pt x="1" y="8517"/>
                  <a:pt x="615" y="10371"/>
                  <a:pt x="1785" y="11814"/>
                </a:cubicBezTo>
                <a:cubicBezTo>
                  <a:pt x="2696" y="12929"/>
                  <a:pt x="3150" y="14347"/>
                  <a:pt x="3057" y="15782"/>
                </a:cubicBezTo>
                <a:cubicBezTo>
                  <a:pt x="3051" y="15882"/>
                  <a:pt x="3048" y="15984"/>
                  <a:pt x="3048" y="16087"/>
                </a:cubicBezTo>
                <a:cubicBezTo>
                  <a:pt x="3062" y="18692"/>
                  <a:pt x="5320" y="20796"/>
                  <a:pt x="8110" y="20832"/>
                </a:cubicBezTo>
                <a:cubicBezTo>
                  <a:pt x="8132" y="20832"/>
                  <a:pt x="8154" y="20832"/>
                  <a:pt x="8176" y="20832"/>
                </a:cubicBezTo>
                <a:cubicBezTo>
                  <a:pt x="10943" y="20832"/>
                  <a:pt x="13244" y="18754"/>
                  <a:pt x="13311" y="16178"/>
                </a:cubicBezTo>
                <a:cubicBezTo>
                  <a:pt x="13316" y="15942"/>
                  <a:pt x="13304" y="15706"/>
                  <a:pt x="13272" y="15472"/>
                </a:cubicBezTo>
                <a:cubicBezTo>
                  <a:pt x="13103" y="14211"/>
                  <a:pt x="13519" y="12953"/>
                  <a:pt x="14368" y="11956"/>
                </a:cubicBezTo>
                <a:cubicBezTo>
                  <a:pt x="15449" y="10690"/>
                  <a:pt x="16090" y="9087"/>
                  <a:pt x="16081" y="7345"/>
                </a:cubicBezTo>
                <a:cubicBezTo>
                  <a:pt x="16062" y="3281"/>
                  <a:pt x="12507" y="0"/>
                  <a:pt x="8136"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10" name="Google Shape;614;p 2"/>
          <p:cNvSpPr/>
          <p:nvPr/>
        </p:nvSpPr>
        <p:spPr>
          <a:xfrm>
            <a:off x="2672280" y="3126600"/>
            <a:ext cx="104400" cy="318600"/>
          </a:xfrm>
          <a:custGeom>
            <a:avLst/>
            <a:gdLst>
              <a:gd name="textAreaLeft" fmla="*/ 0 w 104400"/>
              <a:gd name="textAreaRight" fmla="*/ 104760 w 104400"/>
              <a:gd name="textAreaTop" fmla="*/ 0 h 318600"/>
              <a:gd name="textAreaBottom" fmla="*/ 318960 h 318600"/>
            </a:gdLst>
            <a:ahLst/>
            <a:cxnLst/>
            <a:rect l="textAreaLeft" t="textAreaTop" r="textAreaRight" b="textAreaBottom"/>
            <a:pathLst>
              <a:path w="6451" h="19652">
                <a:moveTo>
                  <a:pt x="3134" y="1"/>
                </a:moveTo>
                <a:cubicBezTo>
                  <a:pt x="2899" y="3"/>
                  <a:pt x="2709" y="195"/>
                  <a:pt x="2711" y="429"/>
                </a:cubicBezTo>
                <a:lnTo>
                  <a:pt x="2729" y="4300"/>
                </a:lnTo>
                <a:lnTo>
                  <a:pt x="825" y="1708"/>
                </a:lnTo>
                <a:cubicBezTo>
                  <a:pt x="741" y="1595"/>
                  <a:pt x="613" y="1535"/>
                  <a:pt x="482" y="1535"/>
                </a:cubicBezTo>
                <a:cubicBezTo>
                  <a:pt x="395" y="1535"/>
                  <a:pt x="307" y="1562"/>
                  <a:pt x="231" y="1618"/>
                </a:cubicBezTo>
                <a:cubicBezTo>
                  <a:pt x="41" y="1755"/>
                  <a:pt x="0" y="2023"/>
                  <a:pt x="139" y="2211"/>
                </a:cubicBezTo>
                <a:lnTo>
                  <a:pt x="2588" y="5545"/>
                </a:lnTo>
                <a:cubicBezTo>
                  <a:pt x="2626" y="5597"/>
                  <a:pt x="2677" y="5641"/>
                  <a:pt x="2736" y="5671"/>
                </a:cubicBezTo>
                <a:lnTo>
                  <a:pt x="2799" y="19229"/>
                </a:lnTo>
                <a:cubicBezTo>
                  <a:pt x="2801" y="19462"/>
                  <a:pt x="2989" y="19652"/>
                  <a:pt x="3224" y="19652"/>
                </a:cubicBezTo>
                <a:cubicBezTo>
                  <a:pt x="3225" y="19652"/>
                  <a:pt x="3226" y="19652"/>
                  <a:pt x="3227" y="19652"/>
                </a:cubicBezTo>
                <a:cubicBezTo>
                  <a:pt x="3461" y="19652"/>
                  <a:pt x="3651" y="19460"/>
                  <a:pt x="3650" y="19225"/>
                </a:cubicBezTo>
                <a:lnTo>
                  <a:pt x="3602" y="8943"/>
                </a:lnTo>
                <a:lnTo>
                  <a:pt x="6300" y="5704"/>
                </a:lnTo>
                <a:cubicBezTo>
                  <a:pt x="6450" y="5523"/>
                  <a:pt x="6425" y="5255"/>
                  <a:pt x="6246" y="5105"/>
                </a:cubicBezTo>
                <a:cubicBezTo>
                  <a:pt x="6166" y="5038"/>
                  <a:pt x="6069" y="5006"/>
                  <a:pt x="5973" y="5006"/>
                </a:cubicBezTo>
                <a:cubicBezTo>
                  <a:pt x="5851" y="5006"/>
                  <a:pt x="5730" y="5058"/>
                  <a:pt x="5645" y="5160"/>
                </a:cubicBezTo>
                <a:lnTo>
                  <a:pt x="3595" y="7620"/>
                </a:lnTo>
                <a:lnTo>
                  <a:pt x="3562" y="425"/>
                </a:lnTo>
                <a:cubicBezTo>
                  <a:pt x="3560" y="189"/>
                  <a:pt x="3370" y="1"/>
                  <a:pt x="313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611" name="Google Shape;615;p 2"/>
          <p:cNvSpPr/>
          <p:nvPr/>
        </p:nvSpPr>
        <p:spPr>
          <a:xfrm>
            <a:off x="1375920" y="2878200"/>
            <a:ext cx="333000" cy="430920"/>
          </a:xfrm>
          <a:custGeom>
            <a:avLst/>
            <a:gdLst>
              <a:gd name="textAreaLeft" fmla="*/ 0 w 333000"/>
              <a:gd name="textAreaRight" fmla="*/ 333360 w 333000"/>
              <a:gd name="textAreaTop" fmla="*/ 0 h 430920"/>
              <a:gd name="textAreaBottom" fmla="*/ 431280 h 430920"/>
            </a:gdLst>
            <a:ahLst/>
            <a:cxnLst/>
            <a:rect l="textAreaLeft" t="textAreaTop" r="textAreaRight" b="textAreaBottom"/>
            <a:pathLst>
              <a:path w="20526" h="26574">
                <a:moveTo>
                  <a:pt x="10378" y="0"/>
                </a:moveTo>
                <a:cubicBezTo>
                  <a:pt x="9979" y="0"/>
                  <a:pt x="9574" y="22"/>
                  <a:pt x="9165" y="66"/>
                </a:cubicBezTo>
                <a:cubicBezTo>
                  <a:pt x="4522" y="568"/>
                  <a:pt x="831" y="4007"/>
                  <a:pt x="309" y="8321"/>
                </a:cubicBezTo>
                <a:cubicBezTo>
                  <a:pt x="1" y="10864"/>
                  <a:pt x="783" y="13228"/>
                  <a:pt x="2275" y="15068"/>
                </a:cubicBezTo>
                <a:cubicBezTo>
                  <a:pt x="3455" y="16523"/>
                  <a:pt x="4013" y="18316"/>
                  <a:pt x="3899" y="20132"/>
                </a:cubicBezTo>
                <a:cubicBezTo>
                  <a:pt x="3892" y="20262"/>
                  <a:pt x="3886" y="20391"/>
                  <a:pt x="3886" y="20523"/>
                </a:cubicBezTo>
                <a:cubicBezTo>
                  <a:pt x="3904" y="23843"/>
                  <a:pt x="6784" y="26529"/>
                  <a:pt x="10345" y="26573"/>
                </a:cubicBezTo>
                <a:cubicBezTo>
                  <a:pt x="10374" y="26573"/>
                  <a:pt x="10403" y="26573"/>
                  <a:pt x="10432" y="26573"/>
                </a:cubicBezTo>
                <a:cubicBezTo>
                  <a:pt x="13960" y="26573"/>
                  <a:pt x="16896" y="23923"/>
                  <a:pt x="16980" y="20639"/>
                </a:cubicBezTo>
                <a:cubicBezTo>
                  <a:pt x="16987" y="20336"/>
                  <a:pt x="16971" y="20035"/>
                  <a:pt x="16930" y="19736"/>
                </a:cubicBezTo>
                <a:cubicBezTo>
                  <a:pt x="16715" y="18129"/>
                  <a:pt x="17244" y="16523"/>
                  <a:pt x="18327" y="15251"/>
                </a:cubicBezTo>
                <a:cubicBezTo>
                  <a:pt x="19706" y="13636"/>
                  <a:pt x="20525" y="11590"/>
                  <a:pt x="20513" y="9369"/>
                </a:cubicBezTo>
                <a:cubicBezTo>
                  <a:pt x="20487" y="4185"/>
                  <a:pt x="15953" y="0"/>
                  <a:pt x="1037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12" name="Google Shape;616;p 2"/>
          <p:cNvSpPr/>
          <p:nvPr/>
        </p:nvSpPr>
        <p:spPr>
          <a:xfrm>
            <a:off x="1478880" y="3044520"/>
            <a:ext cx="133200" cy="406800"/>
          </a:xfrm>
          <a:custGeom>
            <a:avLst/>
            <a:gdLst>
              <a:gd name="textAreaLeft" fmla="*/ 0 w 133200"/>
              <a:gd name="textAreaRight" fmla="*/ 133560 w 133200"/>
              <a:gd name="textAreaTop" fmla="*/ 0 h 406800"/>
              <a:gd name="textAreaBottom" fmla="*/ 407160 h 406800"/>
            </a:gdLst>
            <a:ahLst/>
            <a:cxnLst/>
            <a:rect l="textAreaLeft" t="textAreaTop" r="textAreaRight" b="textAreaBottom"/>
            <a:pathLst>
              <a:path w="8229" h="25069">
                <a:moveTo>
                  <a:pt x="4001" y="0"/>
                </a:moveTo>
                <a:cubicBezTo>
                  <a:pt x="4000" y="0"/>
                  <a:pt x="3999" y="0"/>
                  <a:pt x="3998" y="0"/>
                </a:cubicBezTo>
                <a:cubicBezTo>
                  <a:pt x="3699" y="2"/>
                  <a:pt x="3456" y="245"/>
                  <a:pt x="3457" y="546"/>
                </a:cubicBezTo>
                <a:lnTo>
                  <a:pt x="3482" y="5483"/>
                </a:lnTo>
                <a:lnTo>
                  <a:pt x="1053" y="2177"/>
                </a:lnTo>
                <a:cubicBezTo>
                  <a:pt x="947" y="2031"/>
                  <a:pt x="782" y="1955"/>
                  <a:pt x="616" y="1955"/>
                </a:cubicBezTo>
                <a:cubicBezTo>
                  <a:pt x="504" y="1955"/>
                  <a:pt x="391" y="1989"/>
                  <a:pt x="294" y="2061"/>
                </a:cubicBezTo>
                <a:cubicBezTo>
                  <a:pt x="53" y="2237"/>
                  <a:pt x="0" y="2577"/>
                  <a:pt x="178" y="2820"/>
                </a:cubicBezTo>
                <a:lnTo>
                  <a:pt x="3302" y="7072"/>
                </a:lnTo>
                <a:cubicBezTo>
                  <a:pt x="3352" y="7138"/>
                  <a:pt x="3415" y="7193"/>
                  <a:pt x="3489" y="7230"/>
                </a:cubicBezTo>
                <a:lnTo>
                  <a:pt x="3570" y="24528"/>
                </a:lnTo>
                <a:cubicBezTo>
                  <a:pt x="3572" y="24827"/>
                  <a:pt x="3817" y="25068"/>
                  <a:pt x="4116" y="25068"/>
                </a:cubicBezTo>
                <a:cubicBezTo>
                  <a:pt x="4416" y="25066"/>
                  <a:pt x="4659" y="24822"/>
                  <a:pt x="4657" y="24522"/>
                </a:cubicBezTo>
                <a:lnTo>
                  <a:pt x="4595" y="11406"/>
                </a:lnTo>
                <a:lnTo>
                  <a:pt x="8037" y="7272"/>
                </a:lnTo>
                <a:cubicBezTo>
                  <a:pt x="8229" y="7042"/>
                  <a:pt x="8199" y="6700"/>
                  <a:pt x="7968" y="6508"/>
                </a:cubicBezTo>
                <a:cubicBezTo>
                  <a:pt x="7867" y="6423"/>
                  <a:pt x="7743" y="6382"/>
                  <a:pt x="7621" y="6382"/>
                </a:cubicBezTo>
                <a:cubicBezTo>
                  <a:pt x="7465" y="6382"/>
                  <a:pt x="7309" y="6449"/>
                  <a:pt x="7202" y="6578"/>
                </a:cubicBezTo>
                <a:lnTo>
                  <a:pt x="4588" y="9719"/>
                </a:lnTo>
                <a:lnTo>
                  <a:pt x="4544" y="541"/>
                </a:lnTo>
                <a:cubicBezTo>
                  <a:pt x="4542" y="241"/>
                  <a:pt x="4299" y="0"/>
                  <a:pt x="400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613" name="Google Shape;617;p 2"/>
          <p:cNvSpPr/>
          <p:nvPr/>
        </p:nvSpPr>
        <p:spPr>
          <a:xfrm>
            <a:off x="3660120" y="2739960"/>
            <a:ext cx="394200" cy="510120"/>
          </a:xfrm>
          <a:custGeom>
            <a:avLst/>
            <a:gdLst>
              <a:gd name="textAreaLeft" fmla="*/ 0 w 394200"/>
              <a:gd name="textAreaRight" fmla="*/ 394560 w 394200"/>
              <a:gd name="textAreaTop" fmla="*/ 0 h 510120"/>
              <a:gd name="textAreaBottom" fmla="*/ 510480 h 510120"/>
            </a:gdLst>
            <a:ahLst/>
            <a:cxnLst/>
            <a:rect l="textAreaLeft" t="textAreaTop" r="textAreaRight" b="textAreaBottom"/>
            <a:pathLst>
              <a:path w="24293" h="31453">
                <a:moveTo>
                  <a:pt x="12008" y="1"/>
                </a:moveTo>
                <a:cubicBezTo>
                  <a:pt x="5409" y="1"/>
                  <a:pt x="46" y="4954"/>
                  <a:pt x="15" y="11088"/>
                </a:cubicBezTo>
                <a:cubicBezTo>
                  <a:pt x="1" y="13718"/>
                  <a:pt x="971" y="16140"/>
                  <a:pt x="2602" y="18053"/>
                </a:cubicBezTo>
                <a:cubicBezTo>
                  <a:pt x="3884" y="19557"/>
                  <a:pt x="4511" y="21459"/>
                  <a:pt x="4256" y="23361"/>
                </a:cubicBezTo>
                <a:cubicBezTo>
                  <a:pt x="4208" y="23715"/>
                  <a:pt x="4189" y="24071"/>
                  <a:pt x="4198" y="24428"/>
                </a:cubicBezTo>
                <a:cubicBezTo>
                  <a:pt x="4296" y="28318"/>
                  <a:pt x="7772" y="31453"/>
                  <a:pt x="11949" y="31453"/>
                </a:cubicBezTo>
                <a:cubicBezTo>
                  <a:pt x="11982" y="31453"/>
                  <a:pt x="12016" y="31453"/>
                  <a:pt x="12050" y="31452"/>
                </a:cubicBezTo>
                <a:cubicBezTo>
                  <a:pt x="16264" y="31400"/>
                  <a:pt x="19673" y="28220"/>
                  <a:pt x="19694" y="24289"/>
                </a:cubicBezTo>
                <a:cubicBezTo>
                  <a:pt x="19694" y="24134"/>
                  <a:pt x="19690" y="23981"/>
                  <a:pt x="19680" y="23828"/>
                </a:cubicBezTo>
                <a:cubicBezTo>
                  <a:pt x="19544" y="21677"/>
                  <a:pt x="20204" y="19557"/>
                  <a:pt x="21601" y="17836"/>
                </a:cubicBezTo>
                <a:cubicBezTo>
                  <a:pt x="23366" y="15657"/>
                  <a:pt x="24292" y="12857"/>
                  <a:pt x="23930" y="9849"/>
                </a:cubicBezTo>
                <a:cubicBezTo>
                  <a:pt x="23313" y="4743"/>
                  <a:pt x="18942" y="672"/>
                  <a:pt x="13448" y="79"/>
                </a:cubicBezTo>
                <a:cubicBezTo>
                  <a:pt x="12963" y="26"/>
                  <a:pt x="12482" y="1"/>
                  <a:pt x="12008" y="1"/>
                </a:cubicBezTo>
                <a:close/>
              </a:path>
            </a:pathLst>
          </a:custGeom>
          <a:solidFill>
            <a:srgbClr val="FFCB6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14" name="Google Shape;618;p 2"/>
          <p:cNvSpPr/>
          <p:nvPr/>
        </p:nvSpPr>
        <p:spPr>
          <a:xfrm>
            <a:off x="3774240" y="2966040"/>
            <a:ext cx="157680" cy="481320"/>
          </a:xfrm>
          <a:custGeom>
            <a:avLst/>
            <a:gdLst>
              <a:gd name="textAreaLeft" fmla="*/ 0 w 157680"/>
              <a:gd name="textAreaRight" fmla="*/ 158040 w 157680"/>
              <a:gd name="textAreaTop" fmla="*/ 0 h 481320"/>
              <a:gd name="textAreaBottom" fmla="*/ 481680 h 481320"/>
            </a:gdLst>
            <a:ahLst/>
            <a:cxnLst/>
            <a:rect l="textAreaLeft" t="textAreaTop" r="textAreaRight" b="textAreaBottom"/>
            <a:pathLst>
              <a:path w="9740" h="29673">
                <a:moveTo>
                  <a:pt x="5005" y="0"/>
                </a:moveTo>
                <a:cubicBezTo>
                  <a:pt x="4651" y="0"/>
                  <a:pt x="4364" y="287"/>
                  <a:pt x="4362" y="640"/>
                </a:cubicBezTo>
                <a:lnTo>
                  <a:pt x="4311" y="11503"/>
                </a:lnTo>
                <a:lnTo>
                  <a:pt x="1216" y="7787"/>
                </a:lnTo>
                <a:cubicBezTo>
                  <a:pt x="1089" y="7635"/>
                  <a:pt x="906" y="7557"/>
                  <a:pt x="722" y="7557"/>
                </a:cubicBezTo>
                <a:cubicBezTo>
                  <a:pt x="577" y="7557"/>
                  <a:pt x="431" y="7606"/>
                  <a:pt x="311" y="7706"/>
                </a:cubicBezTo>
                <a:cubicBezTo>
                  <a:pt x="38" y="7933"/>
                  <a:pt x="1" y="8338"/>
                  <a:pt x="228" y="8611"/>
                </a:cubicBezTo>
                <a:lnTo>
                  <a:pt x="4300" y="13502"/>
                </a:lnTo>
                <a:lnTo>
                  <a:pt x="4228" y="29026"/>
                </a:lnTo>
                <a:cubicBezTo>
                  <a:pt x="4226" y="29382"/>
                  <a:pt x="4513" y="29671"/>
                  <a:pt x="4867" y="29673"/>
                </a:cubicBezTo>
                <a:cubicBezTo>
                  <a:pt x="4868" y="29673"/>
                  <a:pt x="4870" y="29673"/>
                  <a:pt x="4871" y="29673"/>
                </a:cubicBezTo>
                <a:cubicBezTo>
                  <a:pt x="5225" y="29673"/>
                  <a:pt x="5512" y="29386"/>
                  <a:pt x="5514" y="29033"/>
                </a:cubicBezTo>
                <a:lnTo>
                  <a:pt x="5609" y="8560"/>
                </a:lnTo>
                <a:cubicBezTo>
                  <a:pt x="5697" y="8516"/>
                  <a:pt x="5773" y="8451"/>
                  <a:pt x="5831" y="8372"/>
                </a:cubicBezTo>
                <a:lnTo>
                  <a:pt x="9529" y="3338"/>
                </a:lnTo>
                <a:cubicBezTo>
                  <a:pt x="9739" y="3053"/>
                  <a:pt x="9677" y="2651"/>
                  <a:pt x="9392" y="2440"/>
                </a:cubicBezTo>
                <a:cubicBezTo>
                  <a:pt x="9278" y="2356"/>
                  <a:pt x="9145" y="2315"/>
                  <a:pt x="9013" y="2315"/>
                </a:cubicBezTo>
                <a:cubicBezTo>
                  <a:pt x="8815" y="2315"/>
                  <a:pt x="8620" y="2406"/>
                  <a:pt x="8494" y="2577"/>
                </a:cubicBezTo>
                <a:lnTo>
                  <a:pt x="5619" y="6491"/>
                </a:lnTo>
                <a:lnTo>
                  <a:pt x="5648" y="647"/>
                </a:lnTo>
                <a:cubicBezTo>
                  <a:pt x="5649" y="291"/>
                  <a:pt x="5362" y="2"/>
                  <a:pt x="5008" y="0"/>
                </a:cubicBezTo>
                <a:cubicBezTo>
                  <a:pt x="5007" y="0"/>
                  <a:pt x="5006" y="0"/>
                  <a:pt x="500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615" name="Google Shape;619;p 2"/>
          <p:cNvSpPr/>
          <p:nvPr/>
        </p:nvSpPr>
        <p:spPr>
          <a:xfrm>
            <a:off x="3937320" y="2503080"/>
            <a:ext cx="476280" cy="616680"/>
          </a:xfrm>
          <a:custGeom>
            <a:avLst/>
            <a:gdLst>
              <a:gd name="textAreaLeft" fmla="*/ 0 w 476280"/>
              <a:gd name="textAreaRight" fmla="*/ 476640 w 476280"/>
              <a:gd name="textAreaTop" fmla="*/ 0 h 616680"/>
              <a:gd name="textAreaBottom" fmla="*/ 617040 h 616680"/>
            </a:gdLst>
            <a:ahLst/>
            <a:cxnLst/>
            <a:rect l="textAreaLeft" t="textAreaTop" r="textAreaRight" b="textAreaBottom"/>
            <a:pathLst>
              <a:path w="29352" h="38014">
                <a:moveTo>
                  <a:pt x="14499" y="0"/>
                </a:moveTo>
                <a:cubicBezTo>
                  <a:pt x="6491" y="0"/>
                  <a:pt x="0" y="6029"/>
                  <a:pt x="0" y="13466"/>
                </a:cubicBezTo>
                <a:cubicBezTo>
                  <a:pt x="0" y="16645"/>
                  <a:pt x="1185" y="19565"/>
                  <a:pt x="3169" y="21867"/>
                </a:cubicBezTo>
                <a:cubicBezTo>
                  <a:pt x="4727" y="23677"/>
                  <a:pt x="5499" y="25972"/>
                  <a:pt x="5199" y="28273"/>
                </a:cubicBezTo>
                <a:cubicBezTo>
                  <a:pt x="5145" y="28701"/>
                  <a:pt x="5124" y="29132"/>
                  <a:pt x="5138" y="29564"/>
                </a:cubicBezTo>
                <a:cubicBezTo>
                  <a:pt x="5279" y="34250"/>
                  <a:pt x="9474" y="38014"/>
                  <a:pt x="14501" y="38014"/>
                </a:cubicBezTo>
                <a:cubicBezTo>
                  <a:pt x="14557" y="38014"/>
                  <a:pt x="14612" y="38013"/>
                  <a:pt x="14668" y="38012"/>
                </a:cubicBezTo>
                <a:cubicBezTo>
                  <a:pt x="19762" y="37926"/>
                  <a:pt x="23864" y="34065"/>
                  <a:pt x="23864" y="29315"/>
                </a:cubicBezTo>
                <a:cubicBezTo>
                  <a:pt x="23864" y="29129"/>
                  <a:pt x="23857" y="28942"/>
                  <a:pt x="23844" y="28759"/>
                </a:cubicBezTo>
                <a:cubicBezTo>
                  <a:pt x="23666" y="26161"/>
                  <a:pt x="24452" y="23593"/>
                  <a:pt x="26129" y="21506"/>
                </a:cubicBezTo>
                <a:cubicBezTo>
                  <a:pt x="28249" y="18864"/>
                  <a:pt x="29352" y="15475"/>
                  <a:pt x="28894" y="11842"/>
                </a:cubicBezTo>
                <a:cubicBezTo>
                  <a:pt x="28117" y="5674"/>
                  <a:pt x="22810" y="776"/>
                  <a:pt x="16167" y="87"/>
                </a:cubicBezTo>
                <a:cubicBezTo>
                  <a:pt x="15605" y="29"/>
                  <a:pt x="15048" y="0"/>
                  <a:pt x="14499"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16" name="Google Shape;620;p 2"/>
          <p:cNvSpPr/>
          <p:nvPr/>
        </p:nvSpPr>
        <p:spPr>
          <a:xfrm>
            <a:off x="4080960" y="2739240"/>
            <a:ext cx="185760" cy="708480"/>
          </a:xfrm>
          <a:custGeom>
            <a:avLst/>
            <a:gdLst>
              <a:gd name="textAreaLeft" fmla="*/ 0 w 185760"/>
              <a:gd name="textAreaRight" fmla="*/ 186120 w 185760"/>
              <a:gd name="textAreaTop" fmla="*/ 0 h 708480"/>
              <a:gd name="textAreaBottom" fmla="*/ 708840 h 708480"/>
            </a:gdLst>
            <a:ahLst/>
            <a:cxnLst/>
            <a:rect l="textAreaLeft" t="textAreaTop" r="textAreaRight" b="textAreaBottom"/>
            <a:pathLst>
              <a:path w="11465" h="43654">
                <a:moveTo>
                  <a:pt x="5720" y="0"/>
                </a:moveTo>
                <a:cubicBezTo>
                  <a:pt x="5426" y="0"/>
                  <a:pt x="5188" y="236"/>
                  <a:pt x="5188" y="531"/>
                </a:cubicBezTo>
                <a:lnTo>
                  <a:pt x="5188" y="8326"/>
                </a:lnTo>
                <a:lnTo>
                  <a:pt x="1309" y="2993"/>
                </a:lnTo>
                <a:cubicBezTo>
                  <a:pt x="1205" y="2850"/>
                  <a:pt x="1043" y="2774"/>
                  <a:pt x="879" y="2774"/>
                </a:cubicBezTo>
                <a:cubicBezTo>
                  <a:pt x="771" y="2774"/>
                  <a:pt x="662" y="2807"/>
                  <a:pt x="568" y="2875"/>
                </a:cubicBezTo>
                <a:cubicBezTo>
                  <a:pt x="330" y="3047"/>
                  <a:pt x="277" y="3380"/>
                  <a:pt x="450" y="3616"/>
                </a:cubicBezTo>
                <a:lnTo>
                  <a:pt x="4890" y="9721"/>
                </a:lnTo>
                <a:cubicBezTo>
                  <a:pt x="4962" y="9820"/>
                  <a:pt x="5068" y="9890"/>
                  <a:pt x="5188" y="9920"/>
                </a:cubicBezTo>
                <a:lnTo>
                  <a:pt x="5188" y="14337"/>
                </a:lnTo>
                <a:lnTo>
                  <a:pt x="992" y="9346"/>
                </a:lnTo>
                <a:cubicBezTo>
                  <a:pt x="888" y="9227"/>
                  <a:pt x="741" y="9165"/>
                  <a:pt x="594" y="9165"/>
                </a:cubicBezTo>
                <a:cubicBezTo>
                  <a:pt x="474" y="9165"/>
                  <a:pt x="352" y="9206"/>
                  <a:pt x="253" y="9289"/>
                </a:cubicBezTo>
                <a:cubicBezTo>
                  <a:pt x="32" y="9474"/>
                  <a:pt x="1" y="9802"/>
                  <a:pt x="180" y="10027"/>
                </a:cubicBezTo>
                <a:lnTo>
                  <a:pt x="5189" y="15984"/>
                </a:lnTo>
                <a:lnTo>
                  <a:pt x="5189" y="43124"/>
                </a:lnTo>
                <a:cubicBezTo>
                  <a:pt x="5189" y="43416"/>
                  <a:pt x="5427" y="43654"/>
                  <a:pt x="5720" y="43654"/>
                </a:cubicBezTo>
                <a:lnTo>
                  <a:pt x="5737" y="43654"/>
                </a:lnTo>
                <a:cubicBezTo>
                  <a:pt x="6030" y="43654"/>
                  <a:pt x="6267" y="43416"/>
                  <a:pt x="6267" y="43124"/>
                </a:cubicBezTo>
                <a:lnTo>
                  <a:pt x="6267" y="15986"/>
                </a:lnTo>
                <a:lnTo>
                  <a:pt x="11276" y="10027"/>
                </a:lnTo>
                <a:cubicBezTo>
                  <a:pt x="11465" y="9804"/>
                  <a:pt x="11435" y="9469"/>
                  <a:pt x="11211" y="9281"/>
                </a:cubicBezTo>
                <a:cubicBezTo>
                  <a:pt x="11112" y="9197"/>
                  <a:pt x="10991" y="9156"/>
                  <a:pt x="10870" y="9156"/>
                </a:cubicBezTo>
                <a:cubicBezTo>
                  <a:pt x="10718" y="9156"/>
                  <a:pt x="10568" y="9220"/>
                  <a:pt x="10463" y="9346"/>
                </a:cubicBezTo>
                <a:lnTo>
                  <a:pt x="6266" y="14337"/>
                </a:lnTo>
                <a:lnTo>
                  <a:pt x="6266" y="9920"/>
                </a:lnTo>
                <a:cubicBezTo>
                  <a:pt x="6385" y="9890"/>
                  <a:pt x="6491" y="9820"/>
                  <a:pt x="6563" y="9721"/>
                </a:cubicBezTo>
                <a:lnTo>
                  <a:pt x="11005" y="3616"/>
                </a:lnTo>
                <a:cubicBezTo>
                  <a:pt x="11176" y="3380"/>
                  <a:pt x="11123" y="3047"/>
                  <a:pt x="10887" y="2875"/>
                </a:cubicBezTo>
                <a:cubicBezTo>
                  <a:pt x="10793" y="2807"/>
                  <a:pt x="10683" y="2774"/>
                  <a:pt x="10575" y="2774"/>
                </a:cubicBezTo>
                <a:cubicBezTo>
                  <a:pt x="10411" y="2774"/>
                  <a:pt x="10250" y="2850"/>
                  <a:pt x="10146" y="2993"/>
                </a:cubicBezTo>
                <a:lnTo>
                  <a:pt x="6266" y="8326"/>
                </a:lnTo>
                <a:lnTo>
                  <a:pt x="6266" y="531"/>
                </a:lnTo>
                <a:cubicBezTo>
                  <a:pt x="6266" y="236"/>
                  <a:pt x="6030" y="0"/>
                  <a:pt x="573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617" name="Google Shape;621;p 2"/>
          <p:cNvSpPr/>
          <p:nvPr/>
        </p:nvSpPr>
        <p:spPr>
          <a:xfrm>
            <a:off x="3164760" y="1882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0"/>
                </a:moveTo>
                <a:cubicBezTo>
                  <a:pt x="821" y="0"/>
                  <a:pt x="0" y="821"/>
                  <a:pt x="0" y="1841"/>
                </a:cubicBezTo>
                <a:lnTo>
                  <a:pt x="0" y="1843"/>
                </a:lnTo>
                <a:cubicBezTo>
                  <a:pt x="0" y="2863"/>
                  <a:pt x="821" y="3683"/>
                  <a:pt x="1841" y="3683"/>
                </a:cubicBezTo>
                <a:cubicBezTo>
                  <a:pt x="2860" y="3683"/>
                  <a:pt x="3683" y="2863"/>
                  <a:pt x="3683" y="1843"/>
                </a:cubicBezTo>
                <a:lnTo>
                  <a:pt x="3683" y="1841"/>
                </a:lnTo>
                <a:cubicBezTo>
                  <a:pt x="3683" y="821"/>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618" name="Google Shape;622;p 2"/>
          <p:cNvSpPr/>
          <p:nvPr/>
        </p:nvSpPr>
        <p:spPr>
          <a:xfrm>
            <a:off x="3057120" y="1773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2" y="0"/>
                  <a:pt x="1" y="821"/>
                  <a:pt x="1" y="1842"/>
                </a:cubicBezTo>
                <a:cubicBezTo>
                  <a:pt x="1" y="2862"/>
                  <a:pt x="822" y="3685"/>
                  <a:pt x="1841" y="3685"/>
                </a:cubicBezTo>
                <a:lnTo>
                  <a:pt x="1843" y="3685"/>
                </a:lnTo>
                <a:cubicBezTo>
                  <a:pt x="2863" y="3685"/>
                  <a:pt x="3684" y="2862"/>
                  <a:pt x="3684" y="1842"/>
                </a:cubicBez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619" name="Google Shape;623;p 2"/>
          <p:cNvSpPr/>
          <p:nvPr/>
        </p:nvSpPr>
        <p:spPr>
          <a:xfrm>
            <a:off x="3164760" y="1773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1"/>
                  <a:pt x="0" y="1842"/>
                </a:cubicBezTo>
                <a:cubicBezTo>
                  <a:pt x="0" y="2862"/>
                  <a:pt x="821" y="3685"/>
                  <a:pt x="1841" y="3685"/>
                </a:cubicBezTo>
                <a:cubicBezTo>
                  <a:pt x="2860" y="3685"/>
                  <a:pt x="3683" y="2862"/>
                  <a:pt x="3683" y="1842"/>
                </a:cubicBezTo>
                <a:cubicBezTo>
                  <a:pt x="3683" y="821"/>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620" name="Google Shape;624;p 2"/>
          <p:cNvSpPr/>
          <p:nvPr/>
        </p:nvSpPr>
        <p:spPr>
          <a:xfrm>
            <a:off x="2949840" y="1773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1"/>
                  <a:pt x="1" y="1842"/>
                </a:cubicBezTo>
                <a:cubicBezTo>
                  <a:pt x="1" y="2862"/>
                  <a:pt x="822" y="3685"/>
                  <a:pt x="1843" y="3685"/>
                </a:cubicBezTo>
                <a:lnTo>
                  <a:pt x="1845" y="3685"/>
                </a:lnTo>
                <a:cubicBezTo>
                  <a:pt x="2865" y="3685"/>
                  <a:pt x="3685" y="2862"/>
                  <a:pt x="3685" y="1842"/>
                </a:cubicBezTo>
                <a:cubicBezTo>
                  <a:pt x="3685" y="821"/>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621" name="Google Shape;625;p 2"/>
          <p:cNvSpPr/>
          <p:nvPr/>
        </p:nvSpPr>
        <p:spPr>
          <a:xfrm>
            <a:off x="2949840" y="18828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0"/>
                </a:moveTo>
                <a:cubicBezTo>
                  <a:pt x="822" y="0"/>
                  <a:pt x="1" y="821"/>
                  <a:pt x="1" y="1841"/>
                </a:cubicBezTo>
                <a:lnTo>
                  <a:pt x="1" y="1843"/>
                </a:lnTo>
                <a:cubicBezTo>
                  <a:pt x="1" y="2863"/>
                  <a:pt x="822" y="3683"/>
                  <a:pt x="1843" y="3683"/>
                </a:cubicBezTo>
                <a:lnTo>
                  <a:pt x="1845" y="3683"/>
                </a:lnTo>
                <a:cubicBezTo>
                  <a:pt x="2865" y="3683"/>
                  <a:pt x="3685" y="2863"/>
                  <a:pt x="3685" y="1843"/>
                </a:cubicBezTo>
                <a:lnTo>
                  <a:pt x="3685" y="1841"/>
                </a:lnTo>
                <a:cubicBezTo>
                  <a:pt x="3685" y="821"/>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622" name="Google Shape;626;p 2"/>
          <p:cNvSpPr/>
          <p:nvPr/>
        </p:nvSpPr>
        <p:spPr>
          <a:xfrm>
            <a:off x="2949840" y="19922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3">
                <a:moveTo>
                  <a:pt x="1843" y="0"/>
                </a:moveTo>
                <a:cubicBezTo>
                  <a:pt x="822" y="0"/>
                  <a:pt x="1" y="821"/>
                  <a:pt x="1" y="1841"/>
                </a:cubicBezTo>
                <a:lnTo>
                  <a:pt x="1" y="1842"/>
                </a:lnTo>
                <a:cubicBezTo>
                  <a:pt x="1" y="2862"/>
                  <a:pt x="822" y="3683"/>
                  <a:pt x="1843" y="3683"/>
                </a:cubicBezTo>
                <a:lnTo>
                  <a:pt x="1845" y="3683"/>
                </a:lnTo>
                <a:cubicBezTo>
                  <a:pt x="2865" y="3683"/>
                  <a:pt x="3685" y="2862"/>
                  <a:pt x="3685" y="1842"/>
                </a:cubicBezTo>
                <a:lnTo>
                  <a:pt x="3685" y="1841"/>
                </a:lnTo>
                <a:cubicBezTo>
                  <a:pt x="3685" y="821"/>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623" name="Google Shape;627;p 2"/>
          <p:cNvSpPr/>
          <p:nvPr/>
        </p:nvSpPr>
        <p:spPr>
          <a:xfrm>
            <a:off x="3057120" y="19922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3">
                <a:moveTo>
                  <a:pt x="1841" y="0"/>
                </a:moveTo>
                <a:cubicBezTo>
                  <a:pt x="822" y="0"/>
                  <a:pt x="1" y="821"/>
                  <a:pt x="1" y="1841"/>
                </a:cubicBezTo>
                <a:lnTo>
                  <a:pt x="1" y="1842"/>
                </a:lnTo>
                <a:cubicBezTo>
                  <a:pt x="1" y="2862"/>
                  <a:pt x="822" y="3683"/>
                  <a:pt x="1841" y="3683"/>
                </a:cubicBezTo>
                <a:lnTo>
                  <a:pt x="1843" y="3683"/>
                </a:lnTo>
                <a:cubicBezTo>
                  <a:pt x="2863" y="3683"/>
                  <a:pt x="3684" y="2862"/>
                  <a:pt x="3684" y="1842"/>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624" name="Google Shape;628;p 2"/>
          <p:cNvSpPr/>
          <p:nvPr/>
        </p:nvSpPr>
        <p:spPr>
          <a:xfrm>
            <a:off x="3057120" y="2101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1"/>
                </a:moveTo>
                <a:cubicBezTo>
                  <a:pt x="822" y="1"/>
                  <a:pt x="1" y="823"/>
                  <a:pt x="1" y="1843"/>
                </a:cubicBezTo>
                <a:cubicBezTo>
                  <a:pt x="1" y="2864"/>
                  <a:pt x="822" y="3685"/>
                  <a:pt x="1841" y="3685"/>
                </a:cubicBezTo>
                <a:lnTo>
                  <a:pt x="1843" y="3685"/>
                </a:lnTo>
                <a:cubicBezTo>
                  <a:pt x="2863" y="3685"/>
                  <a:pt x="3684" y="2864"/>
                  <a:pt x="3684" y="1843"/>
                </a:cubicBezTo>
                <a:cubicBezTo>
                  <a:pt x="3684"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 name="PlaceHolder 1"/>
          <p:cNvSpPr>
            <a:spLocks noGrp="1"/>
          </p:cNvSpPr>
          <p:nvPr>
            <p:ph type="title"/>
          </p:nvPr>
        </p:nvSpPr>
        <p:spPr>
          <a:xfrm>
            <a:off x="228600" y="-246600"/>
            <a:ext cx="4572000" cy="824400"/>
          </a:xfrm>
          <a:prstGeom prst="rect">
            <a:avLst/>
          </a:prstGeom>
          <a:noFill/>
          <a:ln w="0">
            <a:noFill/>
          </a:ln>
        </p:spPr>
        <p:txBody>
          <a:bodyPr lIns="91440" tIns="91440" rIns="91440" bIns="91440" anchor="b">
            <a:noAutofit/>
          </a:bodyPr>
          <a:lstStyle/>
          <a:p>
            <a:pPr indent="0">
              <a:buNone/>
            </a:pPr>
            <a:r>
              <a:rPr lang="en-US" sz="2200" b="0" u="none" strike="noStrike">
                <a:solidFill>
                  <a:srgbClr val="000000"/>
                </a:solidFill>
                <a:effectLst/>
                <a:uFillTx/>
                <a:latin typeface="Arial"/>
              </a:rPr>
              <a:t>Quartid dummies - calculation</a:t>
            </a:r>
          </a:p>
        </p:txBody>
      </p:sp>
      <p:sp>
        <p:nvSpPr>
          <p:cNvPr id="626" name="PlaceHolder 2"/>
          <p:cNvSpPr>
            <a:spLocks noGrp="1"/>
          </p:cNvSpPr>
          <p:nvPr>
            <p:ph type="subTitle"/>
          </p:nvPr>
        </p:nvSpPr>
        <p:spPr>
          <a:xfrm>
            <a:off x="264600" y="2199600"/>
            <a:ext cx="4114800" cy="92520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1200" b="0" u="none" strike="noStrike" dirty="0">
                <a:solidFill>
                  <a:srgbClr val="434343"/>
                </a:solidFill>
                <a:effectLst/>
                <a:uFillTx/>
                <a:latin typeface="EB Garamond"/>
                <a:ea typeface="EB Garamond"/>
              </a:rPr>
              <a:t>A prop map of Sofia’s neighborhoods was done in Excel. </a:t>
            </a: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434343"/>
                </a:solidFill>
                <a:effectLst/>
                <a:uFillTx/>
                <a:latin typeface="EB Garamond"/>
                <a:ea typeface="EB Garamond"/>
              </a:rPr>
              <a:t>Each square is 500m x 500m</a:t>
            </a:r>
            <a:endParaRPr lang="en-US" sz="1200" b="0" u="none" strike="noStrike" dirty="0">
              <a:solidFill>
                <a:srgbClr val="000000"/>
              </a:solidFill>
              <a:effectLst/>
              <a:uFillTx/>
              <a:latin typeface="Arial"/>
            </a:endParaRPr>
          </a:p>
          <a:p>
            <a:pPr indent="0">
              <a:lnSpc>
                <a:spcPct val="100000"/>
              </a:lnSpc>
              <a:buNone/>
              <a:tabLst>
                <a:tab pos="0" algn="l"/>
              </a:tabLst>
            </a:pP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434343"/>
                </a:solidFill>
                <a:effectLst/>
                <a:uFillTx/>
                <a:latin typeface="EB Garamond"/>
                <a:ea typeface="EB Garamond"/>
              </a:rPr>
              <a:t>Using the map, each neighborhood’s central point was calculated and set to be the NS = [-9,9] and WE = [-9,9] cordinate.</a:t>
            </a: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434343"/>
                </a:solidFill>
                <a:effectLst/>
                <a:uFillTx/>
                <a:latin typeface="EB Garamond"/>
                <a:ea typeface="EB Garamond"/>
              </a:rPr>
              <a:t> </a:t>
            </a: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434343"/>
                </a:solidFill>
                <a:effectLst/>
                <a:uFillTx/>
                <a:latin typeface="EB Garamond"/>
                <a:ea typeface="EB Garamond"/>
              </a:rPr>
              <a:t>Using the Pythagorean theorem, the aerial distance from the center was calculated.</a:t>
            </a:r>
            <a:endParaRPr lang="en-US" sz="1200" b="0" u="none" strike="noStrike" dirty="0">
              <a:solidFill>
                <a:srgbClr val="000000"/>
              </a:solidFill>
              <a:effectLst/>
              <a:uFillTx/>
              <a:latin typeface="Arial"/>
            </a:endParaRPr>
          </a:p>
          <a:p>
            <a:pPr indent="0">
              <a:lnSpc>
                <a:spcPct val="100000"/>
              </a:lnSpc>
              <a:spcBef>
                <a:spcPts val="1191"/>
              </a:spcBef>
              <a:spcAft>
                <a:spcPts val="992"/>
              </a:spcAft>
              <a:buNone/>
              <a:tabLst>
                <a:tab pos="0" algn="l"/>
              </a:tabLst>
            </a:pPr>
            <a:r>
              <a:rPr lang="en" sz="1200" b="0" u="none" strike="noStrike" dirty="0">
                <a:solidFill>
                  <a:srgbClr val="434343"/>
                </a:solidFill>
                <a:effectLst/>
                <a:uFillTx/>
                <a:latin typeface="EB Garamond"/>
                <a:ea typeface="EB Garamond"/>
              </a:rPr>
              <a:t>Distance from Center = √(NS² + WE²)</a:t>
            </a:r>
            <a:endParaRPr lang="en-US" sz="1200" b="0" u="none" strike="noStrike" dirty="0">
              <a:solidFill>
                <a:srgbClr val="000000"/>
              </a:solidFill>
              <a:effectLst/>
              <a:uFillTx/>
              <a:latin typeface="Arial"/>
            </a:endParaRPr>
          </a:p>
          <a:p>
            <a:pPr indent="0">
              <a:lnSpc>
                <a:spcPct val="100000"/>
              </a:lnSpc>
              <a:buNone/>
              <a:tabLst>
                <a:tab pos="0" algn="l"/>
              </a:tabLst>
            </a:pPr>
            <a:r>
              <a:rPr lang="en" sz="1200" b="0" u="none" strike="noStrike" dirty="0">
                <a:solidFill>
                  <a:srgbClr val="434343"/>
                </a:solidFill>
                <a:effectLst/>
                <a:uFillTx/>
                <a:latin typeface="EB Garamond"/>
                <a:ea typeface="EB Garamond"/>
              </a:rPr>
              <a:t>When compiling the map each neighborhood was asigned if it had metro access or not.</a:t>
            </a:r>
            <a:endParaRPr lang="en-US" sz="1200" b="0" u="none" strike="noStrike" dirty="0">
              <a:solidFill>
                <a:srgbClr val="000000"/>
              </a:solidFill>
              <a:effectLst/>
              <a:uFillTx/>
              <a:latin typeface="Arial"/>
            </a:endParaRPr>
          </a:p>
          <a:p>
            <a:pPr indent="0">
              <a:lnSpc>
                <a:spcPct val="100000"/>
              </a:lnSpc>
              <a:buNone/>
              <a:tabLst>
                <a:tab pos="0" algn="l"/>
              </a:tabLst>
            </a:pPr>
            <a:endParaRPr lang="en-US" sz="1100" b="0" u="none" strike="noStrike" dirty="0">
              <a:solidFill>
                <a:srgbClr val="000000"/>
              </a:solidFill>
              <a:effectLst/>
              <a:uFillTx/>
              <a:latin typeface="Arial"/>
            </a:endParaRPr>
          </a:p>
          <a:p>
            <a:pPr indent="0">
              <a:lnSpc>
                <a:spcPct val="100000"/>
              </a:lnSpc>
              <a:buNone/>
              <a:tabLst>
                <a:tab pos="0" algn="l"/>
              </a:tabLst>
            </a:pPr>
            <a:endParaRPr lang="en-US" sz="1100" b="0" u="none" strike="noStrike" dirty="0">
              <a:solidFill>
                <a:srgbClr val="000000"/>
              </a:solidFill>
              <a:effectLst/>
              <a:uFillTx/>
              <a:latin typeface="Arial"/>
            </a:endParaRPr>
          </a:p>
          <a:p>
            <a:pPr indent="0">
              <a:lnSpc>
                <a:spcPct val="100000"/>
              </a:lnSpc>
              <a:buNone/>
              <a:tabLst>
                <a:tab pos="0" algn="l"/>
              </a:tabLst>
            </a:pPr>
            <a:endParaRPr lang="en-US" sz="1100" b="0" u="none" strike="noStrike" dirty="0">
              <a:solidFill>
                <a:srgbClr val="000000"/>
              </a:solidFill>
              <a:effectLst/>
              <a:uFillTx/>
              <a:latin typeface="Arial"/>
            </a:endParaRPr>
          </a:p>
          <a:p>
            <a:pPr indent="0">
              <a:lnSpc>
                <a:spcPct val="100000"/>
              </a:lnSpc>
              <a:buNone/>
              <a:tabLst>
                <a:tab pos="0" algn="l"/>
              </a:tabLst>
            </a:pPr>
            <a:endParaRPr lang="en-US" sz="1100" b="0" u="none" strike="noStrike" dirty="0">
              <a:solidFill>
                <a:srgbClr val="000000"/>
              </a:solidFill>
              <a:effectLst/>
              <a:uFillTx/>
              <a:latin typeface="Arial"/>
            </a:endParaRPr>
          </a:p>
          <a:p>
            <a:pPr indent="0">
              <a:lnSpc>
                <a:spcPct val="100000"/>
              </a:lnSpc>
              <a:buNone/>
              <a:tabLst>
                <a:tab pos="0" algn="l"/>
              </a:tabLst>
            </a:pPr>
            <a:endParaRPr lang="en-US" sz="1100" b="0" u="none" strike="noStrike" dirty="0">
              <a:solidFill>
                <a:srgbClr val="000000"/>
              </a:solidFill>
              <a:effectLst/>
              <a:uFillTx/>
              <a:latin typeface="Arial"/>
            </a:endParaRPr>
          </a:p>
          <a:p>
            <a:pPr indent="0">
              <a:lnSpc>
                <a:spcPct val="100000"/>
              </a:lnSpc>
              <a:buNone/>
              <a:tabLst>
                <a:tab pos="0" algn="l"/>
              </a:tabLst>
            </a:pPr>
            <a:r>
              <a:rPr lang="en-US" sz="1100" b="0" u="none" strike="noStrike" dirty="0">
                <a:solidFill>
                  <a:srgbClr val="434343"/>
                </a:solidFill>
                <a:effectLst/>
                <a:uFillTx/>
                <a:latin typeface="Calibri"/>
                <a:ea typeface="AR PL KaitiM GB"/>
              </a:rPr>
              <a:t>NS formula for Geo </a:t>
            </a:r>
            <a:r>
              <a:rPr lang="en-US" sz="1100" b="0" u="none" strike="noStrike" dirty="0" err="1">
                <a:solidFill>
                  <a:srgbClr val="434343"/>
                </a:solidFill>
                <a:effectLst/>
                <a:uFillTx/>
                <a:latin typeface="Calibri"/>
                <a:ea typeface="AR PL KaitiM GB"/>
              </a:rPr>
              <a:t>Milev</a:t>
            </a:r>
            <a:endParaRPr lang="en-US" sz="1100" b="0" u="none" strike="noStrike" dirty="0">
              <a:solidFill>
                <a:srgbClr val="000000"/>
              </a:solidFill>
              <a:effectLst/>
              <a:uFillTx/>
              <a:latin typeface="Arial"/>
            </a:endParaRPr>
          </a:p>
          <a:p>
            <a:pPr indent="0">
              <a:lnSpc>
                <a:spcPct val="100000"/>
              </a:lnSpc>
              <a:buNone/>
              <a:tabLst>
                <a:tab pos="0" algn="l"/>
              </a:tabLst>
            </a:pPr>
            <a:r>
              <a:rPr lang="en-US" sz="1100" b="0" u="none" strike="noStrike" dirty="0">
                <a:solidFill>
                  <a:srgbClr val="434343"/>
                </a:solidFill>
                <a:effectLst/>
                <a:uFillTx/>
                <a:latin typeface="Calibri"/>
                <a:ea typeface="AR PL KaitiM GB"/>
              </a:rPr>
              <a:t>=-(ROUND((ROW(</a:t>
            </a:r>
            <a:r>
              <a:rPr lang="en-US" sz="1100" b="0" u="none" strike="noStrike" dirty="0">
                <a:solidFill>
                  <a:srgbClr val="0000FF"/>
                </a:solidFill>
                <a:effectLst/>
                <a:uFillTx/>
                <a:latin typeface="Calibri"/>
                <a:ea typeface="AR PL KaitiM GB"/>
              </a:rPr>
              <a:t>$MAP.AA25</a:t>
            </a:r>
            <a:r>
              <a:rPr lang="en-US" sz="1100" b="0" u="none" strike="noStrike" dirty="0">
                <a:solidFill>
                  <a:srgbClr val="434343"/>
                </a:solidFill>
                <a:effectLst/>
                <a:uFillTx/>
                <a:latin typeface="Calibri"/>
                <a:ea typeface="AR PL KaitiM GB"/>
              </a:rPr>
              <a:t>) </a:t>
            </a:r>
            <a:endParaRPr lang="en-US" sz="1100" b="0" u="none" strike="noStrike" dirty="0">
              <a:solidFill>
                <a:srgbClr val="000000"/>
              </a:solidFill>
              <a:effectLst/>
              <a:uFillTx/>
              <a:latin typeface="Arial"/>
            </a:endParaRPr>
          </a:p>
          <a:p>
            <a:pPr indent="0">
              <a:lnSpc>
                <a:spcPct val="100000"/>
              </a:lnSpc>
              <a:buNone/>
              <a:tabLst>
                <a:tab pos="0" algn="l"/>
              </a:tabLst>
            </a:pPr>
            <a:r>
              <a:rPr lang="en-US" sz="1100" b="0" u="none" strike="noStrike" dirty="0">
                <a:solidFill>
                  <a:srgbClr val="434343"/>
                </a:solidFill>
                <a:effectLst/>
                <a:uFillTx/>
                <a:latin typeface="Calibri"/>
                <a:ea typeface="AR PL KaitiM GB"/>
              </a:rPr>
              <a:t>+ ROW(</a:t>
            </a:r>
            <a:r>
              <a:rPr lang="en-US" sz="1100" b="0" u="none" strike="noStrike" dirty="0">
                <a:solidFill>
                  <a:srgbClr val="FF0000"/>
                </a:solidFill>
                <a:effectLst/>
                <a:uFillTx/>
                <a:latin typeface="Calibri"/>
                <a:ea typeface="AR PL KaitiM GB"/>
              </a:rPr>
              <a:t>$MAP.AD30</a:t>
            </a:r>
            <a:r>
              <a:rPr lang="en-US" sz="1100" b="0" u="none" strike="noStrike" dirty="0">
                <a:solidFill>
                  <a:srgbClr val="434343"/>
                </a:solidFill>
                <a:effectLst/>
                <a:uFillTx/>
                <a:latin typeface="Calibri"/>
                <a:ea typeface="AR PL KaitiM GB"/>
              </a:rPr>
              <a:t>)) / 2, 1) - 21) / 2</a:t>
            </a:r>
            <a:endParaRPr lang="en-US" sz="1100" b="0" u="none" strike="noStrike" dirty="0">
              <a:solidFill>
                <a:srgbClr val="000000"/>
              </a:solidFill>
              <a:effectLst/>
              <a:uFillTx/>
              <a:latin typeface="Arial"/>
            </a:endParaRPr>
          </a:p>
          <a:p>
            <a:pPr indent="0">
              <a:lnSpc>
                <a:spcPct val="100000"/>
              </a:lnSpc>
              <a:buNone/>
              <a:tabLst>
                <a:tab pos="0" algn="l"/>
              </a:tabLst>
            </a:pPr>
            <a:endParaRPr lang="en-US" sz="1100" b="0" u="none" strike="noStrike" dirty="0">
              <a:solidFill>
                <a:srgbClr val="000000"/>
              </a:solidFill>
              <a:effectLst/>
              <a:uFillTx/>
              <a:latin typeface="Arial"/>
            </a:endParaRPr>
          </a:p>
          <a:p>
            <a:pPr indent="0">
              <a:lnSpc>
                <a:spcPct val="100000"/>
              </a:lnSpc>
              <a:buNone/>
              <a:tabLst>
                <a:tab pos="0" algn="l"/>
              </a:tabLst>
            </a:pPr>
            <a:r>
              <a:rPr lang="en-US" sz="1100" b="0" u="none" strike="noStrike" dirty="0">
                <a:solidFill>
                  <a:srgbClr val="434343"/>
                </a:solidFill>
                <a:effectLst/>
                <a:uFillTx/>
                <a:latin typeface="Calibri"/>
                <a:ea typeface="AR PL KaitiM GB"/>
              </a:rPr>
              <a:t>WE formula for Geo </a:t>
            </a:r>
            <a:r>
              <a:rPr lang="en-US" sz="1100" b="0" u="none" strike="noStrike" dirty="0" err="1">
                <a:solidFill>
                  <a:srgbClr val="434343"/>
                </a:solidFill>
                <a:effectLst/>
                <a:uFillTx/>
                <a:latin typeface="Calibri"/>
                <a:ea typeface="AR PL KaitiM GB"/>
              </a:rPr>
              <a:t>Milev</a:t>
            </a:r>
            <a:endParaRPr lang="en-US" sz="1100" b="0" u="none" strike="noStrike" dirty="0">
              <a:solidFill>
                <a:srgbClr val="000000"/>
              </a:solidFill>
              <a:effectLst/>
              <a:uFillTx/>
              <a:latin typeface="Arial"/>
            </a:endParaRPr>
          </a:p>
          <a:p>
            <a:pPr indent="0">
              <a:lnSpc>
                <a:spcPct val="100000"/>
              </a:lnSpc>
              <a:buNone/>
              <a:tabLst>
                <a:tab pos="0" algn="l"/>
              </a:tabLst>
            </a:pPr>
            <a:r>
              <a:rPr lang="en-US" sz="1100" b="0" u="none" strike="noStrike" dirty="0">
                <a:solidFill>
                  <a:srgbClr val="434343"/>
                </a:solidFill>
                <a:effectLst/>
                <a:uFillTx/>
                <a:latin typeface="Calibri"/>
                <a:ea typeface="AR PL KaitiM GB"/>
              </a:rPr>
              <a:t>=(ROUND((COLUMN(</a:t>
            </a:r>
            <a:r>
              <a:rPr lang="en-US" sz="1100" b="0" u="none" strike="noStrike" dirty="0">
                <a:solidFill>
                  <a:srgbClr val="0000FF"/>
                </a:solidFill>
                <a:effectLst/>
                <a:uFillTx/>
                <a:latin typeface="Calibri"/>
                <a:ea typeface="AR PL KaitiM GB"/>
              </a:rPr>
              <a:t>$MAP.AA25</a:t>
            </a:r>
            <a:r>
              <a:rPr lang="en-US" sz="1100" b="0" u="none" strike="noStrike" dirty="0">
                <a:solidFill>
                  <a:srgbClr val="434343"/>
                </a:solidFill>
                <a:effectLst/>
                <a:uFillTx/>
                <a:latin typeface="Calibri"/>
                <a:ea typeface="AR PL KaitiM GB"/>
              </a:rPr>
              <a:t>) +</a:t>
            </a:r>
            <a:endParaRPr lang="en-US" sz="1100" b="0" u="none" strike="noStrike" dirty="0">
              <a:solidFill>
                <a:srgbClr val="000000"/>
              </a:solidFill>
              <a:effectLst/>
              <a:uFillTx/>
              <a:latin typeface="Arial"/>
            </a:endParaRPr>
          </a:p>
          <a:p>
            <a:pPr indent="0">
              <a:lnSpc>
                <a:spcPct val="100000"/>
              </a:lnSpc>
              <a:buNone/>
              <a:tabLst>
                <a:tab pos="0" algn="l"/>
              </a:tabLst>
            </a:pPr>
            <a:r>
              <a:rPr lang="en-US" sz="1100" b="0" u="none" strike="noStrike" dirty="0">
                <a:solidFill>
                  <a:srgbClr val="434343"/>
                </a:solidFill>
                <a:effectLst/>
                <a:uFillTx/>
                <a:latin typeface="Calibri"/>
                <a:ea typeface="AR PL KaitiM GB"/>
              </a:rPr>
              <a:t>COLUMN(</a:t>
            </a:r>
            <a:r>
              <a:rPr lang="en-US" sz="1100" b="0" u="none" strike="noStrike" dirty="0">
                <a:solidFill>
                  <a:srgbClr val="FF0000"/>
                </a:solidFill>
                <a:effectLst/>
                <a:uFillTx/>
                <a:latin typeface="Calibri"/>
                <a:ea typeface="AR PL KaitiM GB"/>
              </a:rPr>
              <a:t>$MAP.AD30</a:t>
            </a:r>
            <a:r>
              <a:rPr lang="en-US" sz="1100" b="0" u="none" strike="noStrike" dirty="0">
                <a:solidFill>
                  <a:srgbClr val="434343"/>
                </a:solidFill>
                <a:effectLst/>
                <a:uFillTx/>
                <a:latin typeface="Calibri"/>
                <a:ea typeface="AR PL KaitiM GB"/>
              </a:rPr>
              <a:t>)) / 2, 1) - 19) / 2</a:t>
            </a:r>
            <a:r>
              <a:rPr lang="en" sz="1200" b="0" u="none" strike="noStrike" dirty="0">
                <a:solidFill>
                  <a:srgbClr val="434343"/>
                </a:solidFill>
                <a:effectLst/>
                <a:uFillTx/>
                <a:latin typeface="EB Garamond"/>
                <a:ea typeface="EB Garamond"/>
              </a:rPr>
              <a:t>  </a:t>
            </a:r>
            <a:endParaRPr lang="en-US" sz="1200" b="0" u="none" strike="noStrike" dirty="0">
              <a:solidFill>
                <a:srgbClr val="000000"/>
              </a:solidFill>
              <a:effectLst/>
              <a:uFillTx/>
              <a:latin typeface="Arial"/>
            </a:endParaRPr>
          </a:p>
        </p:txBody>
      </p:sp>
      <p:pic>
        <p:nvPicPr>
          <p:cNvPr id="627" name="Picture 626"/>
          <p:cNvPicPr/>
          <p:nvPr/>
        </p:nvPicPr>
        <p:blipFill>
          <a:blip r:embed="rId2"/>
          <a:stretch/>
        </p:blipFill>
        <p:spPr>
          <a:xfrm>
            <a:off x="4572000" y="62640"/>
            <a:ext cx="4458600" cy="4966560"/>
          </a:xfrm>
          <a:prstGeom prst="rect">
            <a:avLst/>
          </a:prstGeom>
          <a:noFill/>
          <a:ln w="0">
            <a:noFill/>
          </a:ln>
        </p:spPr>
      </p:pic>
      <p:pic>
        <p:nvPicPr>
          <p:cNvPr id="628" name="Picture 627"/>
          <p:cNvPicPr/>
          <p:nvPr/>
        </p:nvPicPr>
        <p:blipFill>
          <a:blip r:embed="rId3"/>
          <a:stretch/>
        </p:blipFill>
        <p:spPr>
          <a:xfrm>
            <a:off x="2782147" y="2591640"/>
            <a:ext cx="1548000" cy="243756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 name="PlaceHolder 1"/>
          <p:cNvSpPr>
            <a:spLocks noGrp="1"/>
          </p:cNvSpPr>
          <p:nvPr>
            <p:ph type="title"/>
          </p:nvPr>
        </p:nvSpPr>
        <p:spPr>
          <a:xfrm>
            <a:off x="790920" y="720000"/>
            <a:ext cx="5011920" cy="313920"/>
          </a:xfrm>
          <a:prstGeom prst="rect">
            <a:avLst/>
          </a:prstGeom>
          <a:noFill/>
          <a:ln w="0">
            <a:noFill/>
          </a:ln>
        </p:spPr>
        <p:txBody>
          <a:bodyPr lIns="91440" tIns="91440" rIns="91440" bIns="91440" anchor="b">
            <a:noAutofit/>
          </a:bodyPr>
          <a:lstStyle/>
          <a:p>
            <a:pPr indent="0">
              <a:lnSpc>
                <a:spcPct val="100000"/>
              </a:lnSpc>
              <a:buNone/>
              <a:tabLst>
                <a:tab pos="0" algn="l"/>
              </a:tabLst>
            </a:pPr>
            <a:r>
              <a:rPr lang="en" sz="1200" b="0" u="none" strike="noStrike">
                <a:solidFill>
                  <a:srgbClr val="FFFFFF"/>
                </a:solidFill>
                <a:effectLst/>
                <a:uFillTx/>
                <a:latin typeface="Montserrat ExtraBold"/>
                <a:ea typeface="Montserrat ExtraBold"/>
              </a:rPr>
              <a:t>Regression Analysis</a:t>
            </a:r>
            <a:endParaRPr lang="en-US" sz="1200" b="0" u="none" strike="noStrike">
              <a:solidFill>
                <a:srgbClr val="000000"/>
              </a:solidFill>
              <a:effectLst/>
              <a:uFillTx/>
              <a:latin typeface="Arial"/>
            </a:endParaRPr>
          </a:p>
        </p:txBody>
      </p:sp>
      <p:sp>
        <p:nvSpPr>
          <p:cNvPr id="630" name="Google Shape;830;p 1"/>
          <p:cNvSpPr/>
          <p:nvPr/>
        </p:nvSpPr>
        <p:spPr>
          <a:xfrm>
            <a:off x="981360" y="1800360"/>
            <a:ext cx="2187720" cy="740160"/>
          </a:xfrm>
          <a:prstGeom prst="rect">
            <a:avLst/>
          </a:prstGeom>
          <a:noFill/>
          <a:ln w="0">
            <a:noFill/>
          </a:ln>
        </p:spPr>
        <p:style>
          <a:lnRef idx="0">
            <a:scrgbClr r="0" g="0" b="0"/>
          </a:lnRef>
          <a:fillRef idx="0">
            <a:scrgbClr r="0" g="0" b="0"/>
          </a:fillRef>
          <a:effectRef idx="0">
            <a:scrgbClr r="0" g="0" b="0"/>
          </a:effectRef>
          <a:fontRef idx="minor"/>
        </p:style>
        <p:txBody>
          <a:bodyPr lIns="0" tIns="6480" rIns="0" bIns="0" anchor="t">
            <a:noAutofit/>
          </a:bodyPr>
          <a:lstStyle/>
          <a:p>
            <a:pPr algn="r">
              <a:lnSpc>
                <a:spcPct val="100000"/>
              </a:lnSpc>
              <a:tabLst>
                <a:tab pos="0" algn="l"/>
              </a:tabLst>
            </a:pPr>
            <a:r>
              <a:rPr lang="en" sz="1200" b="0" u="none" strike="noStrike">
                <a:solidFill>
                  <a:srgbClr val="434343"/>
                </a:solidFill>
                <a:effectLst/>
                <a:uFillTx/>
                <a:latin typeface="Montserrat ExtraBold"/>
                <a:ea typeface="Montserrat ExtraBold"/>
              </a:rPr>
              <a:t>DIAGNOSTIC model</a:t>
            </a:r>
            <a:endParaRPr lang="en-US" sz="1200" b="0" u="none" strike="noStrike">
              <a:solidFill>
                <a:srgbClr val="000000"/>
              </a:solidFill>
              <a:effectLst/>
              <a:uFillTx/>
              <a:latin typeface="Arial"/>
            </a:endParaRPr>
          </a:p>
          <a:p>
            <a:pPr algn="r">
              <a:lnSpc>
                <a:spcPct val="100000"/>
              </a:lnSpc>
              <a:tabLst>
                <a:tab pos="0" algn="l"/>
              </a:tabLst>
            </a:pPr>
            <a:r>
              <a:rPr lang="en" sz="1100" b="0" u="none" strike="noStrike">
                <a:solidFill>
                  <a:srgbClr val="434343"/>
                </a:solidFill>
                <a:effectLst/>
                <a:uFillTx/>
                <a:latin typeface="EB Garamond"/>
                <a:ea typeface="Montserrat ExtraBold"/>
              </a:rPr>
              <a:t>Using ln(euro_sq_meter) </a:t>
            </a:r>
            <a:endParaRPr lang="en-US" sz="1100" b="0" u="none" strike="noStrike">
              <a:solidFill>
                <a:srgbClr val="000000"/>
              </a:solidFill>
              <a:effectLst/>
              <a:uFillTx/>
              <a:latin typeface="Arial"/>
            </a:endParaRPr>
          </a:p>
          <a:p>
            <a:pPr algn="r">
              <a:lnSpc>
                <a:spcPct val="100000"/>
              </a:lnSpc>
              <a:tabLst>
                <a:tab pos="0" algn="l"/>
              </a:tabLst>
            </a:pPr>
            <a:r>
              <a:rPr lang="en" sz="1100" b="0" u="none" strike="noStrike">
                <a:solidFill>
                  <a:srgbClr val="434343"/>
                </a:solidFill>
                <a:effectLst/>
                <a:uFillTx/>
                <a:latin typeface="EB Garamond"/>
                <a:ea typeface="Montserrat ExtraBold"/>
              </a:rPr>
              <a:t>to determine the right regressors.</a:t>
            </a:r>
            <a:endParaRPr lang="en-US" sz="1100" b="0" u="none" strike="noStrike">
              <a:solidFill>
                <a:srgbClr val="000000"/>
              </a:solidFill>
              <a:effectLst/>
              <a:uFillTx/>
              <a:latin typeface="Arial"/>
            </a:endParaRPr>
          </a:p>
        </p:txBody>
      </p:sp>
      <p:sp>
        <p:nvSpPr>
          <p:cNvPr id="631" name="Google Shape;831;p 1"/>
          <p:cNvSpPr/>
          <p:nvPr/>
        </p:nvSpPr>
        <p:spPr>
          <a:xfrm>
            <a:off x="981360" y="2739240"/>
            <a:ext cx="2187720" cy="740160"/>
          </a:xfrm>
          <a:prstGeom prst="rect">
            <a:avLst/>
          </a:prstGeom>
          <a:noFill/>
          <a:ln w="0">
            <a:noFill/>
          </a:ln>
        </p:spPr>
        <p:style>
          <a:lnRef idx="0">
            <a:scrgbClr r="0" g="0" b="0"/>
          </a:lnRef>
          <a:fillRef idx="0">
            <a:scrgbClr r="0" g="0" b="0"/>
          </a:fillRef>
          <a:effectRef idx="0">
            <a:scrgbClr r="0" g="0" b="0"/>
          </a:effectRef>
          <a:fontRef idx="minor"/>
        </p:style>
        <p:txBody>
          <a:bodyPr lIns="0" tIns="6480" rIns="0" bIns="0" anchor="t">
            <a:noAutofit/>
          </a:bodyPr>
          <a:lstStyle/>
          <a:p>
            <a:pPr algn="r">
              <a:lnSpc>
                <a:spcPct val="100000"/>
              </a:lnSpc>
              <a:tabLst>
                <a:tab pos="0" algn="l"/>
              </a:tabLst>
            </a:pPr>
            <a:r>
              <a:rPr lang="en" sz="1200" b="0" u="none" strike="noStrike" dirty="0">
                <a:solidFill>
                  <a:srgbClr val="434343"/>
                </a:solidFill>
                <a:effectLst/>
                <a:uFillTx/>
                <a:latin typeface="Montserrat ExtraBold"/>
                <a:ea typeface="Montserrat ExtraBold"/>
              </a:rPr>
              <a:t>BIG DATA model</a:t>
            </a:r>
            <a:endParaRPr lang="en-US" sz="1200" b="0" u="none" strike="noStrike" dirty="0">
              <a:solidFill>
                <a:srgbClr val="000000"/>
              </a:solidFill>
              <a:effectLst/>
              <a:uFillTx/>
              <a:latin typeface="Arial"/>
            </a:endParaRPr>
          </a:p>
          <a:p>
            <a:pPr algn="r">
              <a:lnSpc>
                <a:spcPct val="100000"/>
              </a:lnSpc>
              <a:tabLst>
                <a:tab pos="0" algn="l"/>
              </a:tabLst>
            </a:pPr>
            <a:r>
              <a:rPr lang="en" sz="1100" b="0" u="none" strike="noStrike" dirty="0">
                <a:solidFill>
                  <a:srgbClr val="434343"/>
                </a:solidFill>
                <a:effectLst/>
                <a:uFillTx/>
                <a:latin typeface="EB Garamond"/>
                <a:ea typeface="EB Garamond"/>
              </a:rPr>
              <a:t>Predicting ln(price) using all economically sound and econometrically appropriate regressors.</a:t>
            </a:r>
            <a:endParaRPr lang="en-US" sz="1100" b="0" u="none" strike="noStrike" dirty="0">
              <a:solidFill>
                <a:srgbClr val="000000"/>
              </a:solidFill>
              <a:effectLst/>
              <a:uFillTx/>
              <a:latin typeface="Arial"/>
            </a:endParaRPr>
          </a:p>
        </p:txBody>
      </p:sp>
      <p:sp>
        <p:nvSpPr>
          <p:cNvPr id="632" name="Google Shape;832;p 1"/>
          <p:cNvSpPr/>
          <p:nvPr/>
        </p:nvSpPr>
        <p:spPr>
          <a:xfrm>
            <a:off x="981360" y="3678120"/>
            <a:ext cx="2187720" cy="740160"/>
          </a:xfrm>
          <a:prstGeom prst="rect">
            <a:avLst/>
          </a:prstGeom>
          <a:noFill/>
          <a:ln w="0">
            <a:noFill/>
          </a:ln>
        </p:spPr>
        <p:style>
          <a:lnRef idx="0">
            <a:scrgbClr r="0" g="0" b="0"/>
          </a:lnRef>
          <a:fillRef idx="0">
            <a:scrgbClr r="0" g="0" b="0"/>
          </a:fillRef>
          <a:effectRef idx="0">
            <a:scrgbClr r="0" g="0" b="0"/>
          </a:effectRef>
          <a:fontRef idx="minor"/>
        </p:style>
        <p:txBody>
          <a:bodyPr lIns="0" tIns="6480" rIns="0" bIns="0" anchor="t">
            <a:noAutofit/>
          </a:bodyPr>
          <a:lstStyle/>
          <a:p>
            <a:pPr algn="r">
              <a:lnSpc>
                <a:spcPct val="100000"/>
              </a:lnSpc>
              <a:tabLst>
                <a:tab pos="0" algn="l"/>
              </a:tabLst>
            </a:pPr>
            <a:r>
              <a:rPr lang="en" sz="1200" b="0" u="none" strike="noStrike">
                <a:solidFill>
                  <a:srgbClr val="434343"/>
                </a:solidFill>
                <a:effectLst/>
                <a:uFillTx/>
                <a:latin typeface="Montserrat ExtraBold"/>
                <a:ea typeface="Montserrat ExtraBold"/>
              </a:rPr>
              <a:t>NO BIG DATA model</a:t>
            </a:r>
            <a:endParaRPr lang="en-US" sz="1200" b="0" u="none" strike="noStrike">
              <a:solidFill>
                <a:srgbClr val="000000"/>
              </a:solidFill>
              <a:effectLst/>
              <a:uFillTx/>
              <a:latin typeface="Arial"/>
            </a:endParaRPr>
          </a:p>
          <a:p>
            <a:pPr algn="r">
              <a:lnSpc>
                <a:spcPct val="100000"/>
              </a:lnSpc>
              <a:tabLst>
                <a:tab pos="0" algn="l"/>
              </a:tabLst>
            </a:pPr>
            <a:r>
              <a:rPr lang="en" sz="1100" b="0" u="none" strike="noStrike">
                <a:solidFill>
                  <a:srgbClr val="434343"/>
                </a:solidFill>
                <a:effectLst/>
                <a:uFillTx/>
                <a:latin typeface="EB Garamond"/>
                <a:ea typeface="EB Garamond"/>
              </a:rPr>
              <a:t>Predicting ln(price) using </a:t>
            </a:r>
            <a:endParaRPr lang="en-US" sz="1100" b="0" u="none" strike="noStrike">
              <a:solidFill>
                <a:srgbClr val="000000"/>
              </a:solidFill>
              <a:effectLst/>
              <a:uFillTx/>
              <a:latin typeface="Arial"/>
            </a:endParaRPr>
          </a:p>
          <a:p>
            <a:pPr algn="r">
              <a:lnSpc>
                <a:spcPct val="100000"/>
              </a:lnSpc>
              <a:tabLst>
                <a:tab pos="0" algn="l"/>
              </a:tabLst>
            </a:pPr>
            <a:r>
              <a:rPr lang="en" sz="1100" b="0" u="none" strike="noStrike">
                <a:solidFill>
                  <a:srgbClr val="434343"/>
                </a:solidFill>
                <a:effectLst/>
                <a:uFillTx/>
                <a:latin typeface="EB Garamond"/>
                <a:ea typeface="EB Garamond"/>
              </a:rPr>
              <a:t>layman-accessible regressors. </a:t>
            </a:r>
            <a:endParaRPr lang="en-US" sz="1100" b="0" u="none" strike="noStrike">
              <a:solidFill>
                <a:srgbClr val="000000"/>
              </a:solidFill>
              <a:effectLst/>
              <a:uFillTx/>
              <a:latin typeface="Arial"/>
            </a:endParaRPr>
          </a:p>
        </p:txBody>
      </p:sp>
      <p:sp>
        <p:nvSpPr>
          <p:cNvPr id="633" name="Google Shape;833;p 1"/>
          <p:cNvSpPr/>
          <p:nvPr/>
        </p:nvSpPr>
        <p:spPr>
          <a:xfrm>
            <a:off x="3405960" y="1715400"/>
            <a:ext cx="657000" cy="6570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nvGrpSpPr>
          <p:cNvPr id="634" name="Google Shape;834;p 1"/>
          <p:cNvGrpSpPr/>
          <p:nvPr/>
        </p:nvGrpSpPr>
        <p:grpSpPr>
          <a:xfrm>
            <a:off x="3524400" y="1821960"/>
            <a:ext cx="420120" cy="443520"/>
            <a:chOff x="3524400" y="1821960"/>
            <a:chExt cx="420120" cy="443520"/>
          </a:xfrm>
        </p:grpSpPr>
        <p:sp>
          <p:nvSpPr>
            <p:cNvPr id="635" name="Google Shape;835;p 1"/>
            <p:cNvSpPr/>
            <p:nvPr/>
          </p:nvSpPr>
          <p:spPr>
            <a:xfrm>
              <a:off x="3524400" y="1925280"/>
              <a:ext cx="420120" cy="237240"/>
            </a:xfrm>
            <a:custGeom>
              <a:avLst/>
              <a:gdLst>
                <a:gd name="textAreaLeft" fmla="*/ 0 w 420120"/>
                <a:gd name="textAreaRight" fmla="*/ 420480 w 420120"/>
                <a:gd name="textAreaTop" fmla="*/ 0 h 237240"/>
                <a:gd name="textAreaBottom" fmla="*/ 237600 h 237240"/>
              </a:gdLst>
              <a:ahLst/>
              <a:cxnLst/>
              <a:rect l="textAreaLeft" t="textAreaTop" r="textAreaRight" b="textAreaBottom"/>
              <a:pathLst>
                <a:path w="77562" h="43824">
                  <a:moveTo>
                    <a:pt x="22760" y="6988"/>
                  </a:moveTo>
                  <a:lnTo>
                    <a:pt x="22760" y="6988"/>
                  </a:lnTo>
                  <a:cubicBezTo>
                    <a:pt x="14895" y="15382"/>
                    <a:pt x="14895" y="28451"/>
                    <a:pt x="22760" y="36863"/>
                  </a:cubicBezTo>
                  <a:cubicBezTo>
                    <a:pt x="15680" y="34013"/>
                    <a:pt x="9503" y="29356"/>
                    <a:pt x="4846" y="23333"/>
                  </a:cubicBezTo>
                  <a:cubicBezTo>
                    <a:pt x="4180" y="22497"/>
                    <a:pt x="4180" y="21337"/>
                    <a:pt x="4846" y="20501"/>
                  </a:cubicBezTo>
                  <a:cubicBezTo>
                    <a:pt x="9503" y="14478"/>
                    <a:pt x="15680" y="9820"/>
                    <a:pt x="22760" y="6988"/>
                  </a:cubicBezTo>
                  <a:close/>
                  <a:moveTo>
                    <a:pt x="38798" y="3917"/>
                  </a:moveTo>
                  <a:cubicBezTo>
                    <a:pt x="48745" y="3917"/>
                    <a:pt x="56798" y="11970"/>
                    <a:pt x="56798" y="21917"/>
                  </a:cubicBezTo>
                  <a:cubicBezTo>
                    <a:pt x="56798" y="31864"/>
                    <a:pt x="48745" y="39917"/>
                    <a:pt x="38798" y="39917"/>
                  </a:cubicBezTo>
                  <a:lnTo>
                    <a:pt x="38764" y="39917"/>
                  </a:lnTo>
                  <a:cubicBezTo>
                    <a:pt x="28817" y="39917"/>
                    <a:pt x="20747" y="31864"/>
                    <a:pt x="20747" y="21917"/>
                  </a:cubicBezTo>
                  <a:cubicBezTo>
                    <a:pt x="20747" y="11970"/>
                    <a:pt x="28817" y="3917"/>
                    <a:pt x="38764" y="3917"/>
                  </a:cubicBezTo>
                  <a:close/>
                  <a:moveTo>
                    <a:pt x="38813" y="1"/>
                  </a:moveTo>
                  <a:cubicBezTo>
                    <a:pt x="24855" y="1"/>
                    <a:pt x="11027" y="6193"/>
                    <a:pt x="1757" y="18078"/>
                  </a:cubicBezTo>
                  <a:cubicBezTo>
                    <a:pt x="0" y="20330"/>
                    <a:pt x="0" y="23486"/>
                    <a:pt x="1757" y="25739"/>
                  </a:cubicBezTo>
                  <a:cubicBezTo>
                    <a:pt x="10646" y="37153"/>
                    <a:pt x="24313" y="43824"/>
                    <a:pt x="38781" y="43824"/>
                  </a:cubicBezTo>
                  <a:cubicBezTo>
                    <a:pt x="53249" y="43824"/>
                    <a:pt x="66915" y="37153"/>
                    <a:pt x="75804" y="25739"/>
                  </a:cubicBezTo>
                  <a:cubicBezTo>
                    <a:pt x="77562" y="23486"/>
                    <a:pt x="77562" y="20330"/>
                    <a:pt x="75804" y="18078"/>
                  </a:cubicBezTo>
                  <a:lnTo>
                    <a:pt x="75804" y="18095"/>
                  </a:lnTo>
                  <a:cubicBezTo>
                    <a:pt x="75418" y="17599"/>
                    <a:pt x="74841" y="17340"/>
                    <a:pt x="74259" y="17340"/>
                  </a:cubicBezTo>
                  <a:cubicBezTo>
                    <a:pt x="73838" y="17340"/>
                    <a:pt x="73415" y="17475"/>
                    <a:pt x="73058" y="17754"/>
                  </a:cubicBezTo>
                  <a:cubicBezTo>
                    <a:pt x="72204" y="18419"/>
                    <a:pt x="72051" y="19648"/>
                    <a:pt x="72716" y="20501"/>
                  </a:cubicBezTo>
                  <a:cubicBezTo>
                    <a:pt x="73365" y="21337"/>
                    <a:pt x="73365" y="22497"/>
                    <a:pt x="72716" y="23333"/>
                  </a:cubicBezTo>
                  <a:cubicBezTo>
                    <a:pt x="68041" y="29356"/>
                    <a:pt x="61865" y="34013"/>
                    <a:pt x="54785" y="36863"/>
                  </a:cubicBezTo>
                  <a:cubicBezTo>
                    <a:pt x="62633" y="28468"/>
                    <a:pt x="62667" y="15433"/>
                    <a:pt x="54836" y="7022"/>
                  </a:cubicBezTo>
                  <a:lnTo>
                    <a:pt x="54836" y="7022"/>
                  </a:lnTo>
                  <a:cubicBezTo>
                    <a:pt x="58879" y="8643"/>
                    <a:pt x="62667" y="10878"/>
                    <a:pt x="66028" y="13642"/>
                  </a:cubicBezTo>
                  <a:cubicBezTo>
                    <a:pt x="66455" y="13983"/>
                    <a:pt x="66864" y="14341"/>
                    <a:pt x="67274" y="14700"/>
                  </a:cubicBezTo>
                  <a:cubicBezTo>
                    <a:pt x="67651" y="15030"/>
                    <a:pt x="68116" y="15194"/>
                    <a:pt x="68578" y="15194"/>
                  </a:cubicBezTo>
                  <a:cubicBezTo>
                    <a:pt x="69117" y="15194"/>
                    <a:pt x="69652" y="14970"/>
                    <a:pt x="70038" y="14529"/>
                  </a:cubicBezTo>
                  <a:cubicBezTo>
                    <a:pt x="70754" y="13727"/>
                    <a:pt x="70686" y="12499"/>
                    <a:pt x="69867" y="11782"/>
                  </a:cubicBezTo>
                  <a:cubicBezTo>
                    <a:pt x="69423" y="11390"/>
                    <a:pt x="68963" y="10997"/>
                    <a:pt x="68519" y="10622"/>
                  </a:cubicBezTo>
                  <a:cubicBezTo>
                    <a:pt x="59783" y="3471"/>
                    <a:pt x="49262" y="1"/>
                    <a:pt x="38813"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36" name="Google Shape;836;p 1"/>
            <p:cNvSpPr/>
            <p:nvPr/>
          </p:nvSpPr>
          <p:spPr>
            <a:xfrm>
              <a:off x="3686040" y="1999080"/>
              <a:ext cx="93240" cy="89640"/>
            </a:xfrm>
            <a:custGeom>
              <a:avLst/>
              <a:gdLst>
                <a:gd name="textAreaLeft" fmla="*/ 0 w 93240"/>
                <a:gd name="textAreaRight" fmla="*/ 93600 w 93240"/>
                <a:gd name="textAreaTop" fmla="*/ 0 h 89640"/>
                <a:gd name="textAreaBottom" fmla="*/ 90000 h 89640"/>
              </a:gdLst>
              <a:ahLst/>
              <a:cxnLst/>
              <a:rect l="textAreaLeft" t="textAreaTop" r="textAreaRight" b="textAreaBottom"/>
              <a:pathLst>
                <a:path w="17233" h="16585">
                  <a:moveTo>
                    <a:pt x="8904" y="3895"/>
                  </a:moveTo>
                  <a:cubicBezTo>
                    <a:pt x="11161" y="3895"/>
                    <a:pt x="13326" y="5648"/>
                    <a:pt x="13326" y="8293"/>
                  </a:cubicBezTo>
                  <a:cubicBezTo>
                    <a:pt x="13326" y="10715"/>
                    <a:pt x="11364" y="12678"/>
                    <a:pt x="8941" y="12678"/>
                  </a:cubicBezTo>
                  <a:cubicBezTo>
                    <a:pt x="5034" y="12678"/>
                    <a:pt x="3072" y="7951"/>
                    <a:pt x="5836" y="5188"/>
                  </a:cubicBezTo>
                  <a:cubicBezTo>
                    <a:pt x="6729" y="4294"/>
                    <a:pt x="7827" y="3895"/>
                    <a:pt x="8904" y="3895"/>
                  </a:cubicBezTo>
                  <a:close/>
                  <a:moveTo>
                    <a:pt x="8941" y="1"/>
                  </a:moveTo>
                  <a:cubicBezTo>
                    <a:pt x="5580" y="1"/>
                    <a:pt x="2560" y="2014"/>
                    <a:pt x="1280" y="5119"/>
                  </a:cubicBezTo>
                  <a:cubicBezTo>
                    <a:pt x="1" y="8224"/>
                    <a:pt x="700" y="11790"/>
                    <a:pt x="3072" y="14162"/>
                  </a:cubicBezTo>
                  <a:cubicBezTo>
                    <a:pt x="4656" y="15747"/>
                    <a:pt x="6774" y="16585"/>
                    <a:pt x="8932" y="16585"/>
                  </a:cubicBezTo>
                  <a:cubicBezTo>
                    <a:pt x="10003" y="16585"/>
                    <a:pt x="11084" y="16378"/>
                    <a:pt x="12114" y="15953"/>
                  </a:cubicBezTo>
                  <a:cubicBezTo>
                    <a:pt x="15203" y="14674"/>
                    <a:pt x="17233" y="11654"/>
                    <a:pt x="17233" y="8293"/>
                  </a:cubicBezTo>
                  <a:cubicBezTo>
                    <a:pt x="17233" y="3720"/>
                    <a:pt x="13513" y="1"/>
                    <a:pt x="894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5000" bIns="45000" anchor="ctr">
              <a:noAutofit/>
            </a:bodyPr>
            <a:lstStyle/>
            <a:p>
              <a:endParaRPr lang="en-US" sz="1400" b="0" u="none" strike="noStrike">
                <a:solidFill>
                  <a:srgbClr val="000000"/>
                </a:solidFill>
                <a:effectLst/>
                <a:uFillTx/>
                <a:latin typeface="Arial"/>
              </a:endParaRPr>
            </a:p>
          </p:txBody>
        </p:sp>
        <p:sp>
          <p:nvSpPr>
            <p:cNvPr id="637" name="Google Shape;837;p 1"/>
            <p:cNvSpPr/>
            <p:nvPr/>
          </p:nvSpPr>
          <p:spPr>
            <a:xfrm>
              <a:off x="3723840" y="1821960"/>
              <a:ext cx="20880" cy="60120"/>
            </a:xfrm>
            <a:custGeom>
              <a:avLst/>
              <a:gdLst>
                <a:gd name="textAreaLeft" fmla="*/ 0 w 20880"/>
                <a:gd name="textAreaRight" fmla="*/ 21240 w 20880"/>
                <a:gd name="textAreaTop" fmla="*/ 0 h 60120"/>
                <a:gd name="textAreaBottom" fmla="*/ 60480 h 60120"/>
              </a:gdLst>
              <a:ahLst/>
              <a:cxnLst/>
              <a:rect l="textAreaLeft" t="textAreaTop" r="textAreaRight" b="textAreaBottom"/>
              <a:pathLst>
                <a:path w="3908" h="11176">
                  <a:moveTo>
                    <a:pt x="1963" y="0"/>
                  </a:moveTo>
                  <a:cubicBezTo>
                    <a:pt x="888" y="0"/>
                    <a:pt x="1" y="870"/>
                    <a:pt x="1" y="1962"/>
                  </a:cubicBezTo>
                  <a:lnTo>
                    <a:pt x="1" y="9281"/>
                  </a:lnTo>
                  <a:cubicBezTo>
                    <a:pt x="35" y="10339"/>
                    <a:pt x="905" y="11175"/>
                    <a:pt x="1963" y="11175"/>
                  </a:cubicBezTo>
                  <a:cubicBezTo>
                    <a:pt x="3021" y="11175"/>
                    <a:pt x="3874" y="10339"/>
                    <a:pt x="3908" y="9281"/>
                  </a:cubicBezTo>
                  <a:lnTo>
                    <a:pt x="3908" y="1962"/>
                  </a:lnTo>
                  <a:cubicBezTo>
                    <a:pt x="3908" y="870"/>
                    <a:pt x="3038" y="0"/>
                    <a:pt x="1963"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000000"/>
                </a:solidFill>
                <a:effectLst/>
                <a:uFillTx/>
                <a:latin typeface="Arial"/>
              </a:endParaRPr>
            </a:p>
          </p:txBody>
        </p:sp>
        <p:sp>
          <p:nvSpPr>
            <p:cNvPr id="638" name="Google Shape;838;p 1"/>
            <p:cNvSpPr/>
            <p:nvPr/>
          </p:nvSpPr>
          <p:spPr>
            <a:xfrm>
              <a:off x="3723840" y="2205360"/>
              <a:ext cx="20880" cy="60120"/>
            </a:xfrm>
            <a:custGeom>
              <a:avLst/>
              <a:gdLst>
                <a:gd name="textAreaLeft" fmla="*/ 0 w 20880"/>
                <a:gd name="textAreaRight" fmla="*/ 21240 w 20880"/>
                <a:gd name="textAreaTop" fmla="*/ 0 h 60120"/>
                <a:gd name="textAreaBottom" fmla="*/ 60480 h 60120"/>
              </a:gdLst>
              <a:ahLst/>
              <a:cxnLst/>
              <a:rect l="textAreaLeft" t="textAreaTop" r="textAreaRight" b="textAreaBottom"/>
              <a:pathLst>
                <a:path w="3908" h="11160">
                  <a:moveTo>
                    <a:pt x="1993" y="1"/>
                  </a:moveTo>
                  <a:cubicBezTo>
                    <a:pt x="1983" y="1"/>
                    <a:pt x="1973" y="1"/>
                    <a:pt x="1963" y="1"/>
                  </a:cubicBezTo>
                  <a:cubicBezTo>
                    <a:pt x="888" y="1"/>
                    <a:pt x="1" y="871"/>
                    <a:pt x="1" y="1946"/>
                  </a:cubicBezTo>
                  <a:lnTo>
                    <a:pt x="1" y="9282"/>
                  </a:lnTo>
                  <a:cubicBezTo>
                    <a:pt x="35" y="10323"/>
                    <a:pt x="905" y="11159"/>
                    <a:pt x="1963" y="11159"/>
                  </a:cubicBezTo>
                  <a:cubicBezTo>
                    <a:pt x="3021" y="11159"/>
                    <a:pt x="3874" y="10323"/>
                    <a:pt x="3908" y="9282"/>
                  </a:cubicBezTo>
                  <a:lnTo>
                    <a:pt x="3908" y="1946"/>
                  </a:lnTo>
                  <a:cubicBezTo>
                    <a:pt x="3908" y="881"/>
                    <a:pt x="3054" y="1"/>
                    <a:pt x="1993"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000000"/>
                </a:solidFill>
                <a:effectLst/>
                <a:uFillTx/>
                <a:latin typeface="Arial"/>
              </a:endParaRPr>
            </a:p>
          </p:txBody>
        </p:sp>
        <p:sp>
          <p:nvSpPr>
            <p:cNvPr id="639" name="Google Shape;839;p 1"/>
            <p:cNvSpPr/>
            <p:nvPr/>
          </p:nvSpPr>
          <p:spPr>
            <a:xfrm>
              <a:off x="3852720" y="1883880"/>
              <a:ext cx="42840" cy="40680"/>
            </a:xfrm>
            <a:custGeom>
              <a:avLst/>
              <a:gdLst>
                <a:gd name="textAreaLeft" fmla="*/ 0 w 42840"/>
                <a:gd name="textAreaRight" fmla="*/ 43200 w 42840"/>
                <a:gd name="textAreaTop" fmla="*/ 0 h 40680"/>
                <a:gd name="textAreaBottom" fmla="*/ 41040 h 40680"/>
              </a:gdLst>
              <a:ahLst/>
              <a:cxnLst/>
              <a:rect l="textAreaLeft" t="textAreaTop" r="textAreaRight" b="textAreaBottom"/>
              <a:pathLst>
                <a:path w="7935" h="7568">
                  <a:moveTo>
                    <a:pt x="5793" y="0"/>
                  </a:moveTo>
                  <a:cubicBezTo>
                    <a:pt x="5290" y="0"/>
                    <a:pt x="4786" y="192"/>
                    <a:pt x="4402" y="576"/>
                  </a:cubicBezTo>
                  <a:lnTo>
                    <a:pt x="768" y="4227"/>
                  </a:lnTo>
                  <a:cubicBezTo>
                    <a:pt x="0" y="4978"/>
                    <a:pt x="0" y="6224"/>
                    <a:pt x="751" y="6991"/>
                  </a:cubicBezTo>
                  <a:cubicBezTo>
                    <a:pt x="1135" y="7375"/>
                    <a:pt x="1638" y="7567"/>
                    <a:pt x="2142" y="7567"/>
                  </a:cubicBezTo>
                  <a:cubicBezTo>
                    <a:pt x="2645" y="7567"/>
                    <a:pt x="3148" y="7375"/>
                    <a:pt x="3532" y="6991"/>
                  </a:cubicBezTo>
                  <a:lnTo>
                    <a:pt x="7166" y="3340"/>
                  </a:lnTo>
                  <a:cubicBezTo>
                    <a:pt x="7934" y="2590"/>
                    <a:pt x="7934" y="1344"/>
                    <a:pt x="7166" y="576"/>
                  </a:cubicBezTo>
                  <a:lnTo>
                    <a:pt x="7183" y="576"/>
                  </a:lnTo>
                  <a:cubicBezTo>
                    <a:pt x="6799" y="192"/>
                    <a:pt x="6296" y="0"/>
                    <a:pt x="5793"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0520" bIns="20520" anchor="ctr">
              <a:noAutofit/>
            </a:bodyPr>
            <a:lstStyle/>
            <a:p>
              <a:endParaRPr lang="en-US" sz="1400" b="0" u="none" strike="noStrike">
                <a:solidFill>
                  <a:srgbClr val="000000"/>
                </a:solidFill>
                <a:effectLst/>
                <a:uFillTx/>
                <a:latin typeface="Arial"/>
              </a:endParaRPr>
            </a:p>
          </p:txBody>
        </p:sp>
        <p:sp>
          <p:nvSpPr>
            <p:cNvPr id="640" name="Google Shape;840;p 1"/>
            <p:cNvSpPr/>
            <p:nvPr/>
          </p:nvSpPr>
          <p:spPr>
            <a:xfrm>
              <a:off x="3573360" y="2163240"/>
              <a:ext cx="42840" cy="40680"/>
            </a:xfrm>
            <a:custGeom>
              <a:avLst/>
              <a:gdLst>
                <a:gd name="textAreaLeft" fmla="*/ 0 w 42840"/>
                <a:gd name="textAreaRight" fmla="*/ 43200 w 42840"/>
                <a:gd name="textAreaTop" fmla="*/ 0 h 40680"/>
                <a:gd name="textAreaBottom" fmla="*/ 41040 h 40680"/>
              </a:gdLst>
              <a:ahLst/>
              <a:cxnLst/>
              <a:rect l="textAreaLeft" t="textAreaTop" r="textAreaRight" b="textAreaBottom"/>
              <a:pathLst>
                <a:path w="7952" h="7572">
                  <a:moveTo>
                    <a:pt x="5795" y="0"/>
                  </a:moveTo>
                  <a:cubicBezTo>
                    <a:pt x="5294" y="0"/>
                    <a:pt x="4795" y="192"/>
                    <a:pt x="4420" y="576"/>
                  </a:cubicBezTo>
                  <a:lnTo>
                    <a:pt x="769" y="4227"/>
                  </a:lnTo>
                  <a:cubicBezTo>
                    <a:pt x="1" y="4995"/>
                    <a:pt x="1" y="6240"/>
                    <a:pt x="769" y="7008"/>
                  </a:cubicBezTo>
                  <a:cubicBezTo>
                    <a:pt x="1152" y="7384"/>
                    <a:pt x="1651" y="7571"/>
                    <a:pt x="2151" y="7571"/>
                  </a:cubicBezTo>
                  <a:cubicBezTo>
                    <a:pt x="2650" y="7571"/>
                    <a:pt x="3149" y="7384"/>
                    <a:pt x="3533" y="7008"/>
                  </a:cubicBezTo>
                  <a:lnTo>
                    <a:pt x="7184" y="3357"/>
                  </a:lnTo>
                  <a:cubicBezTo>
                    <a:pt x="7951" y="2589"/>
                    <a:pt x="7951" y="1344"/>
                    <a:pt x="7184" y="576"/>
                  </a:cubicBezTo>
                  <a:cubicBezTo>
                    <a:pt x="6800" y="192"/>
                    <a:pt x="6296" y="0"/>
                    <a:pt x="5795"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0520" bIns="20520" anchor="ctr">
              <a:noAutofit/>
            </a:bodyPr>
            <a:lstStyle/>
            <a:p>
              <a:endParaRPr lang="en-US" sz="1400" b="0" u="none" strike="noStrike">
                <a:solidFill>
                  <a:srgbClr val="000000"/>
                </a:solidFill>
                <a:effectLst/>
                <a:uFillTx/>
                <a:latin typeface="Arial"/>
              </a:endParaRPr>
            </a:p>
          </p:txBody>
        </p:sp>
        <p:sp>
          <p:nvSpPr>
            <p:cNvPr id="641" name="Google Shape;841;p 1"/>
            <p:cNvSpPr/>
            <p:nvPr/>
          </p:nvSpPr>
          <p:spPr>
            <a:xfrm>
              <a:off x="3573360" y="1883880"/>
              <a:ext cx="42840" cy="40680"/>
            </a:xfrm>
            <a:custGeom>
              <a:avLst/>
              <a:gdLst>
                <a:gd name="textAreaLeft" fmla="*/ 0 w 42840"/>
                <a:gd name="textAreaRight" fmla="*/ 43200 w 42840"/>
                <a:gd name="textAreaTop" fmla="*/ 0 h 40680"/>
                <a:gd name="textAreaBottom" fmla="*/ 41040 h 40680"/>
              </a:gdLst>
              <a:ahLst/>
              <a:cxnLst/>
              <a:rect l="textAreaLeft" t="textAreaTop" r="textAreaRight" b="textAreaBottom"/>
              <a:pathLst>
                <a:path w="7952" h="7555">
                  <a:moveTo>
                    <a:pt x="2151" y="0"/>
                  </a:moveTo>
                  <a:cubicBezTo>
                    <a:pt x="1651" y="0"/>
                    <a:pt x="1152" y="192"/>
                    <a:pt x="769" y="576"/>
                  </a:cubicBezTo>
                  <a:cubicBezTo>
                    <a:pt x="1" y="1344"/>
                    <a:pt x="1" y="2590"/>
                    <a:pt x="769" y="3340"/>
                  </a:cubicBezTo>
                  <a:lnTo>
                    <a:pt x="4420" y="6991"/>
                  </a:lnTo>
                  <a:cubicBezTo>
                    <a:pt x="4795" y="7367"/>
                    <a:pt x="5294" y="7554"/>
                    <a:pt x="5795" y="7554"/>
                  </a:cubicBezTo>
                  <a:cubicBezTo>
                    <a:pt x="6296" y="7554"/>
                    <a:pt x="6800" y="7367"/>
                    <a:pt x="7184" y="6991"/>
                  </a:cubicBezTo>
                  <a:cubicBezTo>
                    <a:pt x="7951" y="6224"/>
                    <a:pt x="7951" y="4978"/>
                    <a:pt x="7184" y="4210"/>
                  </a:cubicBezTo>
                  <a:lnTo>
                    <a:pt x="7184" y="4227"/>
                  </a:lnTo>
                  <a:lnTo>
                    <a:pt x="3533" y="576"/>
                  </a:lnTo>
                  <a:cubicBezTo>
                    <a:pt x="3149" y="192"/>
                    <a:pt x="2650" y="0"/>
                    <a:pt x="2151"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0520" bIns="20520" anchor="ctr">
              <a:noAutofit/>
            </a:bodyPr>
            <a:lstStyle/>
            <a:p>
              <a:endParaRPr lang="en-US" sz="1400" b="0" u="none" strike="noStrike">
                <a:solidFill>
                  <a:srgbClr val="000000"/>
                </a:solidFill>
                <a:effectLst/>
                <a:uFillTx/>
                <a:latin typeface="Arial"/>
              </a:endParaRPr>
            </a:p>
          </p:txBody>
        </p:sp>
        <p:sp>
          <p:nvSpPr>
            <p:cNvPr id="642" name="Google Shape;842;p 1"/>
            <p:cNvSpPr/>
            <p:nvPr/>
          </p:nvSpPr>
          <p:spPr>
            <a:xfrm>
              <a:off x="3852720" y="2163240"/>
              <a:ext cx="42840" cy="40680"/>
            </a:xfrm>
            <a:custGeom>
              <a:avLst/>
              <a:gdLst>
                <a:gd name="textAreaLeft" fmla="*/ 0 w 42840"/>
                <a:gd name="textAreaRight" fmla="*/ 43200 w 42840"/>
                <a:gd name="textAreaTop" fmla="*/ 0 h 40680"/>
                <a:gd name="textAreaBottom" fmla="*/ 41040 h 40680"/>
              </a:gdLst>
              <a:ahLst/>
              <a:cxnLst/>
              <a:rect l="textAreaLeft" t="textAreaTop" r="textAreaRight" b="textAreaBottom"/>
              <a:pathLst>
                <a:path w="7952" h="7559">
                  <a:moveTo>
                    <a:pt x="2144" y="0"/>
                  </a:moveTo>
                  <a:cubicBezTo>
                    <a:pt x="1643" y="0"/>
                    <a:pt x="1144" y="188"/>
                    <a:pt x="768" y="563"/>
                  </a:cubicBezTo>
                  <a:cubicBezTo>
                    <a:pt x="0" y="1331"/>
                    <a:pt x="0" y="2576"/>
                    <a:pt x="768" y="3344"/>
                  </a:cubicBezTo>
                  <a:lnTo>
                    <a:pt x="4402" y="6995"/>
                  </a:lnTo>
                  <a:cubicBezTo>
                    <a:pt x="4786" y="7371"/>
                    <a:pt x="5290" y="7558"/>
                    <a:pt x="5793" y="7558"/>
                  </a:cubicBezTo>
                  <a:cubicBezTo>
                    <a:pt x="6296" y="7558"/>
                    <a:pt x="6799" y="7371"/>
                    <a:pt x="7183" y="6995"/>
                  </a:cubicBezTo>
                  <a:cubicBezTo>
                    <a:pt x="7951" y="6227"/>
                    <a:pt x="7951" y="4982"/>
                    <a:pt x="7183" y="4214"/>
                  </a:cubicBezTo>
                  <a:lnTo>
                    <a:pt x="3532" y="563"/>
                  </a:lnTo>
                  <a:cubicBezTo>
                    <a:pt x="3148" y="188"/>
                    <a:pt x="2645" y="0"/>
                    <a:pt x="214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0520" bIns="20520" anchor="ctr">
              <a:noAutofit/>
            </a:bodyPr>
            <a:lstStyle/>
            <a:p>
              <a:endParaRPr lang="en-US" sz="1400" b="0" u="none" strike="noStrike">
                <a:solidFill>
                  <a:srgbClr val="000000"/>
                </a:solidFill>
                <a:effectLst/>
                <a:uFillTx/>
                <a:latin typeface="Arial"/>
              </a:endParaRPr>
            </a:p>
          </p:txBody>
        </p:sp>
      </p:grpSp>
      <p:sp>
        <p:nvSpPr>
          <p:cNvPr id="643" name="Google Shape;843;p 1"/>
          <p:cNvSpPr/>
          <p:nvPr/>
        </p:nvSpPr>
        <p:spPr>
          <a:xfrm>
            <a:off x="3405960" y="2663280"/>
            <a:ext cx="657000" cy="657000"/>
          </a:xfrm>
          <a:prstGeom prst="ellipse">
            <a:avLst/>
          </a:pr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nvGrpSpPr>
          <p:cNvPr id="644" name="Google Shape;844;p 1"/>
          <p:cNvGrpSpPr/>
          <p:nvPr/>
        </p:nvGrpSpPr>
        <p:grpSpPr>
          <a:xfrm>
            <a:off x="3524400" y="2781360"/>
            <a:ext cx="420120" cy="420840"/>
            <a:chOff x="3524400" y="2781360"/>
            <a:chExt cx="420120" cy="420840"/>
          </a:xfrm>
        </p:grpSpPr>
        <p:sp>
          <p:nvSpPr>
            <p:cNvPr id="645" name="Google Shape;845;p 1"/>
            <p:cNvSpPr/>
            <p:nvPr/>
          </p:nvSpPr>
          <p:spPr>
            <a:xfrm>
              <a:off x="3594240" y="2854080"/>
              <a:ext cx="280440" cy="288000"/>
            </a:xfrm>
            <a:custGeom>
              <a:avLst/>
              <a:gdLst>
                <a:gd name="textAreaLeft" fmla="*/ 0 w 280440"/>
                <a:gd name="textAreaRight" fmla="*/ 280800 w 280440"/>
                <a:gd name="textAreaTop" fmla="*/ 0 h 288000"/>
                <a:gd name="textAreaBottom" fmla="*/ 288360 h 288000"/>
              </a:gdLst>
              <a:ahLst/>
              <a:cxnLst/>
              <a:rect l="textAreaLeft" t="textAreaTop" r="textAreaRight" b="textAreaBottom"/>
              <a:pathLst>
                <a:path w="54615" h="56048">
                  <a:moveTo>
                    <a:pt x="22986" y="2834"/>
                  </a:moveTo>
                  <a:cubicBezTo>
                    <a:pt x="24845" y="2834"/>
                    <a:pt x="26096" y="3960"/>
                    <a:pt x="26309" y="4163"/>
                  </a:cubicBezTo>
                  <a:cubicBezTo>
                    <a:pt x="26565" y="4436"/>
                    <a:pt x="26923" y="4573"/>
                    <a:pt x="27299" y="4573"/>
                  </a:cubicBezTo>
                  <a:lnTo>
                    <a:pt x="27333" y="4573"/>
                  </a:lnTo>
                  <a:cubicBezTo>
                    <a:pt x="27708" y="4573"/>
                    <a:pt x="28066" y="4436"/>
                    <a:pt x="28339" y="4180"/>
                  </a:cubicBezTo>
                  <a:cubicBezTo>
                    <a:pt x="28553" y="3967"/>
                    <a:pt x="29800" y="2835"/>
                    <a:pt x="31659" y="2835"/>
                  </a:cubicBezTo>
                  <a:cubicBezTo>
                    <a:pt x="32924" y="2835"/>
                    <a:pt x="34472" y="3358"/>
                    <a:pt x="36171" y="5050"/>
                  </a:cubicBezTo>
                  <a:cubicBezTo>
                    <a:pt x="36438" y="5317"/>
                    <a:pt x="36799" y="5459"/>
                    <a:pt x="37172" y="5459"/>
                  </a:cubicBezTo>
                  <a:cubicBezTo>
                    <a:pt x="37276" y="5459"/>
                    <a:pt x="37380" y="5448"/>
                    <a:pt x="37484" y="5426"/>
                  </a:cubicBezTo>
                  <a:cubicBezTo>
                    <a:pt x="37542" y="5414"/>
                    <a:pt x="37700" y="5386"/>
                    <a:pt x="37925" y="5386"/>
                  </a:cubicBezTo>
                  <a:cubicBezTo>
                    <a:pt x="38690" y="5386"/>
                    <a:pt x="40228" y="5715"/>
                    <a:pt x="41204" y="8156"/>
                  </a:cubicBezTo>
                  <a:cubicBezTo>
                    <a:pt x="41426" y="8685"/>
                    <a:pt x="41937" y="9043"/>
                    <a:pt x="42518" y="9043"/>
                  </a:cubicBezTo>
                  <a:cubicBezTo>
                    <a:pt x="43882" y="9162"/>
                    <a:pt x="45162" y="9794"/>
                    <a:pt x="46083" y="10817"/>
                  </a:cubicBezTo>
                  <a:cubicBezTo>
                    <a:pt x="47807" y="12660"/>
                    <a:pt x="48557" y="15850"/>
                    <a:pt x="48250" y="20030"/>
                  </a:cubicBezTo>
                  <a:cubicBezTo>
                    <a:pt x="48233" y="20338"/>
                    <a:pt x="48318" y="20645"/>
                    <a:pt x="48489" y="20918"/>
                  </a:cubicBezTo>
                  <a:cubicBezTo>
                    <a:pt x="48950" y="21617"/>
                    <a:pt x="52823" y="27930"/>
                    <a:pt x="46203" y="32349"/>
                  </a:cubicBezTo>
                  <a:lnTo>
                    <a:pt x="46186" y="32349"/>
                  </a:lnTo>
                  <a:cubicBezTo>
                    <a:pt x="45691" y="32673"/>
                    <a:pt x="45452" y="33287"/>
                    <a:pt x="45606" y="33850"/>
                  </a:cubicBezTo>
                  <a:cubicBezTo>
                    <a:pt x="45657" y="34106"/>
                    <a:pt x="47005" y="39890"/>
                    <a:pt x="41955" y="42040"/>
                  </a:cubicBezTo>
                  <a:cubicBezTo>
                    <a:pt x="41272" y="42330"/>
                    <a:pt x="40931" y="43098"/>
                    <a:pt x="41170" y="43797"/>
                  </a:cubicBezTo>
                  <a:cubicBezTo>
                    <a:pt x="41170" y="43814"/>
                    <a:pt x="41750" y="45674"/>
                    <a:pt x="40999" y="46919"/>
                  </a:cubicBezTo>
                  <a:cubicBezTo>
                    <a:pt x="40590" y="47585"/>
                    <a:pt x="39839" y="48011"/>
                    <a:pt x="38696" y="48199"/>
                  </a:cubicBezTo>
                  <a:cubicBezTo>
                    <a:pt x="38286" y="48267"/>
                    <a:pt x="37928" y="48523"/>
                    <a:pt x="37723" y="48882"/>
                  </a:cubicBezTo>
                  <a:cubicBezTo>
                    <a:pt x="37007" y="50093"/>
                    <a:pt x="34686" y="53232"/>
                    <a:pt x="32434" y="53232"/>
                  </a:cubicBezTo>
                  <a:lnTo>
                    <a:pt x="32383" y="53232"/>
                  </a:lnTo>
                  <a:cubicBezTo>
                    <a:pt x="31086" y="53215"/>
                    <a:pt x="29790" y="52072"/>
                    <a:pt x="28578" y="49820"/>
                  </a:cubicBezTo>
                  <a:cubicBezTo>
                    <a:pt x="28305" y="49359"/>
                    <a:pt x="27811" y="49086"/>
                    <a:pt x="27299" y="49086"/>
                  </a:cubicBezTo>
                  <a:cubicBezTo>
                    <a:pt x="26770" y="49086"/>
                    <a:pt x="26292" y="49359"/>
                    <a:pt x="26053" y="49820"/>
                  </a:cubicBezTo>
                  <a:cubicBezTo>
                    <a:pt x="24825" y="52055"/>
                    <a:pt x="23545" y="53215"/>
                    <a:pt x="22231" y="53232"/>
                  </a:cubicBezTo>
                  <a:lnTo>
                    <a:pt x="22197" y="53232"/>
                  </a:lnTo>
                  <a:cubicBezTo>
                    <a:pt x="19945" y="53232"/>
                    <a:pt x="17608" y="50110"/>
                    <a:pt x="16908" y="48899"/>
                  </a:cubicBezTo>
                  <a:cubicBezTo>
                    <a:pt x="16686" y="48523"/>
                    <a:pt x="16328" y="48284"/>
                    <a:pt x="15919" y="48216"/>
                  </a:cubicBezTo>
                  <a:cubicBezTo>
                    <a:pt x="14793" y="48028"/>
                    <a:pt x="14042" y="47602"/>
                    <a:pt x="13632" y="46937"/>
                  </a:cubicBezTo>
                  <a:cubicBezTo>
                    <a:pt x="12984" y="45879"/>
                    <a:pt x="13291" y="44309"/>
                    <a:pt x="13445" y="43797"/>
                  </a:cubicBezTo>
                  <a:cubicBezTo>
                    <a:pt x="13684" y="43098"/>
                    <a:pt x="13342" y="42330"/>
                    <a:pt x="12660" y="42040"/>
                  </a:cubicBezTo>
                  <a:cubicBezTo>
                    <a:pt x="7627" y="39890"/>
                    <a:pt x="8958" y="34106"/>
                    <a:pt x="9009" y="33867"/>
                  </a:cubicBezTo>
                  <a:cubicBezTo>
                    <a:pt x="9162" y="33287"/>
                    <a:pt x="8923" y="32673"/>
                    <a:pt x="8429" y="32349"/>
                  </a:cubicBezTo>
                  <a:cubicBezTo>
                    <a:pt x="1809" y="27930"/>
                    <a:pt x="5682" y="21617"/>
                    <a:pt x="6142" y="20918"/>
                  </a:cubicBezTo>
                  <a:cubicBezTo>
                    <a:pt x="6313" y="20645"/>
                    <a:pt x="6398" y="20338"/>
                    <a:pt x="6381" y="20030"/>
                  </a:cubicBezTo>
                  <a:cubicBezTo>
                    <a:pt x="6091" y="15867"/>
                    <a:pt x="6825" y="12694"/>
                    <a:pt x="8514" y="10851"/>
                  </a:cubicBezTo>
                  <a:cubicBezTo>
                    <a:pt x="9435" y="9811"/>
                    <a:pt x="10732" y="9162"/>
                    <a:pt x="12131" y="9043"/>
                  </a:cubicBezTo>
                  <a:cubicBezTo>
                    <a:pt x="12694" y="9043"/>
                    <a:pt x="13223" y="8685"/>
                    <a:pt x="13428" y="8156"/>
                  </a:cubicBezTo>
                  <a:cubicBezTo>
                    <a:pt x="14409" y="5702"/>
                    <a:pt x="15968" y="5393"/>
                    <a:pt x="16726" y="5393"/>
                  </a:cubicBezTo>
                  <a:cubicBezTo>
                    <a:pt x="16943" y="5393"/>
                    <a:pt x="17094" y="5418"/>
                    <a:pt x="17147" y="5426"/>
                  </a:cubicBezTo>
                  <a:cubicBezTo>
                    <a:pt x="17260" y="5454"/>
                    <a:pt x="17376" y="5468"/>
                    <a:pt x="17490" y="5468"/>
                  </a:cubicBezTo>
                  <a:cubicBezTo>
                    <a:pt x="17858" y="5468"/>
                    <a:pt x="18218" y="5324"/>
                    <a:pt x="18478" y="5050"/>
                  </a:cubicBezTo>
                  <a:cubicBezTo>
                    <a:pt x="20172" y="3357"/>
                    <a:pt x="21720" y="2834"/>
                    <a:pt x="22986" y="2834"/>
                  </a:cubicBezTo>
                  <a:close/>
                  <a:moveTo>
                    <a:pt x="22933" y="1"/>
                  </a:moveTo>
                  <a:cubicBezTo>
                    <a:pt x="21243" y="1"/>
                    <a:pt x="19171" y="583"/>
                    <a:pt x="16994" y="2577"/>
                  </a:cubicBezTo>
                  <a:cubicBezTo>
                    <a:pt x="16906" y="2572"/>
                    <a:pt x="16815" y="2570"/>
                    <a:pt x="16723" y="2570"/>
                  </a:cubicBezTo>
                  <a:cubicBezTo>
                    <a:pt x="15026" y="2570"/>
                    <a:pt x="12647" y="3353"/>
                    <a:pt x="11159" y="6330"/>
                  </a:cubicBezTo>
                  <a:cubicBezTo>
                    <a:pt x="9367" y="6654"/>
                    <a:pt x="7712" y="7541"/>
                    <a:pt x="6484" y="8889"/>
                  </a:cubicBezTo>
                  <a:cubicBezTo>
                    <a:pt x="4249" y="11278"/>
                    <a:pt x="3259" y="14929"/>
                    <a:pt x="3532" y="19757"/>
                  </a:cubicBezTo>
                  <a:cubicBezTo>
                    <a:pt x="1587" y="22999"/>
                    <a:pt x="0" y="29517"/>
                    <a:pt x="6091" y="34140"/>
                  </a:cubicBezTo>
                  <a:cubicBezTo>
                    <a:pt x="5682" y="37024"/>
                    <a:pt x="6228" y="41665"/>
                    <a:pt x="10493" y="44121"/>
                  </a:cubicBezTo>
                  <a:cubicBezTo>
                    <a:pt x="10340" y="45230"/>
                    <a:pt x="10322" y="46885"/>
                    <a:pt x="11210" y="48387"/>
                  </a:cubicBezTo>
                  <a:cubicBezTo>
                    <a:pt x="11960" y="49632"/>
                    <a:pt x="13172" y="50451"/>
                    <a:pt x="14810" y="50861"/>
                  </a:cubicBezTo>
                  <a:cubicBezTo>
                    <a:pt x="15782" y="52345"/>
                    <a:pt x="18580" y="56047"/>
                    <a:pt x="22197" y="56047"/>
                  </a:cubicBezTo>
                  <a:lnTo>
                    <a:pt x="22266" y="56047"/>
                  </a:lnTo>
                  <a:cubicBezTo>
                    <a:pt x="24142" y="56013"/>
                    <a:pt x="25831" y="55024"/>
                    <a:pt x="27316" y="53079"/>
                  </a:cubicBezTo>
                  <a:cubicBezTo>
                    <a:pt x="28783" y="55024"/>
                    <a:pt x="30472" y="56013"/>
                    <a:pt x="32349" y="56047"/>
                  </a:cubicBezTo>
                  <a:lnTo>
                    <a:pt x="32417" y="56047"/>
                  </a:lnTo>
                  <a:cubicBezTo>
                    <a:pt x="36034" y="56047"/>
                    <a:pt x="38832" y="52345"/>
                    <a:pt x="39822" y="50861"/>
                  </a:cubicBezTo>
                  <a:cubicBezTo>
                    <a:pt x="41460" y="50451"/>
                    <a:pt x="42654" y="49632"/>
                    <a:pt x="43405" y="48387"/>
                  </a:cubicBezTo>
                  <a:cubicBezTo>
                    <a:pt x="44309" y="46885"/>
                    <a:pt x="44292" y="45230"/>
                    <a:pt x="44121" y="44121"/>
                  </a:cubicBezTo>
                  <a:cubicBezTo>
                    <a:pt x="48387" y="41665"/>
                    <a:pt x="48933" y="37024"/>
                    <a:pt x="48523" y="34140"/>
                  </a:cubicBezTo>
                  <a:cubicBezTo>
                    <a:pt x="54614" y="29517"/>
                    <a:pt x="53027" y="22999"/>
                    <a:pt x="51082" y="19757"/>
                  </a:cubicBezTo>
                  <a:lnTo>
                    <a:pt x="51100" y="19757"/>
                  </a:lnTo>
                  <a:cubicBezTo>
                    <a:pt x="51355" y="14929"/>
                    <a:pt x="50366" y="11278"/>
                    <a:pt x="48148" y="8889"/>
                  </a:cubicBezTo>
                  <a:cubicBezTo>
                    <a:pt x="46902" y="7541"/>
                    <a:pt x="45264" y="6654"/>
                    <a:pt x="43473" y="6330"/>
                  </a:cubicBezTo>
                  <a:cubicBezTo>
                    <a:pt x="41983" y="3366"/>
                    <a:pt x="39585" y="2570"/>
                    <a:pt x="37901" y="2570"/>
                  </a:cubicBezTo>
                  <a:cubicBezTo>
                    <a:pt x="37811" y="2570"/>
                    <a:pt x="37723" y="2572"/>
                    <a:pt x="37638" y="2577"/>
                  </a:cubicBezTo>
                  <a:cubicBezTo>
                    <a:pt x="35446" y="594"/>
                    <a:pt x="33360" y="7"/>
                    <a:pt x="31664" y="7"/>
                  </a:cubicBezTo>
                  <a:cubicBezTo>
                    <a:pt x="31010" y="7"/>
                    <a:pt x="30414" y="94"/>
                    <a:pt x="29892" y="222"/>
                  </a:cubicBezTo>
                  <a:cubicBezTo>
                    <a:pt x="28971" y="461"/>
                    <a:pt x="28101" y="853"/>
                    <a:pt x="27316" y="1382"/>
                  </a:cubicBezTo>
                  <a:cubicBezTo>
                    <a:pt x="26531" y="853"/>
                    <a:pt x="25661" y="461"/>
                    <a:pt x="24739" y="222"/>
                  </a:cubicBezTo>
                  <a:cubicBezTo>
                    <a:pt x="24208" y="92"/>
                    <a:pt x="23600" y="1"/>
                    <a:pt x="22933"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46" name="Google Shape;846;p 1"/>
            <p:cNvSpPr/>
            <p:nvPr/>
          </p:nvSpPr>
          <p:spPr>
            <a:xfrm>
              <a:off x="3648240" y="2885760"/>
              <a:ext cx="42480" cy="46440"/>
            </a:xfrm>
            <a:custGeom>
              <a:avLst/>
              <a:gdLst>
                <a:gd name="textAreaLeft" fmla="*/ 0 w 42480"/>
                <a:gd name="textAreaRight" fmla="*/ 42840 w 42480"/>
                <a:gd name="textAreaTop" fmla="*/ 0 h 46440"/>
                <a:gd name="textAreaBottom" fmla="*/ 46800 h 46440"/>
              </a:gdLst>
              <a:ahLst/>
              <a:cxnLst/>
              <a:rect l="textAreaLeft" t="textAreaTop" r="textAreaRight" b="textAreaBottom"/>
              <a:pathLst>
                <a:path w="8361" h="9079">
                  <a:moveTo>
                    <a:pt x="1601" y="0"/>
                  </a:moveTo>
                  <a:cubicBezTo>
                    <a:pt x="1002" y="0"/>
                    <a:pt x="448" y="372"/>
                    <a:pt x="256" y="974"/>
                  </a:cubicBezTo>
                  <a:cubicBezTo>
                    <a:pt x="0" y="1708"/>
                    <a:pt x="410" y="2510"/>
                    <a:pt x="1143" y="2749"/>
                  </a:cubicBezTo>
                  <a:cubicBezTo>
                    <a:pt x="5392" y="4165"/>
                    <a:pt x="5528" y="7509"/>
                    <a:pt x="5545" y="7679"/>
                  </a:cubicBezTo>
                  <a:cubicBezTo>
                    <a:pt x="5545" y="8454"/>
                    <a:pt x="6160" y="9079"/>
                    <a:pt x="6930" y="9079"/>
                  </a:cubicBezTo>
                  <a:cubicBezTo>
                    <a:pt x="6941" y="9079"/>
                    <a:pt x="6951" y="9079"/>
                    <a:pt x="6961" y="9078"/>
                  </a:cubicBezTo>
                  <a:cubicBezTo>
                    <a:pt x="7729" y="9078"/>
                    <a:pt x="8360" y="8447"/>
                    <a:pt x="8360" y="7662"/>
                  </a:cubicBezTo>
                  <a:cubicBezTo>
                    <a:pt x="8360" y="7440"/>
                    <a:pt x="8292" y="2168"/>
                    <a:pt x="2048" y="70"/>
                  </a:cubicBezTo>
                  <a:cubicBezTo>
                    <a:pt x="1899" y="23"/>
                    <a:pt x="1749" y="0"/>
                    <a:pt x="1601"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3400" bIns="23400" anchor="ctr">
              <a:noAutofit/>
            </a:bodyPr>
            <a:lstStyle/>
            <a:p>
              <a:endParaRPr lang="en-US" sz="1400" b="0" u="none" strike="noStrike">
                <a:solidFill>
                  <a:srgbClr val="000000"/>
                </a:solidFill>
                <a:effectLst/>
                <a:uFillTx/>
                <a:latin typeface="Arial"/>
              </a:endParaRPr>
            </a:p>
          </p:txBody>
        </p:sp>
        <p:sp>
          <p:nvSpPr>
            <p:cNvPr id="647" name="Google Shape;847;p 1"/>
            <p:cNvSpPr/>
            <p:nvPr/>
          </p:nvSpPr>
          <p:spPr>
            <a:xfrm>
              <a:off x="3623400" y="3005280"/>
              <a:ext cx="63720" cy="36000"/>
            </a:xfrm>
            <a:custGeom>
              <a:avLst/>
              <a:gdLst>
                <a:gd name="textAreaLeft" fmla="*/ 0 w 63720"/>
                <a:gd name="textAreaRight" fmla="*/ 64080 w 63720"/>
                <a:gd name="textAreaTop" fmla="*/ 0 h 36000"/>
                <a:gd name="textAreaBottom" fmla="*/ 36360 h 36000"/>
              </a:gdLst>
              <a:ahLst/>
              <a:cxnLst/>
              <a:rect l="textAreaLeft" t="textAreaTop" r="textAreaRight" b="textAreaBottom"/>
              <a:pathLst>
                <a:path w="12492" h="7085">
                  <a:moveTo>
                    <a:pt x="10892" y="1"/>
                  </a:moveTo>
                  <a:cubicBezTo>
                    <a:pt x="10320" y="1"/>
                    <a:pt x="9787" y="355"/>
                    <a:pt x="9574" y="926"/>
                  </a:cubicBezTo>
                  <a:cubicBezTo>
                    <a:pt x="9574" y="960"/>
                    <a:pt x="8534" y="3587"/>
                    <a:pt x="6606" y="4150"/>
                  </a:cubicBezTo>
                  <a:cubicBezTo>
                    <a:pt x="6370" y="4223"/>
                    <a:pt x="6124" y="4258"/>
                    <a:pt x="5867" y="4258"/>
                  </a:cubicBezTo>
                  <a:cubicBezTo>
                    <a:pt x="4969" y="4258"/>
                    <a:pt x="3945" y="3822"/>
                    <a:pt x="2818" y="2973"/>
                  </a:cubicBezTo>
                  <a:cubicBezTo>
                    <a:pt x="2546" y="2783"/>
                    <a:pt x="2269" y="2701"/>
                    <a:pt x="2007" y="2701"/>
                  </a:cubicBezTo>
                  <a:cubicBezTo>
                    <a:pt x="858" y="2701"/>
                    <a:pt x="0" y="4277"/>
                    <a:pt x="1112" y="5208"/>
                  </a:cubicBezTo>
                  <a:cubicBezTo>
                    <a:pt x="2750" y="6454"/>
                    <a:pt x="4336" y="7085"/>
                    <a:pt x="5855" y="7085"/>
                  </a:cubicBezTo>
                  <a:cubicBezTo>
                    <a:pt x="6384" y="7085"/>
                    <a:pt x="6896" y="7017"/>
                    <a:pt x="7407" y="6863"/>
                  </a:cubicBezTo>
                  <a:cubicBezTo>
                    <a:pt x="10717" y="5908"/>
                    <a:pt x="12168" y="2069"/>
                    <a:pt x="12236" y="1915"/>
                  </a:cubicBezTo>
                  <a:cubicBezTo>
                    <a:pt x="12492" y="1182"/>
                    <a:pt x="12116" y="363"/>
                    <a:pt x="11400" y="107"/>
                  </a:cubicBezTo>
                  <a:lnTo>
                    <a:pt x="11383" y="90"/>
                  </a:lnTo>
                  <a:cubicBezTo>
                    <a:pt x="11220" y="29"/>
                    <a:pt x="11054" y="1"/>
                    <a:pt x="10892"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8000" bIns="18000" anchor="ctr">
              <a:noAutofit/>
            </a:bodyPr>
            <a:lstStyle/>
            <a:p>
              <a:endParaRPr lang="en-US" sz="1400" b="0" u="none" strike="noStrike">
                <a:solidFill>
                  <a:srgbClr val="000000"/>
                </a:solidFill>
                <a:effectLst/>
                <a:uFillTx/>
                <a:latin typeface="Arial"/>
              </a:endParaRPr>
            </a:p>
          </p:txBody>
        </p:sp>
        <p:sp>
          <p:nvSpPr>
            <p:cNvPr id="648" name="Google Shape;848;p 1"/>
            <p:cNvSpPr/>
            <p:nvPr/>
          </p:nvSpPr>
          <p:spPr>
            <a:xfrm>
              <a:off x="3676320" y="3051360"/>
              <a:ext cx="33840" cy="50760"/>
            </a:xfrm>
            <a:custGeom>
              <a:avLst/>
              <a:gdLst>
                <a:gd name="textAreaLeft" fmla="*/ 0 w 33840"/>
                <a:gd name="textAreaRight" fmla="*/ 34200 w 33840"/>
                <a:gd name="textAreaTop" fmla="*/ 0 h 50760"/>
                <a:gd name="textAreaBottom" fmla="*/ 51120 h 50760"/>
              </a:gdLst>
              <a:ahLst/>
              <a:cxnLst/>
              <a:rect l="textAreaLeft" t="textAreaTop" r="textAreaRight" b="textAreaBottom"/>
              <a:pathLst>
                <a:path w="6638" h="9961">
                  <a:moveTo>
                    <a:pt x="5094" y="1"/>
                  </a:moveTo>
                  <a:cubicBezTo>
                    <a:pt x="4731" y="1"/>
                    <a:pt x="4369" y="142"/>
                    <a:pt x="4096" y="423"/>
                  </a:cubicBezTo>
                  <a:cubicBezTo>
                    <a:pt x="1" y="4501"/>
                    <a:pt x="990" y="8732"/>
                    <a:pt x="1042" y="8903"/>
                  </a:cubicBezTo>
                  <a:cubicBezTo>
                    <a:pt x="1195" y="9534"/>
                    <a:pt x="1758" y="9961"/>
                    <a:pt x="2406" y="9961"/>
                  </a:cubicBezTo>
                  <a:cubicBezTo>
                    <a:pt x="2509" y="9961"/>
                    <a:pt x="2628" y="9961"/>
                    <a:pt x="2731" y="9926"/>
                  </a:cubicBezTo>
                  <a:cubicBezTo>
                    <a:pt x="3481" y="9739"/>
                    <a:pt x="3959" y="8988"/>
                    <a:pt x="3788" y="8237"/>
                  </a:cubicBezTo>
                  <a:cubicBezTo>
                    <a:pt x="3754" y="8118"/>
                    <a:pt x="3174" y="5337"/>
                    <a:pt x="6092" y="2419"/>
                  </a:cubicBezTo>
                  <a:cubicBezTo>
                    <a:pt x="6638" y="1873"/>
                    <a:pt x="6638" y="969"/>
                    <a:pt x="6092" y="423"/>
                  </a:cubicBezTo>
                  <a:cubicBezTo>
                    <a:pt x="5819" y="142"/>
                    <a:pt x="5456" y="1"/>
                    <a:pt x="5094"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5560" bIns="25560" anchor="ctr">
              <a:noAutofit/>
            </a:bodyPr>
            <a:lstStyle/>
            <a:p>
              <a:endParaRPr lang="en-US" sz="1400" b="0" u="none" strike="noStrike">
                <a:solidFill>
                  <a:srgbClr val="000000"/>
                </a:solidFill>
                <a:effectLst/>
                <a:uFillTx/>
                <a:latin typeface="Arial"/>
              </a:endParaRPr>
            </a:p>
          </p:txBody>
        </p:sp>
        <p:sp>
          <p:nvSpPr>
            <p:cNvPr id="649" name="Google Shape;849;p 1"/>
            <p:cNvSpPr/>
            <p:nvPr/>
          </p:nvSpPr>
          <p:spPr>
            <a:xfrm>
              <a:off x="3628800" y="2949480"/>
              <a:ext cx="95400" cy="35640"/>
            </a:xfrm>
            <a:custGeom>
              <a:avLst/>
              <a:gdLst>
                <a:gd name="textAreaLeft" fmla="*/ 0 w 95400"/>
                <a:gd name="textAreaRight" fmla="*/ 95760 w 95400"/>
                <a:gd name="textAreaTop" fmla="*/ 0 h 35640"/>
                <a:gd name="textAreaBottom" fmla="*/ 36000 h 35640"/>
              </a:gdLst>
              <a:ahLst/>
              <a:cxnLst/>
              <a:rect l="textAreaLeft" t="textAreaTop" r="textAreaRight" b="textAreaBottom"/>
              <a:pathLst>
                <a:path w="18630" h="7006">
                  <a:moveTo>
                    <a:pt x="16323" y="0"/>
                  </a:moveTo>
                  <a:cubicBezTo>
                    <a:pt x="15179" y="0"/>
                    <a:pt x="14222" y="754"/>
                    <a:pt x="13358" y="1443"/>
                  </a:cubicBezTo>
                  <a:cubicBezTo>
                    <a:pt x="12146" y="2450"/>
                    <a:pt x="10798" y="3252"/>
                    <a:pt x="9348" y="3849"/>
                  </a:cubicBezTo>
                  <a:cubicBezTo>
                    <a:pt x="8788" y="4073"/>
                    <a:pt x="8243" y="4167"/>
                    <a:pt x="7722" y="4167"/>
                  </a:cubicBezTo>
                  <a:cubicBezTo>
                    <a:pt x="5064" y="4167"/>
                    <a:pt x="3033" y="1725"/>
                    <a:pt x="2933" y="1597"/>
                  </a:cubicBezTo>
                  <a:cubicBezTo>
                    <a:pt x="2627" y="1269"/>
                    <a:pt x="2267" y="1130"/>
                    <a:pt x="1920" y="1130"/>
                  </a:cubicBezTo>
                  <a:cubicBezTo>
                    <a:pt x="912" y="1130"/>
                    <a:pt x="1" y="2293"/>
                    <a:pt x="749" y="3371"/>
                  </a:cubicBezTo>
                  <a:cubicBezTo>
                    <a:pt x="886" y="3542"/>
                    <a:pt x="3718" y="7005"/>
                    <a:pt x="7710" y="7005"/>
                  </a:cubicBezTo>
                  <a:cubicBezTo>
                    <a:pt x="8632" y="7005"/>
                    <a:pt x="9553" y="6818"/>
                    <a:pt x="10406" y="6476"/>
                  </a:cubicBezTo>
                  <a:cubicBezTo>
                    <a:pt x="12095" y="5777"/>
                    <a:pt x="13682" y="4839"/>
                    <a:pt x="15098" y="3661"/>
                  </a:cubicBezTo>
                  <a:cubicBezTo>
                    <a:pt x="15541" y="3320"/>
                    <a:pt x="16139" y="2859"/>
                    <a:pt x="16309" y="2825"/>
                  </a:cubicBezTo>
                  <a:cubicBezTo>
                    <a:pt x="16343" y="2842"/>
                    <a:pt x="16360" y="2842"/>
                    <a:pt x="16395" y="2859"/>
                  </a:cubicBezTo>
                  <a:cubicBezTo>
                    <a:pt x="16598" y="2959"/>
                    <a:pt x="16813" y="3006"/>
                    <a:pt x="17024" y="3006"/>
                  </a:cubicBezTo>
                  <a:cubicBezTo>
                    <a:pt x="17540" y="3006"/>
                    <a:pt x="18034" y="2724"/>
                    <a:pt x="18288" y="2228"/>
                  </a:cubicBezTo>
                  <a:cubicBezTo>
                    <a:pt x="18630" y="1529"/>
                    <a:pt x="18357" y="676"/>
                    <a:pt x="17657" y="334"/>
                  </a:cubicBezTo>
                  <a:lnTo>
                    <a:pt x="17640" y="334"/>
                  </a:lnTo>
                  <a:cubicBezTo>
                    <a:pt x="17174" y="99"/>
                    <a:pt x="16736" y="0"/>
                    <a:pt x="16323"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8000" bIns="18000" anchor="ctr">
              <a:noAutofit/>
            </a:bodyPr>
            <a:lstStyle/>
            <a:p>
              <a:endParaRPr lang="en-US" sz="1400" b="0" u="none" strike="noStrike">
                <a:solidFill>
                  <a:srgbClr val="000000"/>
                </a:solidFill>
                <a:effectLst/>
                <a:uFillTx/>
                <a:latin typeface="Arial"/>
              </a:endParaRPr>
            </a:p>
          </p:txBody>
        </p:sp>
        <p:sp>
          <p:nvSpPr>
            <p:cNvPr id="650" name="Google Shape;850;p 1"/>
            <p:cNvSpPr/>
            <p:nvPr/>
          </p:nvSpPr>
          <p:spPr>
            <a:xfrm>
              <a:off x="3777840" y="2886120"/>
              <a:ext cx="42480" cy="46440"/>
            </a:xfrm>
            <a:custGeom>
              <a:avLst/>
              <a:gdLst>
                <a:gd name="textAreaLeft" fmla="*/ 0 w 42480"/>
                <a:gd name="textAreaRight" fmla="*/ 42840 w 42480"/>
                <a:gd name="textAreaTop" fmla="*/ 0 h 46440"/>
                <a:gd name="textAreaBottom" fmla="*/ 46800 h 46440"/>
              </a:gdLst>
              <a:ahLst/>
              <a:cxnLst/>
              <a:rect l="textAreaLeft" t="textAreaTop" r="textAreaRight" b="textAreaBottom"/>
              <a:pathLst>
                <a:path w="8344" h="9071">
                  <a:moveTo>
                    <a:pt x="6773" y="1"/>
                  </a:moveTo>
                  <a:cubicBezTo>
                    <a:pt x="6620" y="1"/>
                    <a:pt x="6465" y="26"/>
                    <a:pt x="6313" y="79"/>
                  </a:cubicBezTo>
                  <a:cubicBezTo>
                    <a:pt x="68" y="2160"/>
                    <a:pt x="0" y="7432"/>
                    <a:pt x="0" y="7654"/>
                  </a:cubicBezTo>
                  <a:cubicBezTo>
                    <a:pt x="0" y="8439"/>
                    <a:pt x="614" y="9053"/>
                    <a:pt x="1399" y="9070"/>
                  </a:cubicBezTo>
                  <a:cubicBezTo>
                    <a:pt x="2167" y="9053"/>
                    <a:pt x="2798" y="8439"/>
                    <a:pt x="2815" y="7671"/>
                  </a:cubicBezTo>
                  <a:cubicBezTo>
                    <a:pt x="2815" y="7535"/>
                    <a:pt x="2935" y="4174"/>
                    <a:pt x="7217" y="2758"/>
                  </a:cubicBezTo>
                  <a:cubicBezTo>
                    <a:pt x="7951" y="2502"/>
                    <a:pt x="8343" y="1700"/>
                    <a:pt x="8104" y="966"/>
                  </a:cubicBezTo>
                  <a:cubicBezTo>
                    <a:pt x="7915" y="371"/>
                    <a:pt x="7361" y="1"/>
                    <a:pt x="6773"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3400" bIns="23400" anchor="ctr">
              <a:noAutofit/>
            </a:bodyPr>
            <a:lstStyle/>
            <a:p>
              <a:endParaRPr lang="en-US" sz="1400" b="0" u="none" strike="noStrike">
                <a:solidFill>
                  <a:srgbClr val="000000"/>
                </a:solidFill>
                <a:effectLst/>
                <a:uFillTx/>
                <a:latin typeface="Arial"/>
              </a:endParaRPr>
            </a:p>
          </p:txBody>
        </p:sp>
        <p:sp>
          <p:nvSpPr>
            <p:cNvPr id="651" name="Google Shape;851;p 1"/>
            <p:cNvSpPr/>
            <p:nvPr/>
          </p:nvSpPr>
          <p:spPr>
            <a:xfrm>
              <a:off x="3781800" y="3005640"/>
              <a:ext cx="61920" cy="36000"/>
            </a:xfrm>
            <a:custGeom>
              <a:avLst/>
              <a:gdLst>
                <a:gd name="textAreaLeft" fmla="*/ 0 w 61920"/>
                <a:gd name="textAreaRight" fmla="*/ 62280 w 61920"/>
                <a:gd name="textAreaTop" fmla="*/ 0 h 36000"/>
                <a:gd name="textAreaBottom" fmla="*/ 36360 h 36000"/>
              </a:gdLst>
              <a:ahLst/>
              <a:cxnLst/>
              <a:rect l="textAreaLeft" t="textAreaTop" r="textAreaRight" b="textAreaBottom"/>
              <a:pathLst>
                <a:path w="12098" h="7046">
                  <a:moveTo>
                    <a:pt x="1579" y="0"/>
                  </a:moveTo>
                  <a:cubicBezTo>
                    <a:pt x="1417" y="0"/>
                    <a:pt x="1253" y="28"/>
                    <a:pt x="1093" y="85"/>
                  </a:cubicBezTo>
                  <a:cubicBezTo>
                    <a:pt x="376" y="358"/>
                    <a:pt x="1" y="1143"/>
                    <a:pt x="240" y="1859"/>
                  </a:cubicBezTo>
                  <a:cubicBezTo>
                    <a:pt x="308" y="2030"/>
                    <a:pt x="1758" y="5869"/>
                    <a:pt x="5068" y="6824"/>
                  </a:cubicBezTo>
                  <a:cubicBezTo>
                    <a:pt x="5563" y="6961"/>
                    <a:pt x="6092" y="7046"/>
                    <a:pt x="6603" y="7046"/>
                  </a:cubicBezTo>
                  <a:cubicBezTo>
                    <a:pt x="8139" y="7046"/>
                    <a:pt x="9726" y="6415"/>
                    <a:pt x="11347" y="5169"/>
                  </a:cubicBezTo>
                  <a:cubicBezTo>
                    <a:pt x="11978" y="4691"/>
                    <a:pt x="12097" y="3804"/>
                    <a:pt x="11620" y="3190"/>
                  </a:cubicBezTo>
                  <a:lnTo>
                    <a:pt x="11620" y="3190"/>
                  </a:lnTo>
                  <a:lnTo>
                    <a:pt x="11620" y="3207"/>
                  </a:lnTo>
                  <a:cubicBezTo>
                    <a:pt x="11339" y="2836"/>
                    <a:pt x="10916" y="2642"/>
                    <a:pt x="10491" y="2642"/>
                  </a:cubicBezTo>
                  <a:cubicBezTo>
                    <a:pt x="10193" y="2642"/>
                    <a:pt x="9894" y="2737"/>
                    <a:pt x="9640" y="2934"/>
                  </a:cubicBezTo>
                  <a:cubicBezTo>
                    <a:pt x="8522" y="3786"/>
                    <a:pt x="7497" y="4212"/>
                    <a:pt x="6598" y="4212"/>
                  </a:cubicBezTo>
                  <a:cubicBezTo>
                    <a:pt x="6345" y="4212"/>
                    <a:pt x="6102" y="4179"/>
                    <a:pt x="5870" y="4111"/>
                  </a:cubicBezTo>
                  <a:cubicBezTo>
                    <a:pt x="4249" y="3651"/>
                    <a:pt x="3174" y="1637"/>
                    <a:pt x="2884" y="887"/>
                  </a:cubicBezTo>
                  <a:cubicBezTo>
                    <a:pt x="2672" y="330"/>
                    <a:pt x="2141" y="0"/>
                    <a:pt x="1579"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8000" bIns="18000" anchor="ctr">
              <a:noAutofit/>
            </a:bodyPr>
            <a:lstStyle/>
            <a:p>
              <a:endParaRPr lang="en-US" sz="1400" b="0" u="none" strike="noStrike">
                <a:solidFill>
                  <a:srgbClr val="000000"/>
                </a:solidFill>
                <a:effectLst/>
                <a:uFillTx/>
                <a:latin typeface="Arial"/>
              </a:endParaRPr>
            </a:p>
          </p:txBody>
        </p:sp>
        <p:sp>
          <p:nvSpPr>
            <p:cNvPr id="652" name="Google Shape;852;p 1"/>
            <p:cNvSpPr/>
            <p:nvPr/>
          </p:nvSpPr>
          <p:spPr>
            <a:xfrm>
              <a:off x="3752280" y="3030840"/>
              <a:ext cx="33840" cy="51120"/>
            </a:xfrm>
            <a:custGeom>
              <a:avLst/>
              <a:gdLst>
                <a:gd name="textAreaLeft" fmla="*/ 0 w 33840"/>
                <a:gd name="textAreaRight" fmla="*/ 34200 w 33840"/>
                <a:gd name="textAreaTop" fmla="*/ 0 h 51120"/>
                <a:gd name="textAreaBottom" fmla="*/ 51480 h 51120"/>
              </a:gdLst>
              <a:ahLst/>
              <a:cxnLst/>
              <a:rect l="textAreaLeft" t="textAreaTop" r="textAreaRight" b="textAreaBottom"/>
              <a:pathLst>
                <a:path w="6637" h="9982">
                  <a:moveTo>
                    <a:pt x="1544" y="0"/>
                  </a:moveTo>
                  <a:cubicBezTo>
                    <a:pt x="1182" y="0"/>
                    <a:pt x="819" y="137"/>
                    <a:pt x="546" y="410"/>
                  </a:cubicBezTo>
                  <a:cubicBezTo>
                    <a:pt x="0" y="973"/>
                    <a:pt x="0" y="1860"/>
                    <a:pt x="546" y="2406"/>
                  </a:cubicBezTo>
                  <a:cubicBezTo>
                    <a:pt x="3446" y="5307"/>
                    <a:pt x="2901" y="8088"/>
                    <a:pt x="2849" y="8224"/>
                  </a:cubicBezTo>
                  <a:cubicBezTo>
                    <a:pt x="2679" y="8992"/>
                    <a:pt x="3122" y="9743"/>
                    <a:pt x="3890" y="9930"/>
                  </a:cubicBezTo>
                  <a:cubicBezTo>
                    <a:pt x="3992" y="9964"/>
                    <a:pt x="4112" y="9981"/>
                    <a:pt x="4231" y="9981"/>
                  </a:cubicBezTo>
                  <a:cubicBezTo>
                    <a:pt x="4880" y="9981"/>
                    <a:pt x="5443" y="9538"/>
                    <a:pt x="5596" y="8906"/>
                  </a:cubicBezTo>
                  <a:cubicBezTo>
                    <a:pt x="5647" y="8736"/>
                    <a:pt x="6637" y="4522"/>
                    <a:pt x="2542" y="427"/>
                  </a:cubicBezTo>
                  <a:lnTo>
                    <a:pt x="2542" y="410"/>
                  </a:lnTo>
                  <a:cubicBezTo>
                    <a:pt x="2269" y="137"/>
                    <a:pt x="1907" y="0"/>
                    <a:pt x="154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5560" bIns="25560" anchor="ctr">
              <a:noAutofit/>
            </a:bodyPr>
            <a:lstStyle/>
            <a:p>
              <a:endParaRPr lang="en-US" sz="1400" b="0" u="none" strike="noStrike">
                <a:solidFill>
                  <a:srgbClr val="000000"/>
                </a:solidFill>
                <a:effectLst/>
                <a:uFillTx/>
                <a:latin typeface="Arial"/>
              </a:endParaRPr>
            </a:p>
          </p:txBody>
        </p:sp>
        <p:sp>
          <p:nvSpPr>
            <p:cNvPr id="653" name="Google Shape;853;p 1"/>
            <p:cNvSpPr/>
            <p:nvPr/>
          </p:nvSpPr>
          <p:spPr>
            <a:xfrm>
              <a:off x="3756240" y="2931480"/>
              <a:ext cx="79920" cy="61200"/>
            </a:xfrm>
            <a:custGeom>
              <a:avLst/>
              <a:gdLst>
                <a:gd name="textAreaLeft" fmla="*/ 0 w 79920"/>
                <a:gd name="textAreaRight" fmla="*/ 80280 w 79920"/>
                <a:gd name="textAreaTop" fmla="*/ 0 h 61200"/>
                <a:gd name="textAreaBottom" fmla="*/ 61560 h 61200"/>
              </a:gdLst>
              <a:ahLst/>
              <a:cxnLst/>
              <a:rect l="textAreaLeft" t="textAreaTop" r="textAreaRight" b="textAreaBottom"/>
              <a:pathLst>
                <a:path w="15578" h="11966">
                  <a:moveTo>
                    <a:pt x="1465" y="0"/>
                  </a:moveTo>
                  <a:cubicBezTo>
                    <a:pt x="748" y="0"/>
                    <a:pt x="134" y="559"/>
                    <a:pt x="69" y="1302"/>
                  </a:cubicBezTo>
                  <a:cubicBezTo>
                    <a:pt x="1" y="2087"/>
                    <a:pt x="581" y="2752"/>
                    <a:pt x="1366" y="2821"/>
                  </a:cubicBezTo>
                  <a:lnTo>
                    <a:pt x="1434" y="2821"/>
                  </a:lnTo>
                  <a:cubicBezTo>
                    <a:pt x="1587" y="2957"/>
                    <a:pt x="1860" y="3657"/>
                    <a:pt x="2048" y="4169"/>
                  </a:cubicBezTo>
                  <a:cubicBezTo>
                    <a:pt x="2645" y="5909"/>
                    <a:pt x="3515" y="7547"/>
                    <a:pt x="4607" y="9014"/>
                  </a:cubicBezTo>
                  <a:cubicBezTo>
                    <a:pt x="6382" y="11386"/>
                    <a:pt x="8839" y="11966"/>
                    <a:pt x="10869" y="11966"/>
                  </a:cubicBezTo>
                  <a:cubicBezTo>
                    <a:pt x="12097" y="11966"/>
                    <a:pt x="13309" y="11761"/>
                    <a:pt x="14469" y="11386"/>
                  </a:cubicBezTo>
                  <a:cubicBezTo>
                    <a:pt x="15203" y="11113"/>
                    <a:pt x="15578" y="10311"/>
                    <a:pt x="15322" y="9577"/>
                  </a:cubicBezTo>
                  <a:lnTo>
                    <a:pt x="15322" y="9577"/>
                  </a:lnTo>
                  <a:lnTo>
                    <a:pt x="15322" y="9594"/>
                  </a:lnTo>
                  <a:cubicBezTo>
                    <a:pt x="15108" y="9019"/>
                    <a:pt x="14570" y="8654"/>
                    <a:pt x="13994" y="8654"/>
                  </a:cubicBezTo>
                  <a:cubicBezTo>
                    <a:pt x="13834" y="8654"/>
                    <a:pt x="13672" y="8682"/>
                    <a:pt x="13513" y="8741"/>
                  </a:cubicBezTo>
                  <a:cubicBezTo>
                    <a:pt x="13419" y="8767"/>
                    <a:pt x="12286" y="9159"/>
                    <a:pt x="10902" y="9159"/>
                  </a:cubicBezTo>
                  <a:cubicBezTo>
                    <a:pt x="9549" y="9159"/>
                    <a:pt x="7956" y="8784"/>
                    <a:pt x="6860" y="7325"/>
                  </a:cubicBezTo>
                  <a:cubicBezTo>
                    <a:pt x="5921" y="6062"/>
                    <a:pt x="5205" y="4663"/>
                    <a:pt x="4693" y="3196"/>
                  </a:cubicBezTo>
                  <a:cubicBezTo>
                    <a:pt x="4164" y="1780"/>
                    <a:pt x="3550" y="176"/>
                    <a:pt x="1587" y="5"/>
                  </a:cubicBezTo>
                  <a:cubicBezTo>
                    <a:pt x="1546" y="2"/>
                    <a:pt x="1505" y="0"/>
                    <a:pt x="1465"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0600" bIns="30600" anchor="ctr">
              <a:noAutofit/>
            </a:bodyPr>
            <a:lstStyle/>
            <a:p>
              <a:endParaRPr lang="en-US" sz="1400" b="0" u="none" strike="noStrike">
                <a:solidFill>
                  <a:srgbClr val="000000"/>
                </a:solidFill>
                <a:effectLst/>
                <a:uFillTx/>
                <a:latin typeface="Arial"/>
              </a:endParaRPr>
            </a:p>
          </p:txBody>
        </p:sp>
        <p:sp>
          <p:nvSpPr>
            <p:cNvPr id="654" name="Google Shape;854;p 1"/>
            <p:cNvSpPr/>
            <p:nvPr/>
          </p:nvSpPr>
          <p:spPr>
            <a:xfrm>
              <a:off x="3727440" y="2863080"/>
              <a:ext cx="14040" cy="257400"/>
            </a:xfrm>
            <a:custGeom>
              <a:avLst/>
              <a:gdLst>
                <a:gd name="textAreaLeft" fmla="*/ 0 w 14040"/>
                <a:gd name="textAreaRight" fmla="*/ 14400 w 14040"/>
                <a:gd name="textAreaTop" fmla="*/ 0 h 257400"/>
                <a:gd name="textAreaBottom" fmla="*/ 257760 h 257400"/>
              </a:gdLst>
              <a:ahLst/>
              <a:cxnLst/>
              <a:rect l="textAreaLeft" t="textAreaTop" r="textAreaRight" b="textAreaBottom"/>
              <a:pathLst>
                <a:path w="2816" h="50145">
                  <a:moveTo>
                    <a:pt x="1417" y="1"/>
                  </a:moveTo>
                  <a:cubicBezTo>
                    <a:pt x="632" y="1"/>
                    <a:pt x="1" y="632"/>
                    <a:pt x="1" y="1400"/>
                  </a:cubicBezTo>
                  <a:lnTo>
                    <a:pt x="1" y="48728"/>
                  </a:lnTo>
                  <a:cubicBezTo>
                    <a:pt x="1" y="49513"/>
                    <a:pt x="632" y="50144"/>
                    <a:pt x="1417" y="50144"/>
                  </a:cubicBezTo>
                  <a:cubicBezTo>
                    <a:pt x="2184" y="50144"/>
                    <a:pt x="2816" y="49513"/>
                    <a:pt x="2816" y="48728"/>
                  </a:cubicBezTo>
                  <a:lnTo>
                    <a:pt x="2816" y="1400"/>
                  </a:lnTo>
                  <a:cubicBezTo>
                    <a:pt x="2816" y="632"/>
                    <a:pt x="2184" y="1"/>
                    <a:pt x="1417"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55" name="Google Shape;855;p 1"/>
            <p:cNvSpPr/>
            <p:nvPr/>
          </p:nvSpPr>
          <p:spPr>
            <a:xfrm>
              <a:off x="3663360" y="2968920"/>
              <a:ext cx="39960" cy="68760"/>
            </a:xfrm>
            <a:custGeom>
              <a:avLst/>
              <a:gdLst>
                <a:gd name="textAreaLeft" fmla="*/ 0 w 39960"/>
                <a:gd name="textAreaRight" fmla="*/ 40320 w 39960"/>
                <a:gd name="textAreaTop" fmla="*/ 0 h 68760"/>
                <a:gd name="textAreaBottom" fmla="*/ 69120 h 68760"/>
              </a:gdLst>
              <a:ahLst/>
              <a:cxnLst/>
              <a:rect l="textAreaLeft" t="textAreaTop" r="textAreaRight" b="textAreaBottom"/>
              <a:pathLst>
                <a:path w="7808" h="13464">
                  <a:moveTo>
                    <a:pt x="4037" y="0"/>
                  </a:moveTo>
                  <a:cubicBezTo>
                    <a:pt x="3535" y="0"/>
                    <a:pt x="3050" y="266"/>
                    <a:pt x="2799" y="731"/>
                  </a:cubicBezTo>
                  <a:cubicBezTo>
                    <a:pt x="1366" y="3598"/>
                    <a:pt x="1" y="9876"/>
                    <a:pt x="5068" y="13255"/>
                  </a:cubicBezTo>
                  <a:cubicBezTo>
                    <a:pt x="5316" y="13400"/>
                    <a:pt x="5563" y="13463"/>
                    <a:pt x="5795" y="13463"/>
                  </a:cubicBezTo>
                  <a:cubicBezTo>
                    <a:pt x="6984" y="13463"/>
                    <a:pt x="7808" y="11802"/>
                    <a:pt x="6638" y="10917"/>
                  </a:cubicBezTo>
                  <a:lnTo>
                    <a:pt x="6638" y="10900"/>
                  </a:lnTo>
                  <a:cubicBezTo>
                    <a:pt x="2389" y="8085"/>
                    <a:pt x="5204" y="2250"/>
                    <a:pt x="5324" y="1994"/>
                  </a:cubicBezTo>
                  <a:cubicBezTo>
                    <a:pt x="5648" y="1294"/>
                    <a:pt x="5341" y="476"/>
                    <a:pt x="4675" y="151"/>
                  </a:cubicBezTo>
                  <a:cubicBezTo>
                    <a:pt x="4471" y="49"/>
                    <a:pt x="4252" y="0"/>
                    <a:pt x="4037"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4560" bIns="34560" anchor="ctr">
              <a:noAutofit/>
            </a:bodyPr>
            <a:lstStyle/>
            <a:p>
              <a:endParaRPr lang="en-US" sz="1400" b="0" u="none" strike="noStrike">
                <a:solidFill>
                  <a:srgbClr val="000000"/>
                </a:solidFill>
                <a:effectLst/>
                <a:uFillTx/>
                <a:latin typeface="Arial"/>
              </a:endParaRPr>
            </a:p>
          </p:txBody>
        </p:sp>
        <p:sp>
          <p:nvSpPr>
            <p:cNvPr id="656" name="Google Shape;856;p 1"/>
            <p:cNvSpPr/>
            <p:nvPr/>
          </p:nvSpPr>
          <p:spPr>
            <a:xfrm>
              <a:off x="3727440" y="2781360"/>
              <a:ext cx="14040" cy="50400"/>
            </a:xfrm>
            <a:custGeom>
              <a:avLst/>
              <a:gdLst>
                <a:gd name="textAreaLeft" fmla="*/ 0 w 14040"/>
                <a:gd name="textAreaRight" fmla="*/ 14400 w 14040"/>
                <a:gd name="textAreaTop" fmla="*/ 0 h 50400"/>
                <a:gd name="textAreaBottom" fmla="*/ 50760 h 50400"/>
              </a:gdLst>
              <a:ahLst/>
              <a:cxnLst/>
              <a:rect l="textAreaLeft" t="textAreaTop" r="textAreaRight" b="textAreaBottom"/>
              <a:pathLst>
                <a:path w="2833" h="9879">
                  <a:moveTo>
                    <a:pt x="1417" y="0"/>
                  </a:moveTo>
                  <a:cubicBezTo>
                    <a:pt x="632" y="0"/>
                    <a:pt x="1" y="632"/>
                    <a:pt x="1" y="1416"/>
                  </a:cubicBezTo>
                  <a:lnTo>
                    <a:pt x="1" y="8463"/>
                  </a:lnTo>
                  <a:cubicBezTo>
                    <a:pt x="1" y="9248"/>
                    <a:pt x="632" y="9879"/>
                    <a:pt x="1417" y="9879"/>
                  </a:cubicBezTo>
                  <a:cubicBezTo>
                    <a:pt x="2201" y="9879"/>
                    <a:pt x="2833" y="9248"/>
                    <a:pt x="2833" y="8463"/>
                  </a:cubicBezTo>
                  <a:lnTo>
                    <a:pt x="2833" y="1416"/>
                  </a:lnTo>
                  <a:cubicBezTo>
                    <a:pt x="2833" y="632"/>
                    <a:pt x="2201" y="0"/>
                    <a:pt x="1417"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5200" bIns="25200" anchor="ctr">
              <a:noAutofit/>
            </a:bodyPr>
            <a:lstStyle/>
            <a:p>
              <a:endParaRPr lang="en-US" sz="1400" b="0" u="none" strike="noStrike">
                <a:solidFill>
                  <a:srgbClr val="000000"/>
                </a:solidFill>
                <a:effectLst/>
                <a:uFillTx/>
                <a:latin typeface="Arial"/>
              </a:endParaRPr>
            </a:p>
          </p:txBody>
        </p:sp>
        <p:sp>
          <p:nvSpPr>
            <p:cNvPr id="657" name="Google Shape;857;p 1"/>
            <p:cNvSpPr/>
            <p:nvPr/>
          </p:nvSpPr>
          <p:spPr>
            <a:xfrm>
              <a:off x="3727440" y="3151800"/>
              <a:ext cx="14040" cy="50400"/>
            </a:xfrm>
            <a:custGeom>
              <a:avLst/>
              <a:gdLst>
                <a:gd name="textAreaLeft" fmla="*/ 0 w 14040"/>
                <a:gd name="textAreaRight" fmla="*/ 14400 w 14040"/>
                <a:gd name="textAreaTop" fmla="*/ 0 h 50400"/>
                <a:gd name="textAreaBottom" fmla="*/ 50760 h 50400"/>
              </a:gdLst>
              <a:ahLst/>
              <a:cxnLst/>
              <a:rect l="textAreaLeft" t="textAreaTop" r="textAreaRight" b="textAreaBottom"/>
              <a:pathLst>
                <a:path w="2833" h="9896">
                  <a:moveTo>
                    <a:pt x="1417" y="0"/>
                  </a:moveTo>
                  <a:cubicBezTo>
                    <a:pt x="632" y="0"/>
                    <a:pt x="1" y="631"/>
                    <a:pt x="1" y="1416"/>
                  </a:cubicBezTo>
                  <a:lnTo>
                    <a:pt x="1" y="8480"/>
                  </a:lnTo>
                  <a:cubicBezTo>
                    <a:pt x="1" y="9264"/>
                    <a:pt x="632" y="9896"/>
                    <a:pt x="1417" y="9896"/>
                  </a:cubicBezTo>
                  <a:cubicBezTo>
                    <a:pt x="2201" y="9896"/>
                    <a:pt x="2833" y="9264"/>
                    <a:pt x="2833" y="8480"/>
                  </a:cubicBezTo>
                  <a:lnTo>
                    <a:pt x="2833" y="1416"/>
                  </a:lnTo>
                  <a:cubicBezTo>
                    <a:pt x="2833" y="631"/>
                    <a:pt x="2201" y="0"/>
                    <a:pt x="1417"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5200" bIns="25200" anchor="ctr">
              <a:noAutofit/>
            </a:bodyPr>
            <a:lstStyle/>
            <a:p>
              <a:endParaRPr lang="en-US" sz="1400" b="0" u="none" strike="noStrike">
                <a:solidFill>
                  <a:srgbClr val="000000"/>
                </a:solidFill>
                <a:effectLst/>
                <a:uFillTx/>
                <a:latin typeface="Arial"/>
              </a:endParaRPr>
            </a:p>
          </p:txBody>
        </p:sp>
        <p:sp>
          <p:nvSpPr>
            <p:cNvPr id="658" name="Google Shape;858;p 1"/>
            <p:cNvSpPr/>
            <p:nvPr/>
          </p:nvSpPr>
          <p:spPr>
            <a:xfrm>
              <a:off x="3524400" y="2984760"/>
              <a:ext cx="50040" cy="14040"/>
            </a:xfrm>
            <a:custGeom>
              <a:avLst/>
              <a:gdLst>
                <a:gd name="textAreaLeft" fmla="*/ 0 w 50040"/>
                <a:gd name="textAreaRight" fmla="*/ 50400 w 50040"/>
                <a:gd name="textAreaTop" fmla="*/ 0 h 14040"/>
                <a:gd name="textAreaBottom" fmla="*/ 14400 h 14040"/>
              </a:gdLst>
              <a:ahLst/>
              <a:cxnLst/>
              <a:rect l="textAreaLeft" t="textAreaTop" r="textAreaRight" b="textAreaBottom"/>
              <a:pathLst>
                <a:path w="9777" h="2834">
                  <a:moveTo>
                    <a:pt x="1365" y="1"/>
                  </a:moveTo>
                  <a:cubicBezTo>
                    <a:pt x="597" y="35"/>
                    <a:pt x="0" y="649"/>
                    <a:pt x="0" y="1417"/>
                  </a:cubicBezTo>
                  <a:cubicBezTo>
                    <a:pt x="0" y="2168"/>
                    <a:pt x="597" y="2799"/>
                    <a:pt x="1365" y="2833"/>
                  </a:cubicBezTo>
                  <a:lnTo>
                    <a:pt x="8429" y="2833"/>
                  </a:lnTo>
                  <a:cubicBezTo>
                    <a:pt x="9179" y="2799"/>
                    <a:pt x="9776" y="2168"/>
                    <a:pt x="9776" y="1417"/>
                  </a:cubicBezTo>
                  <a:cubicBezTo>
                    <a:pt x="9776" y="649"/>
                    <a:pt x="9179" y="35"/>
                    <a:pt x="8429"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200" bIns="7200" anchor="ctr">
              <a:noAutofit/>
            </a:bodyPr>
            <a:lstStyle/>
            <a:p>
              <a:endParaRPr lang="en-US" sz="1400" b="0" u="none" strike="noStrike">
                <a:solidFill>
                  <a:srgbClr val="000000"/>
                </a:solidFill>
                <a:effectLst/>
                <a:uFillTx/>
                <a:latin typeface="Arial"/>
              </a:endParaRPr>
            </a:p>
          </p:txBody>
        </p:sp>
        <p:sp>
          <p:nvSpPr>
            <p:cNvPr id="659" name="Google Shape;859;p 1"/>
            <p:cNvSpPr/>
            <p:nvPr/>
          </p:nvSpPr>
          <p:spPr>
            <a:xfrm>
              <a:off x="3894480" y="2984760"/>
              <a:ext cx="50040" cy="14040"/>
            </a:xfrm>
            <a:custGeom>
              <a:avLst/>
              <a:gdLst>
                <a:gd name="textAreaLeft" fmla="*/ 0 w 50040"/>
                <a:gd name="textAreaRight" fmla="*/ 50400 w 50040"/>
                <a:gd name="textAreaTop" fmla="*/ 0 h 14040"/>
                <a:gd name="textAreaBottom" fmla="*/ 14400 h 14040"/>
              </a:gdLst>
              <a:ahLst/>
              <a:cxnLst/>
              <a:rect l="textAreaLeft" t="textAreaTop" r="textAreaRight" b="textAreaBottom"/>
              <a:pathLst>
                <a:path w="9778" h="2834">
                  <a:moveTo>
                    <a:pt x="1366" y="1"/>
                  </a:moveTo>
                  <a:cubicBezTo>
                    <a:pt x="598" y="35"/>
                    <a:pt x="1" y="649"/>
                    <a:pt x="1" y="1417"/>
                  </a:cubicBezTo>
                  <a:cubicBezTo>
                    <a:pt x="1" y="2168"/>
                    <a:pt x="598" y="2799"/>
                    <a:pt x="1366" y="2833"/>
                  </a:cubicBezTo>
                  <a:lnTo>
                    <a:pt x="8412" y="2833"/>
                  </a:lnTo>
                  <a:cubicBezTo>
                    <a:pt x="9180" y="2799"/>
                    <a:pt x="9777" y="2168"/>
                    <a:pt x="9777" y="1417"/>
                  </a:cubicBezTo>
                  <a:cubicBezTo>
                    <a:pt x="9777" y="649"/>
                    <a:pt x="9180" y="35"/>
                    <a:pt x="8412"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200" bIns="7200" anchor="ctr">
              <a:noAutofit/>
            </a:bodyPr>
            <a:lstStyle/>
            <a:p>
              <a:endParaRPr lang="en-US" sz="1400" b="0" u="none" strike="noStrike">
                <a:solidFill>
                  <a:srgbClr val="000000"/>
                </a:solidFill>
                <a:effectLst/>
                <a:uFillTx/>
                <a:latin typeface="Arial"/>
              </a:endParaRPr>
            </a:p>
          </p:txBody>
        </p:sp>
        <p:sp>
          <p:nvSpPr>
            <p:cNvPr id="660" name="Google Shape;860;p 1"/>
            <p:cNvSpPr/>
            <p:nvPr/>
          </p:nvSpPr>
          <p:spPr>
            <a:xfrm>
              <a:off x="3580560" y="2841120"/>
              <a:ext cx="45720" cy="39960"/>
            </a:xfrm>
            <a:custGeom>
              <a:avLst/>
              <a:gdLst>
                <a:gd name="textAreaLeft" fmla="*/ 0 w 45720"/>
                <a:gd name="textAreaRight" fmla="*/ 46080 w 45720"/>
                <a:gd name="textAreaTop" fmla="*/ 0 h 39960"/>
                <a:gd name="textAreaBottom" fmla="*/ 40320 h 39960"/>
              </a:gdLst>
              <a:ahLst/>
              <a:cxnLst/>
              <a:rect l="textAreaLeft" t="textAreaTop" r="textAreaRight" b="textAreaBottom"/>
              <a:pathLst>
                <a:path w="8954" h="7815">
                  <a:moveTo>
                    <a:pt x="2014" y="1"/>
                  </a:moveTo>
                  <a:cubicBezTo>
                    <a:pt x="928" y="1"/>
                    <a:pt x="1" y="1390"/>
                    <a:pt x="986" y="2415"/>
                  </a:cubicBezTo>
                  <a:lnTo>
                    <a:pt x="5968" y="7397"/>
                  </a:lnTo>
                  <a:cubicBezTo>
                    <a:pt x="6274" y="7691"/>
                    <a:pt x="6612" y="7815"/>
                    <a:pt x="6937" y="7815"/>
                  </a:cubicBezTo>
                  <a:cubicBezTo>
                    <a:pt x="8024" y="7815"/>
                    <a:pt x="8954" y="6425"/>
                    <a:pt x="7981" y="5401"/>
                  </a:cubicBezTo>
                  <a:lnTo>
                    <a:pt x="2982" y="419"/>
                  </a:lnTo>
                  <a:cubicBezTo>
                    <a:pt x="2677" y="124"/>
                    <a:pt x="2338" y="1"/>
                    <a:pt x="2014"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0160" bIns="20160" anchor="ctr">
              <a:noAutofit/>
            </a:bodyPr>
            <a:lstStyle/>
            <a:p>
              <a:endParaRPr lang="en-US" sz="1400" b="0" u="none" strike="noStrike">
                <a:solidFill>
                  <a:srgbClr val="000000"/>
                </a:solidFill>
                <a:effectLst/>
                <a:uFillTx/>
                <a:latin typeface="Arial"/>
              </a:endParaRPr>
            </a:p>
          </p:txBody>
        </p:sp>
        <p:sp>
          <p:nvSpPr>
            <p:cNvPr id="661" name="Google Shape;861;p 1"/>
            <p:cNvSpPr/>
            <p:nvPr/>
          </p:nvSpPr>
          <p:spPr>
            <a:xfrm>
              <a:off x="3842640" y="3102840"/>
              <a:ext cx="45720" cy="39960"/>
            </a:xfrm>
            <a:custGeom>
              <a:avLst/>
              <a:gdLst>
                <a:gd name="textAreaLeft" fmla="*/ 0 w 45720"/>
                <a:gd name="textAreaRight" fmla="*/ 46080 w 45720"/>
                <a:gd name="textAreaTop" fmla="*/ 0 h 39960"/>
                <a:gd name="textAreaBottom" fmla="*/ 40320 h 39960"/>
              </a:gdLst>
              <a:ahLst/>
              <a:cxnLst/>
              <a:rect l="textAreaLeft" t="textAreaTop" r="textAreaRight" b="textAreaBottom"/>
              <a:pathLst>
                <a:path w="8950" h="7832">
                  <a:moveTo>
                    <a:pt x="2014" y="0"/>
                  </a:moveTo>
                  <a:cubicBezTo>
                    <a:pt x="927" y="0"/>
                    <a:pt x="0" y="1390"/>
                    <a:pt x="986" y="2414"/>
                  </a:cubicBezTo>
                  <a:lnTo>
                    <a:pt x="5968" y="7413"/>
                  </a:lnTo>
                  <a:cubicBezTo>
                    <a:pt x="6274" y="7708"/>
                    <a:pt x="6612" y="7831"/>
                    <a:pt x="6936" y="7831"/>
                  </a:cubicBezTo>
                  <a:cubicBezTo>
                    <a:pt x="8022" y="7831"/>
                    <a:pt x="8950" y="6442"/>
                    <a:pt x="7964" y="5417"/>
                  </a:cubicBezTo>
                  <a:lnTo>
                    <a:pt x="2982" y="418"/>
                  </a:lnTo>
                  <a:cubicBezTo>
                    <a:pt x="2676" y="124"/>
                    <a:pt x="2338" y="0"/>
                    <a:pt x="201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0160" bIns="20160" anchor="ctr">
              <a:noAutofit/>
            </a:bodyPr>
            <a:lstStyle/>
            <a:p>
              <a:endParaRPr lang="en-US" sz="1400" b="0" u="none" strike="noStrike">
                <a:solidFill>
                  <a:srgbClr val="000000"/>
                </a:solidFill>
                <a:effectLst/>
                <a:uFillTx/>
                <a:latin typeface="Arial"/>
              </a:endParaRPr>
            </a:p>
          </p:txBody>
        </p:sp>
        <p:sp>
          <p:nvSpPr>
            <p:cNvPr id="662" name="Google Shape;862;p 1"/>
            <p:cNvSpPr/>
            <p:nvPr/>
          </p:nvSpPr>
          <p:spPr>
            <a:xfrm>
              <a:off x="3844440" y="2840760"/>
              <a:ext cx="41400" cy="39960"/>
            </a:xfrm>
            <a:custGeom>
              <a:avLst/>
              <a:gdLst>
                <a:gd name="textAreaLeft" fmla="*/ 0 w 41400"/>
                <a:gd name="textAreaRight" fmla="*/ 41760 w 41400"/>
                <a:gd name="textAreaTop" fmla="*/ 0 h 39960"/>
                <a:gd name="textAreaBottom" fmla="*/ 40320 h 39960"/>
              </a:gdLst>
              <a:ahLst/>
              <a:cxnLst/>
              <a:rect l="textAreaLeft" t="textAreaTop" r="textAreaRight" b="textAreaBottom"/>
              <a:pathLst>
                <a:path w="8122" h="7841">
                  <a:moveTo>
                    <a:pt x="6578" y="0"/>
                  </a:moveTo>
                  <a:cubicBezTo>
                    <a:pt x="6215" y="0"/>
                    <a:pt x="5853" y="141"/>
                    <a:pt x="5580" y="423"/>
                  </a:cubicBezTo>
                  <a:lnTo>
                    <a:pt x="598" y="5405"/>
                  </a:lnTo>
                  <a:cubicBezTo>
                    <a:pt x="18" y="5951"/>
                    <a:pt x="1" y="6872"/>
                    <a:pt x="564" y="7435"/>
                  </a:cubicBezTo>
                  <a:cubicBezTo>
                    <a:pt x="841" y="7704"/>
                    <a:pt x="1201" y="7840"/>
                    <a:pt x="1562" y="7840"/>
                  </a:cubicBezTo>
                  <a:cubicBezTo>
                    <a:pt x="1935" y="7840"/>
                    <a:pt x="2308" y="7695"/>
                    <a:pt x="2594" y="7401"/>
                  </a:cubicBezTo>
                  <a:lnTo>
                    <a:pt x="7576" y="2419"/>
                  </a:lnTo>
                  <a:cubicBezTo>
                    <a:pt x="8122" y="1856"/>
                    <a:pt x="8122" y="969"/>
                    <a:pt x="7576" y="423"/>
                  </a:cubicBezTo>
                  <a:cubicBezTo>
                    <a:pt x="7303" y="141"/>
                    <a:pt x="6940" y="0"/>
                    <a:pt x="6578"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0160" bIns="20160" anchor="ctr">
              <a:noAutofit/>
            </a:bodyPr>
            <a:lstStyle/>
            <a:p>
              <a:endParaRPr lang="en-US" sz="1400" b="0" u="none" strike="noStrike">
                <a:solidFill>
                  <a:srgbClr val="000000"/>
                </a:solidFill>
                <a:effectLst/>
                <a:uFillTx/>
                <a:latin typeface="Arial"/>
              </a:endParaRPr>
            </a:p>
          </p:txBody>
        </p:sp>
        <p:sp>
          <p:nvSpPr>
            <p:cNvPr id="663" name="Google Shape;863;p 1"/>
            <p:cNvSpPr/>
            <p:nvPr/>
          </p:nvSpPr>
          <p:spPr>
            <a:xfrm>
              <a:off x="3582720" y="3102840"/>
              <a:ext cx="41400" cy="39960"/>
            </a:xfrm>
            <a:custGeom>
              <a:avLst/>
              <a:gdLst>
                <a:gd name="textAreaLeft" fmla="*/ 0 w 41400"/>
                <a:gd name="textAreaRight" fmla="*/ 41760 w 41400"/>
                <a:gd name="textAreaTop" fmla="*/ 0 h 39960"/>
                <a:gd name="textAreaBottom" fmla="*/ 40320 h 39960"/>
              </a:gdLst>
              <a:ahLst/>
              <a:cxnLst/>
              <a:rect l="textAreaLeft" t="textAreaTop" r="textAreaRight" b="textAreaBottom"/>
              <a:pathLst>
                <a:path w="8105" h="7815">
                  <a:moveTo>
                    <a:pt x="6554" y="1"/>
                  </a:moveTo>
                  <a:cubicBezTo>
                    <a:pt x="6194" y="1"/>
                    <a:pt x="5835" y="137"/>
                    <a:pt x="5562" y="410"/>
                  </a:cubicBezTo>
                  <a:lnTo>
                    <a:pt x="563" y="5409"/>
                  </a:lnTo>
                  <a:cubicBezTo>
                    <a:pt x="0" y="5955"/>
                    <a:pt x="0" y="6860"/>
                    <a:pt x="563" y="7405"/>
                  </a:cubicBezTo>
                  <a:cubicBezTo>
                    <a:pt x="836" y="7678"/>
                    <a:pt x="1199" y="7815"/>
                    <a:pt x="1561" y="7815"/>
                  </a:cubicBezTo>
                  <a:cubicBezTo>
                    <a:pt x="1924" y="7815"/>
                    <a:pt x="2286" y="7678"/>
                    <a:pt x="2559" y="7405"/>
                  </a:cubicBezTo>
                  <a:lnTo>
                    <a:pt x="7558" y="2406"/>
                  </a:lnTo>
                  <a:cubicBezTo>
                    <a:pt x="8104" y="1860"/>
                    <a:pt x="8104" y="956"/>
                    <a:pt x="7558" y="410"/>
                  </a:cubicBezTo>
                  <a:cubicBezTo>
                    <a:pt x="7277" y="137"/>
                    <a:pt x="6914" y="1"/>
                    <a:pt x="6554"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0160" bIns="20160" anchor="ctr">
              <a:noAutofit/>
            </a:bodyPr>
            <a:lstStyle/>
            <a:p>
              <a:endParaRPr lang="en-US" sz="1400" b="0" u="none" strike="noStrike">
                <a:solidFill>
                  <a:srgbClr val="000000"/>
                </a:solidFill>
                <a:effectLst/>
                <a:uFillTx/>
                <a:latin typeface="Arial"/>
              </a:endParaRPr>
            </a:p>
          </p:txBody>
        </p:sp>
      </p:grpSp>
      <p:sp>
        <p:nvSpPr>
          <p:cNvPr id="664" name="Google Shape;864;p 1"/>
          <p:cNvSpPr/>
          <p:nvPr/>
        </p:nvSpPr>
        <p:spPr>
          <a:xfrm>
            <a:off x="3405960" y="3611520"/>
            <a:ext cx="657000" cy="6570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cxnSp>
        <p:nvCxnSpPr>
          <p:cNvPr id="665" name="Google Shape;868;p 1"/>
          <p:cNvCxnSpPr/>
          <p:nvPr/>
        </p:nvCxnSpPr>
        <p:spPr>
          <a:xfrm flipV="1">
            <a:off x="4146840" y="1533240"/>
            <a:ext cx="2206440" cy="503280"/>
          </a:xfrm>
          <a:prstGeom prst="straightConnector1">
            <a:avLst/>
          </a:prstGeom>
          <a:ln w="19050">
            <a:solidFill>
              <a:srgbClr val="434343"/>
            </a:solidFill>
            <a:round/>
            <a:headEnd type="oval" w="med" len="med"/>
            <a:tailEnd type="oval" w="med" len="med"/>
          </a:ln>
        </p:spPr>
      </p:cxnSp>
      <p:grpSp>
        <p:nvGrpSpPr>
          <p:cNvPr id="666" name="Google Shape;869;p 1"/>
          <p:cNvGrpSpPr/>
          <p:nvPr/>
        </p:nvGrpSpPr>
        <p:grpSpPr>
          <a:xfrm>
            <a:off x="4982040" y="1128600"/>
            <a:ext cx="2753280" cy="4191840"/>
            <a:chOff x="4982040" y="1128600"/>
            <a:chExt cx="2753280" cy="4191840"/>
          </a:xfrm>
        </p:grpSpPr>
        <p:sp>
          <p:nvSpPr>
            <p:cNvPr id="667" name="Google Shape;870;p 1"/>
            <p:cNvSpPr/>
            <p:nvPr/>
          </p:nvSpPr>
          <p:spPr>
            <a:xfrm>
              <a:off x="6252840" y="3899160"/>
              <a:ext cx="408600" cy="1421280"/>
            </a:xfrm>
            <a:custGeom>
              <a:avLst/>
              <a:gdLst>
                <a:gd name="textAreaLeft" fmla="*/ 0 w 408600"/>
                <a:gd name="textAreaRight" fmla="*/ 408960 w 408600"/>
                <a:gd name="textAreaTop" fmla="*/ 0 h 1421280"/>
                <a:gd name="textAreaBottom" fmla="*/ 1421640 h 1421280"/>
              </a:gdLst>
              <a:ahLst/>
              <a:cxnLst/>
              <a:rect l="textAreaLeft" t="textAreaTop" r="textAreaRight" b="textAreaBottom"/>
              <a:pathLst>
                <a:path w="20157" h="70070">
                  <a:moveTo>
                    <a:pt x="13437" y="1"/>
                  </a:moveTo>
                  <a:lnTo>
                    <a:pt x="0" y="70070"/>
                  </a:lnTo>
                  <a:lnTo>
                    <a:pt x="2880" y="70070"/>
                  </a:lnTo>
                  <a:lnTo>
                    <a:pt x="20156"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68" name="Google Shape;871;p 1"/>
            <p:cNvSpPr/>
            <p:nvPr/>
          </p:nvSpPr>
          <p:spPr>
            <a:xfrm>
              <a:off x="7012440" y="3899160"/>
              <a:ext cx="408600" cy="1421280"/>
            </a:xfrm>
            <a:custGeom>
              <a:avLst/>
              <a:gdLst>
                <a:gd name="textAreaLeft" fmla="*/ 0 w 408600"/>
                <a:gd name="textAreaRight" fmla="*/ 408960 w 408600"/>
                <a:gd name="textAreaTop" fmla="*/ 0 h 1421280"/>
                <a:gd name="textAreaBottom" fmla="*/ 1421640 h 1421280"/>
              </a:gdLst>
              <a:ahLst/>
              <a:cxnLst/>
              <a:rect l="textAreaLeft" t="textAreaTop" r="textAreaRight" b="textAreaBottom"/>
              <a:pathLst>
                <a:path w="20157" h="70070">
                  <a:moveTo>
                    <a:pt x="1" y="1"/>
                  </a:moveTo>
                  <a:lnTo>
                    <a:pt x="17277" y="70070"/>
                  </a:lnTo>
                  <a:lnTo>
                    <a:pt x="20157" y="70070"/>
                  </a:lnTo>
                  <a:lnTo>
                    <a:pt x="6720"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69" name="Google Shape;872;p 1"/>
            <p:cNvSpPr/>
            <p:nvPr/>
          </p:nvSpPr>
          <p:spPr>
            <a:xfrm>
              <a:off x="6054840" y="2135520"/>
              <a:ext cx="775800" cy="1420200"/>
            </a:xfrm>
            <a:custGeom>
              <a:avLst/>
              <a:gdLst>
                <a:gd name="textAreaLeft" fmla="*/ 0 w 775800"/>
                <a:gd name="textAreaRight" fmla="*/ 776160 w 775800"/>
                <a:gd name="textAreaTop" fmla="*/ 0 h 1420200"/>
                <a:gd name="textAreaBottom" fmla="*/ 1420560 h 1420200"/>
              </a:gdLst>
              <a:ahLst/>
              <a:cxnLst/>
              <a:rect l="textAreaLeft" t="textAreaTop" r="textAreaRight" b="textAreaBottom"/>
              <a:pathLst>
                <a:path w="38246" h="70009">
                  <a:moveTo>
                    <a:pt x="26018" y="1"/>
                  </a:moveTo>
                  <a:cubicBezTo>
                    <a:pt x="23782" y="1"/>
                    <a:pt x="22615" y="1330"/>
                    <a:pt x="22615" y="1330"/>
                  </a:cubicBezTo>
                  <a:cubicBezTo>
                    <a:pt x="18015" y="7633"/>
                    <a:pt x="26801" y="37278"/>
                    <a:pt x="26801" y="37278"/>
                  </a:cubicBezTo>
                  <a:cubicBezTo>
                    <a:pt x="24127" y="42913"/>
                    <a:pt x="6539" y="61080"/>
                    <a:pt x="6539" y="61080"/>
                  </a:cubicBezTo>
                  <a:cubicBezTo>
                    <a:pt x="6539" y="61080"/>
                    <a:pt x="6131" y="61059"/>
                    <a:pt x="5523" y="61059"/>
                  </a:cubicBezTo>
                  <a:cubicBezTo>
                    <a:pt x="3801" y="61059"/>
                    <a:pt x="471" y="61230"/>
                    <a:pt x="271" y="62539"/>
                  </a:cubicBezTo>
                  <a:cubicBezTo>
                    <a:pt x="1" y="64311"/>
                    <a:pt x="800" y="68968"/>
                    <a:pt x="3072" y="69920"/>
                  </a:cubicBezTo>
                  <a:cubicBezTo>
                    <a:pt x="3217" y="69980"/>
                    <a:pt x="3377" y="70009"/>
                    <a:pt x="3548" y="70009"/>
                  </a:cubicBezTo>
                  <a:cubicBezTo>
                    <a:pt x="6072" y="70009"/>
                    <a:pt x="11239" y="63876"/>
                    <a:pt x="11239" y="63876"/>
                  </a:cubicBezTo>
                  <a:cubicBezTo>
                    <a:pt x="21619" y="55754"/>
                    <a:pt x="34960" y="41244"/>
                    <a:pt x="34960" y="41244"/>
                  </a:cubicBezTo>
                  <a:cubicBezTo>
                    <a:pt x="34960" y="41244"/>
                    <a:pt x="38245" y="7894"/>
                    <a:pt x="32086" y="2726"/>
                  </a:cubicBezTo>
                  <a:cubicBezTo>
                    <a:pt x="29583" y="624"/>
                    <a:pt x="27550" y="1"/>
                    <a:pt x="26018" y="1"/>
                  </a:cubicBez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70" name="Google Shape;873;p 1"/>
            <p:cNvSpPr/>
            <p:nvPr/>
          </p:nvSpPr>
          <p:spPr>
            <a:xfrm>
              <a:off x="4982040" y="3373920"/>
              <a:ext cx="1066320" cy="1883520"/>
            </a:xfrm>
            <a:custGeom>
              <a:avLst/>
              <a:gdLst>
                <a:gd name="textAreaLeft" fmla="*/ 0 w 1066320"/>
                <a:gd name="textAreaRight" fmla="*/ 1066680 w 1066320"/>
                <a:gd name="textAreaTop" fmla="*/ 0 h 1883520"/>
                <a:gd name="textAreaBottom" fmla="*/ 1883880 h 1883520"/>
              </a:gdLst>
              <a:ahLst/>
              <a:cxnLst/>
              <a:rect l="textAreaLeft" t="textAreaTop" r="textAreaRight" b="textAreaBottom"/>
              <a:pathLst>
                <a:path w="52575" h="92842">
                  <a:moveTo>
                    <a:pt x="43503" y="1"/>
                  </a:moveTo>
                  <a:cubicBezTo>
                    <a:pt x="43142" y="1"/>
                    <a:pt x="42760" y="14"/>
                    <a:pt x="42357" y="40"/>
                  </a:cubicBezTo>
                  <a:lnTo>
                    <a:pt x="15365" y="76420"/>
                  </a:lnTo>
                  <a:cubicBezTo>
                    <a:pt x="15365" y="76420"/>
                    <a:pt x="10128" y="86460"/>
                    <a:pt x="8029" y="86598"/>
                  </a:cubicBezTo>
                  <a:cubicBezTo>
                    <a:pt x="5930" y="86737"/>
                    <a:pt x="0" y="86285"/>
                    <a:pt x="5202" y="88471"/>
                  </a:cubicBezTo>
                  <a:cubicBezTo>
                    <a:pt x="8206" y="89733"/>
                    <a:pt x="10053" y="90509"/>
                    <a:pt x="11456" y="90509"/>
                  </a:cubicBezTo>
                  <a:cubicBezTo>
                    <a:pt x="12482" y="90509"/>
                    <a:pt x="13270" y="90093"/>
                    <a:pt x="14098" y="89148"/>
                  </a:cubicBezTo>
                  <a:cubicBezTo>
                    <a:pt x="16057" y="86911"/>
                    <a:pt x="18382" y="83808"/>
                    <a:pt x="18382" y="83808"/>
                  </a:cubicBezTo>
                  <a:lnTo>
                    <a:pt x="18382" y="83808"/>
                  </a:lnTo>
                  <a:lnTo>
                    <a:pt x="15606" y="92841"/>
                  </a:lnTo>
                  <a:cubicBezTo>
                    <a:pt x="15606" y="92841"/>
                    <a:pt x="24538" y="81295"/>
                    <a:pt x="19198" y="77011"/>
                  </a:cubicBezTo>
                  <a:cubicBezTo>
                    <a:pt x="19198" y="77011"/>
                    <a:pt x="48820" y="40496"/>
                    <a:pt x="47349" y="24577"/>
                  </a:cubicBezTo>
                  <a:cubicBezTo>
                    <a:pt x="47349" y="24577"/>
                    <a:pt x="45476" y="21751"/>
                    <a:pt x="46933" y="18283"/>
                  </a:cubicBezTo>
                  <a:cubicBezTo>
                    <a:pt x="48389" y="14815"/>
                    <a:pt x="49207" y="8018"/>
                    <a:pt x="49207" y="8018"/>
                  </a:cubicBezTo>
                  <a:cubicBezTo>
                    <a:pt x="49207" y="8018"/>
                    <a:pt x="52574" y="1"/>
                    <a:pt x="43503"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71" name="Google Shape;874;p 1"/>
            <p:cNvSpPr/>
            <p:nvPr/>
          </p:nvSpPr>
          <p:spPr>
            <a:xfrm>
              <a:off x="5706720" y="3331440"/>
              <a:ext cx="896400" cy="1988280"/>
            </a:xfrm>
            <a:custGeom>
              <a:avLst/>
              <a:gdLst>
                <a:gd name="textAreaLeft" fmla="*/ 0 w 896400"/>
                <a:gd name="textAreaRight" fmla="*/ 896760 w 896400"/>
                <a:gd name="textAreaTop" fmla="*/ 0 h 1988280"/>
                <a:gd name="textAreaBottom" fmla="*/ 1988640 h 1988280"/>
              </a:gdLst>
              <a:ahLst/>
              <a:cxnLst/>
              <a:rect l="textAreaLeft" t="textAreaTop" r="textAreaRight" b="textAreaBottom"/>
              <a:pathLst>
                <a:path w="44199" h="98010">
                  <a:moveTo>
                    <a:pt x="15918" y="0"/>
                  </a:moveTo>
                  <a:cubicBezTo>
                    <a:pt x="12602" y="0"/>
                    <a:pt x="9128" y="474"/>
                    <a:pt x="6098" y="1871"/>
                  </a:cubicBezTo>
                  <a:cubicBezTo>
                    <a:pt x="5822" y="1999"/>
                    <a:pt x="5654" y="2290"/>
                    <a:pt x="5673" y="2593"/>
                  </a:cubicBezTo>
                  <a:lnTo>
                    <a:pt x="10342" y="82910"/>
                  </a:lnTo>
                  <a:cubicBezTo>
                    <a:pt x="10344" y="82944"/>
                    <a:pt x="10344" y="82978"/>
                    <a:pt x="10341" y="83012"/>
                  </a:cubicBezTo>
                  <a:cubicBezTo>
                    <a:pt x="10272" y="83815"/>
                    <a:pt x="9332" y="94284"/>
                    <a:pt x="7524" y="95187"/>
                  </a:cubicBezTo>
                  <a:cubicBezTo>
                    <a:pt x="5643" y="96128"/>
                    <a:pt x="0" y="98009"/>
                    <a:pt x="5643" y="98009"/>
                  </a:cubicBezTo>
                  <a:cubicBezTo>
                    <a:pt x="11285" y="98009"/>
                    <a:pt x="13166" y="98009"/>
                    <a:pt x="14107" y="95187"/>
                  </a:cubicBezTo>
                  <a:cubicBezTo>
                    <a:pt x="14393" y="94326"/>
                    <a:pt x="14681" y="93376"/>
                    <a:pt x="14941" y="92473"/>
                  </a:cubicBezTo>
                  <a:cubicBezTo>
                    <a:pt x="15046" y="92111"/>
                    <a:pt x="15346" y="91939"/>
                    <a:pt x="15646" y="91939"/>
                  </a:cubicBezTo>
                  <a:cubicBezTo>
                    <a:pt x="15995" y="91939"/>
                    <a:pt x="16344" y="92172"/>
                    <a:pt x="16388" y="92607"/>
                  </a:cubicBezTo>
                  <a:cubicBezTo>
                    <a:pt x="16432" y="93053"/>
                    <a:pt x="16780" y="93276"/>
                    <a:pt x="17128" y="93276"/>
                  </a:cubicBezTo>
                  <a:cubicBezTo>
                    <a:pt x="17474" y="93276"/>
                    <a:pt x="17820" y="93054"/>
                    <a:pt x="17863" y="92610"/>
                  </a:cubicBezTo>
                  <a:cubicBezTo>
                    <a:pt x="18247" y="88636"/>
                    <a:pt x="17991" y="83684"/>
                    <a:pt x="14693" y="82233"/>
                  </a:cubicBezTo>
                  <a:cubicBezTo>
                    <a:pt x="14362" y="82087"/>
                    <a:pt x="14195" y="81717"/>
                    <a:pt x="14293" y="81370"/>
                  </a:cubicBezTo>
                  <a:cubicBezTo>
                    <a:pt x="15828" y="75927"/>
                    <a:pt x="26187" y="37909"/>
                    <a:pt x="20252" y="23838"/>
                  </a:cubicBezTo>
                  <a:cubicBezTo>
                    <a:pt x="20045" y="23349"/>
                    <a:pt x="20395" y="22816"/>
                    <a:pt x="20922" y="22816"/>
                  </a:cubicBezTo>
                  <a:cubicBezTo>
                    <a:pt x="20929" y="22816"/>
                    <a:pt x="20936" y="22816"/>
                    <a:pt x="20943" y="22816"/>
                  </a:cubicBezTo>
                  <a:cubicBezTo>
                    <a:pt x="22074" y="22846"/>
                    <a:pt x="23918" y="22883"/>
                    <a:pt x="26087" y="22883"/>
                  </a:cubicBezTo>
                  <a:cubicBezTo>
                    <a:pt x="33331" y="22883"/>
                    <a:pt x="44198" y="22465"/>
                    <a:pt x="44198" y="19957"/>
                  </a:cubicBezTo>
                  <a:cubicBezTo>
                    <a:pt x="44198" y="16197"/>
                    <a:pt x="30093" y="2090"/>
                    <a:pt x="30093" y="2090"/>
                  </a:cubicBezTo>
                  <a:lnTo>
                    <a:pt x="29153" y="2090"/>
                  </a:lnTo>
                  <a:cubicBezTo>
                    <a:pt x="29153" y="2090"/>
                    <a:pt x="22883" y="0"/>
                    <a:pt x="1591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72" name="Google Shape;875;p 1"/>
            <p:cNvSpPr/>
            <p:nvPr/>
          </p:nvSpPr>
          <p:spPr>
            <a:xfrm>
              <a:off x="5954760" y="3221280"/>
              <a:ext cx="1468800" cy="579960"/>
            </a:xfrm>
            <a:custGeom>
              <a:avLst/>
              <a:gdLst>
                <a:gd name="textAreaLeft" fmla="*/ 0 w 1468800"/>
                <a:gd name="textAreaRight" fmla="*/ 1469160 w 1468800"/>
                <a:gd name="textAreaTop" fmla="*/ 0 h 579960"/>
                <a:gd name="textAreaBottom" fmla="*/ 580320 h 579960"/>
              </a:gdLst>
              <a:ahLst/>
              <a:cxnLst/>
              <a:rect l="textAreaLeft" t="textAreaTop" r="textAreaRight" b="textAreaBottom"/>
              <a:pathLst>
                <a:path w="72410" h="28610">
                  <a:moveTo>
                    <a:pt x="63006" y="1"/>
                  </a:moveTo>
                  <a:cubicBezTo>
                    <a:pt x="63006" y="1"/>
                    <a:pt x="57589" y="3612"/>
                    <a:pt x="49644" y="3612"/>
                  </a:cubicBezTo>
                  <a:cubicBezTo>
                    <a:pt x="47659" y="3612"/>
                    <a:pt x="45515" y="3387"/>
                    <a:pt x="43258" y="2823"/>
                  </a:cubicBezTo>
                  <a:cubicBezTo>
                    <a:pt x="41001" y="2258"/>
                    <a:pt x="37916" y="2032"/>
                    <a:pt x="34424" y="2032"/>
                  </a:cubicBezTo>
                  <a:cubicBezTo>
                    <a:pt x="20461" y="2032"/>
                    <a:pt x="0" y="5643"/>
                    <a:pt x="0" y="5643"/>
                  </a:cubicBezTo>
                  <a:cubicBezTo>
                    <a:pt x="15047" y="8465"/>
                    <a:pt x="19748" y="28213"/>
                    <a:pt x="19748" y="28213"/>
                  </a:cubicBezTo>
                  <a:cubicBezTo>
                    <a:pt x="19748" y="28213"/>
                    <a:pt x="25566" y="28610"/>
                    <a:pt x="33136" y="28610"/>
                  </a:cubicBezTo>
                  <a:cubicBezTo>
                    <a:pt x="45754" y="28610"/>
                    <a:pt x="63242" y="27508"/>
                    <a:pt x="66768" y="21631"/>
                  </a:cubicBezTo>
                  <a:cubicBezTo>
                    <a:pt x="72410" y="12226"/>
                    <a:pt x="63006" y="1"/>
                    <a:pt x="6300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73" name="Google Shape;876;p 1"/>
            <p:cNvSpPr/>
            <p:nvPr/>
          </p:nvSpPr>
          <p:spPr>
            <a:xfrm>
              <a:off x="6309720" y="1300680"/>
              <a:ext cx="492120" cy="591840"/>
            </a:xfrm>
            <a:custGeom>
              <a:avLst/>
              <a:gdLst>
                <a:gd name="textAreaLeft" fmla="*/ 0 w 492120"/>
                <a:gd name="textAreaRight" fmla="*/ 492480 w 492120"/>
                <a:gd name="textAreaTop" fmla="*/ 0 h 591840"/>
                <a:gd name="textAreaBottom" fmla="*/ 592200 h 591840"/>
              </a:gdLst>
              <a:ahLst/>
              <a:cxnLst/>
              <a:rect l="textAreaLeft" t="textAreaTop" r="textAreaRight" b="textAreaBottom"/>
              <a:pathLst>
                <a:path w="24278" h="29190">
                  <a:moveTo>
                    <a:pt x="4415" y="1"/>
                  </a:moveTo>
                  <a:cubicBezTo>
                    <a:pt x="4415" y="1104"/>
                    <a:pt x="0" y="25383"/>
                    <a:pt x="9932" y="28693"/>
                  </a:cubicBezTo>
                  <a:cubicBezTo>
                    <a:pt x="10959" y="29035"/>
                    <a:pt x="11928" y="29189"/>
                    <a:pt x="12839" y="29189"/>
                  </a:cubicBezTo>
                  <a:cubicBezTo>
                    <a:pt x="20731" y="29189"/>
                    <a:pt x="24278" y="17658"/>
                    <a:pt x="24278" y="17658"/>
                  </a:cubicBezTo>
                  <a:lnTo>
                    <a:pt x="17657" y="2208"/>
                  </a:lnTo>
                  <a:lnTo>
                    <a:pt x="4415"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74" name="Google Shape;877;p 1"/>
            <p:cNvSpPr/>
            <p:nvPr/>
          </p:nvSpPr>
          <p:spPr>
            <a:xfrm>
              <a:off x="6645600" y="1622520"/>
              <a:ext cx="201240" cy="483840"/>
            </a:xfrm>
            <a:custGeom>
              <a:avLst/>
              <a:gdLst>
                <a:gd name="textAreaLeft" fmla="*/ 0 w 201240"/>
                <a:gd name="textAreaRight" fmla="*/ 201600 w 201240"/>
                <a:gd name="textAreaTop" fmla="*/ 0 h 483840"/>
                <a:gd name="textAreaBottom" fmla="*/ 484200 h 483840"/>
              </a:gdLst>
              <a:ahLst/>
              <a:cxnLst/>
              <a:rect l="textAreaLeft" t="textAreaTop" r="textAreaRight" b="textAreaBottom"/>
              <a:pathLst>
                <a:path w="9933" h="23871">
                  <a:moveTo>
                    <a:pt x="6955" y="1"/>
                  </a:moveTo>
                  <a:lnTo>
                    <a:pt x="1" y="7317"/>
                  </a:lnTo>
                  <a:lnTo>
                    <a:pt x="1" y="23870"/>
                  </a:lnTo>
                  <a:lnTo>
                    <a:pt x="9932" y="18352"/>
                  </a:lnTo>
                  <a:lnTo>
                    <a:pt x="6955"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75" name="Google Shape;878;p 1"/>
            <p:cNvSpPr/>
            <p:nvPr/>
          </p:nvSpPr>
          <p:spPr>
            <a:xfrm>
              <a:off x="6287400" y="1950120"/>
              <a:ext cx="1008720" cy="1468800"/>
            </a:xfrm>
            <a:custGeom>
              <a:avLst/>
              <a:gdLst>
                <a:gd name="textAreaLeft" fmla="*/ 0 w 1008720"/>
                <a:gd name="textAreaRight" fmla="*/ 1009080 w 1008720"/>
                <a:gd name="textAreaTop" fmla="*/ 0 h 1468800"/>
                <a:gd name="textAreaBottom" fmla="*/ 1469160 h 1468800"/>
              </a:gdLst>
              <a:ahLst/>
              <a:cxnLst/>
              <a:rect l="textAreaLeft" t="textAreaTop" r="textAreaRight" b="textAreaBottom"/>
              <a:pathLst>
                <a:path w="49741" h="72407">
                  <a:moveTo>
                    <a:pt x="25382" y="1"/>
                  </a:moveTo>
                  <a:cubicBezTo>
                    <a:pt x="22975" y="3212"/>
                    <a:pt x="19983" y="3649"/>
                    <a:pt x="18531" y="3649"/>
                  </a:cubicBezTo>
                  <a:cubicBezTo>
                    <a:pt x="17986" y="3649"/>
                    <a:pt x="17658" y="3588"/>
                    <a:pt x="17658" y="3588"/>
                  </a:cubicBezTo>
                  <a:lnTo>
                    <a:pt x="17658" y="3588"/>
                  </a:lnTo>
                  <a:cubicBezTo>
                    <a:pt x="1" y="27039"/>
                    <a:pt x="18122" y="65027"/>
                    <a:pt x="18122" y="65027"/>
                  </a:cubicBezTo>
                  <a:cubicBezTo>
                    <a:pt x="29195" y="70564"/>
                    <a:pt x="36265" y="72406"/>
                    <a:pt x="40772" y="72406"/>
                  </a:cubicBezTo>
                  <a:cubicBezTo>
                    <a:pt x="49741" y="72406"/>
                    <a:pt x="48557" y="65111"/>
                    <a:pt x="48557" y="65111"/>
                  </a:cubicBezTo>
                  <a:cubicBezTo>
                    <a:pt x="35315" y="47454"/>
                    <a:pt x="38626" y="33108"/>
                    <a:pt x="36418" y="17658"/>
                  </a:cubicBezTo>
                  <a:cubicBezTo>
                    <a:pt x="34211" y="2208"/>
                    <a:pt x="25382" y="1"/>
                    <a:pt x="2538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76" name="Google Shape;879;p 1"/>
            <p:cNvSpPr/>
            <p:nvPr/>
          </p:nvSpPr>
          <p:spPr>
            <a:xfrm>
              <a:off x="6269040" y="1128600"/>
              <a:ext cx="1082880" cy="1255680"/>
            </a:xfrm>
            <a:custGeom>
              <a:avLst/>
              <a:gdLst>
                <a:gd name="textAreaLeft" fmla="*/ 0 w 1082880"/>
                <a:gd name="textAreaRight" fmla="*/ 1083240 w 1082880"/>
                <a:gd name="textAreaTop" fmla="*/ 0 h 1255680"/>
                <a:gd name="textAreaBottom" fmla="*/ 1256040 h 1255680"/>
              </a:gdLst>
              <a:ahLst/>
              <a:cxnLst/>
              <a:rect l="textAreaLeft" t="textAreaTop" r="textAreaRight" b="textAreaBottom"/>
              <a:pathLst>
                <a:path w="53390" h="61907">
                  <a:moveTo>
                    <a:pt x="11199" y="1"/>
                  </a:moveTo>
                  <a:cubicBezTo>
                    <a:pt x="10014" y="1"/>
                    <a:pt x="8897" y="181"/>
                    <a:pt x="7893" y="595"/>
                  </a:cubicBezTo>
                  <a:cubicBezTo>
                    <a:pt x="1" y="3845"/>
                    <a:pt x="1042" y="14335"/>
                    <a:pt x="5628" y="16054"/>
                  </a:cubicBezTo>
                  <a:cubicBezTo>
                    <a:pt x="5628" y="16054"/>
                    <a:pt x="6036" y="10809"/>
                    <a:pt x="6500" y="8488"/>
                  </a:cubicBezTo>
                  <a:cubicBezTo>
                    <a:pt x="6500" y="8488"/>
                    <a:pt x="12467" y="21826"/>
                    <a:pt x="24571" y="22121"/>
                  </a:cubicBezTo>
                  <a:cubicBezTo>
                    <a:pt x="24571" y="22121"/>
                    <a:pt x="23213" y="43770"/>
                    <a:pt x="26928" y="46557"/>
                  </a:cubicBezTo>
                  <a:cubicBezTo>
                    <a:pt x="30642" y="49344"/>
                    <a:pt x="37473" y="54042"/>
                    <a:pt x="37771" y="61906"/>
                  </a:cubicBezTo>
                  <a:cubicBezTo>
                    <a:pt x="37771" y="61906"/>
                    <a:pt x="53389" y="48414"/>
                    <a:pt x="41783" y="37736"/>
                  </a:cubicBezTo>
                  <a:cubicBezTo>
                    <a:pt x="30177" y="27057"/>
                    <a:pt x="38070" y="12666"/>
                    <a:pt x="30642" y="8488"/>
                  </a:cubicBezTo>
                  <a:cubicBezTo>
                    <a:pt x="30642" y="8488"/>
                    <a:pt x="19326" y="1"/>
                    <a:pt x="11199"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77" name="Google Shape;880;p 1"/>
            <p:cNvSpPr/>
            <p:nvPr/>
          </p:nvSpPr>
          <p:spPr>
            <a:xfrm>
              <a:off x="6050520" y="2181960"/>
              <a:ext cx="999720" cy="1488600"/>
            </a:xfrm>
            <a:custGeom>
              <a:avLst/>
              <a:gdLst>
                <a:gd name="textAreaLeft" fmla="*/ 0 w 999720"/>
                <a:gd name="textAreaRight" fmla="*/ 1000080 w 999720"/>
                <a:gd name="textAreaTop" fmla="*/ 0 h 1488600"/>
                <a:gd name="textAreaBottom" fmla="*/ 1488960 h 1488600"/>
              </a:gdLst>
              <a:ahLst/>
              <a:cxnLst/>
              <a:rect l="textAreaLeft" t="textAreaTop" r="textAreaRight" b="textAreaBottom"/>
              <a:pathLst>
                <a:path w="49284" h="73387">
                  <a:moveTo>
                    <a:pt x="36281" y="0"/>
                  </a:moveTo>
                  <a:cubicBezTo>
                    <a:pt x="34285" y="0"/>
                    <a:pt x="33121" y="1038"/>
                    <a:pt x="33121" y="1038"/>
                  </a:cubicBezTo>
                  <a:cubicBezTo>
                    <a:pt x="27257" y="7294"/>
                    <a:pt x="32858" y="40802"/>
                    <a:pt x="32858" y="40802"/>
                  </a:cubicBezTo>
                  <a:cubicBezTo>
                    <a:pt x="29183" y="46588"/>
                    <a:pt x="7566" y="64037"/>
                    <a:pt x="7566" y="64037"/>
                  </a:cubicBezTo>
                  <a:cubicBezTo>
                    <a:pt x="7566" y="64037"/>
                    <a:pt x="5620" y="63694"/>
                    <a:pt x="3771" y="63694"/>
                  </a:cubicBezTo>
                  <a:cubicBezTo>
                    <a:pt x="2241" y="63694"/>
                    <a:pt x="776" y="63929"/>
                    <a:pt x="534" y="64788"/>
                  </a:cubicBezTo>
                  <a:cubicBezTo>
                    <a:pt x="1" y="66684"/>
                    <a:pt x="248" y="71868"/>
                    <a:pt x="2598" y="73212"/>
                  </a:cubicBezTo>
                  <a:cubicBezTo>
                    <a:pt x="2808" y="73332"/>
                    <a:pt x="3058" y="73387"/>
                    <a:pt x="3340" y="73387"/>
                  </a:cubicBezTo>
                  <a:cubicBezTo>
                    <a:pt x="6206" y="73387"/>
                    <a:pt x="12315" y="67717"/>
                    <a:pt x="12315" y="67717"/>
                  </a:cubicBezTo>
                  <a:cubicBezTo>
                    <a:pt x="24724" y="60254"/>
                    <a:pt x="41223" y="46223"/>
                    <a:pt x="41223" y="46223"/>
                  </a:cubicBezTo>
                  <a:cubicBezTo>
                    <a:pt x="41223" y="46223"/>
                    <a:pt x="49283" y="10297"/>
                    <a:pt x="43261" y="3832"/>
                  </a:cubicBezTo>
                  <a:cubicBezTo>
                    <a:pt x="40441" y="805"/>
                    <a:pt x="38039" y="0"/>
                    <a:pt x="3628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78" name="Google Shape;881;p 1"/>
            <p:cNvSpPr/>
            <p:nvPr/>
          </p:nvSpPr>
          <p:spPr>
            <a:xfrm>
              <a:off x="6726600" y="1562760"/>
              <a:ext cx="114480" cy="128160"/>
            </a:xfrm>
            <a:custGeom>
              <a:avLst/>
              <a:gdLst>
                <a:gd name="textAreaLeft" fmla="*/ 0 w 114480"/>
                <a:gd name="textAreaRight" fmla="*/ 114840 w 114480"/>
                <a:gd name="textAreaTop" fmla="*/ 0 h 128160"/>
                <a:gd name="textAreaBottom" fmla="*/ 128520 h 128160"/>
              </a:gdLst>
              <a:ahLst/>
              <a:cxnLst/>
              <a:rect l="textAreaLeft" t="textAreaTop" r="textAreaRight" b="textAreaBottom"/>
              <a:pathLst>
                <a:path w="5663" h="6337">
                  <a:moveTo>
                    <a:pt x="3453" y="1"/>
                  </a:moveTo>
                  <a:cubicBezTo>
                    <a:pt x="2416" y="1"/>
                    <a:pt x="1284" y="896"/>
                    <a:pt x="704" y="2275"/>
                  </a:cubicBezTo>
                  <a:cubicBezTo>
                    <a:pt x="1" y="3954"/>
                    <a:pt x="381" y="5714"/>
                    <a:pt x="1557" y="6207"/>
                  </a:cubicBezTo>
                  <a:cubicBezTo>
                    <a:pt x="1765" y="6295"/>
                    <a:pt x="1985" y="6337"/>
                    <a:pt x="2208" y="6337"/>
                  </a:cubicBezTo>
                  <a:cubicBezTo>
                    <a:pt x="3246" y="6337"/>
                    <a:pt x="4379" y="5441"/>
                    <a:pt x="4959" y="4062"/>
                  </a:cubicBezTo>
                  <a:cubicBezTo>
                    <a:pt x="5663" y="2383"/>
                    <a:pt x="5282" y="624"/>
                    <a:pt x="4107" y="131"/>
                  </a:cubicBezTo>
                  <a:cubicBezTo>
                    <a:pt x="3898" y="43"/>
                    <a:pt x="3678" y="1"/>
                    <a:pt x="345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64080" bIns="64080" anchor="ctr">
              <a:noAutofit/>
            </a:bodyPr>
            <a:lstStyle/>
            <a:p>
              <a:endParaRPr lang="en-US" sz="1400" b="0" u="none" strike="noStrike">
                <a:solidFill>
                  <a:srgbClr val="000000"/>
                </a:solidFill>
                <a:effectLst/>
                <a:uFillTx/>
                <a:latin typeface="Arial"/>
              </a:endParaRPr>
            </a:p>
          </p:txBody>
        </p:sp>
        <p:sp>
          <p:nvSpPr>
            <p:cNvPr id="679" name="Google Shape;882;p 1"/>
            <p:cNvSpPr/>
            <p:nvPr/>
          </p:nvSpPr>
          <p:spPr>
            <a:xfrm>
              <a:off x="5965920" y="2572920"/>
              <a:ext cx="1769400" cy="1362240"/>
            </a:xfrm>
            <a:custGeom>
              <a:avLst/>
              <a:gdLst>
                <a:gd name="textAreaLeft" fmla="*/ 0 w 1769400"/>
                <a:gd name="textAreaRight" fmla="*/ 1769760 w 1769400"/>
                <a:gd name="textAreaTop" fmla="*/ 0 h 1362240"/>
                <a:gd name="textAreaBottom" fmla="*/ 1362600 h 1362240"/>
              </a:gdLst>
              <a:ahLst/>
              <a:cxnLst/>
              <a:rect l="textAreaLeft" t="textAreaTop" r="textAreaRight" b="textAreaBottom"/>
              <a:pathLst>
                <a:path w="87227" h="67151">
                  <a:moveTo>
                    <a:pt x="83023" y="1"/>
                  </a:moveTo>
                  <a:cubicBezTo>
                    <a:pt x="80648" y="1"/>
                    <a:pt x="77483" y="1525"/>
                    <a:pt x="76097" y="6607"/>
                  </a:cubicBezTo>
                  <a:cubicBezTo>
                    <a:pt x="73218" y="17165"/>
                    <a:pt x="69379" y="55559"/>
                    <a:pt x="56901" y="56518"/>
                  </a:cubicBezTo>
                  <a:cubicBezTo>
                    <a:pt x="44422" y="57477"/>
                    <a:pt x="6030" y="59398"/>
                    <a:pt x="6030" y="59398"/>
                  </a:cubicBezTo>
                  <a:cubicBezTo>
                    <a:pt x="6030" y="59398"/>
                    <a:pt x="0" y="67151"/>
                    <a:pt x="25480" y="67151"/>
                  </a:cubicBezTo>
                  <a:cubicBezTo>
                    <a:pt x="26896" y="67151"/>
                    <a:pt x="28409" y="67127"/>
                    <a:pt x="30025" y="67076"/>
                  </a:cubicBezTo>
                  <a:cubicBezTo>
                    <a:pt x="60739" y="66117"/>
                    <a:pt x="68419" y="66117"/>
                    <a:pt x="71298" y="58438"/>
                  </a:cubicBezTo>
                  <a:cubicBezTo>
                    <a:pt x="74176" y="50758"/>
                    <a:pt x="79937" y="4686"/>
                    <a:pt x="84737" y="2766"/>
                  </a:cubicBezTo>
                  <a:cubicBezTo>
                    <a:pt x="87226" y="1771"/>
                    <a:pt x="85583" y="1"/>
                    <a:pt x="83023"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cxnSp>
        <p:nvCxnSpPr>
          <p:cNvPr id="680" name="Google Shape;883;p 1"/>
          <p:cNvCxnSpPr/>
          <p:nvPr/>
        </p:nvCxnSpPr>
        <p:spPr>
          <a:xfrm flipV="1">
            <a:off x="4146840" y="1495080"/>
            <a:ext cx="2644560" cy="1499040"/>
          </a:xfrm>
          <a:prstGeom prst="straightConnector1">
            <a:avLst/>
          </a:prstGeom>
          <a:ln w="19050">
            <a:solidFill>
              <a:srgbClr val="434343"/>
            </a:solidFill>
            <a:round/>
            <a:headEnd type="oval" w="med" len="med"/>
            <a:tailEnd type="oval" w="med" len="med"/>
          </a:ln>
        </p:spPr>
      </p:cxnSp>
      <p:cxnSp>
        <p:nvCxnSpPr>
          <p:cNvPr id="681" name="Google Shape;884;p 1"/>
          <p:cNvCxnSpPr/>
          <p:nvPr/>
        </p:nvCxnSpPr>
        <p:spPr>
          <a:xfrm flipV="1">
            <a:off x="4146840" y="2504880"/>
            <a:ext cx="2415960" cy="1435320"/>
          </a:xfrm>
          <a:prstGeom prst="straightConnector1">
            <a:avLst/>
          </a:prstGeom>
          <a:ln w="19050">
            <a:solidFill>
              <a:srgbClr val="434343"/>
            </a:solidFill>
            <a:round/>
            <a:headEnd type="oval" w="med" len="med"/>
            <a:tailEnd type="oval" w="med" len="med"/>
          </a:ln>
        </p:spPr>
      </p:cxnSp>
      <p:grpSp>
        <p:nvGrpSpPr>
          <p:cNvPr id="682" name="Google Shape;6332;p 1"/>
          <p:cNvGrpSpPr/>
          <p:nvPr/>
        </p:nvGrpSpPr>
        <p:grpSpPr>
          <a:xfrm>
            <a:off x="3746520" y="3738960"/>
            <a:ext cx="159480" cy="364320"/>
            <a:chOff x="3746520" y="3738960"/>
            <a:chExt cx="159480" cy="364320"/>
          </a:xfrm>
        </p:grpSpPr>
        <p:sp>
          <p:nvSpPr>
            <p:cNvPr id="683" name="Google Shape;6333;p 1"/>
            <p:cNvSpPr/>
            <p:nvPr/>
          </p:nvSpPr>
          <p:spPr>
            <a:xfrm>
              <a:off x="3830400" y="3903120"/>
              <a:ext cx="36000" cy="200160"/>
            </a:xfrm>
            <a:custGeom>
              <a:avLst/>
              <a:gdLst>
                <a:gd name="textAreaLeft" fmla="*/ 0 w 36000"/>
                <a:gd name="textAreaRight" fmla="*/ 36360 w 36000"/>
                <a:gd name="textAreaTop" fmla="*/ 0 h 200160"/>
                <a:gd name="textAreaBottom" fmla="*/ 200520 h 200160"/>
              </a:gdLst>
              <a:ahLst/>
              <a:cxnLst/>
              <a:rect l="textAreaLeft" t="textAreaTop" r="textAreaRight" b="textAreaBottom"/>
              <a:pathLst>
                <a:path w="1144" h="6312">
                  <a:moveTo>
                    <a:pt x="965" y="1"/>
                  </a:moveTo>
                  <a:cubicBezTo>
                    <a:pt x="882" y="1"/>
                    <a:pt x="810" y="72"/>
                    <a:pt x="810" y="168"/>
                  </a:cubicBezTo>
                  <a:lnTo>
                    <a:pt x="810" y="5716"/>
                  </a:lnTo>
                  <a:cubicBezTo>
                    <a:pt x="810" y="5847"/>
                    <a:pt x="703" y="5954"/>
                    <a:pt x="584" y="5966"/>
                  </a:cubicBezTo>
                  <a:cubicBezTo>
                    <a:pt x="453" y="5966"/>
                    <a:pt x="334" y="5859"/>
                    <a:pt x="334" y="5728"/>
                  </a:cubicBezTo>
                  <a:lnTo>
                    <a:pt x="334" y="4656"/>
                  </a:lnTo>
                  <a:cubicBezTo>
                    <a:pt x="334" y="4573"/>
                    <a:pt x="251" y="4490"/>
                    <a:pt x="167" y="4490"/>
                  </a:cubicBezTo>
                  <a:cubicBezTo>
                    <a:pt x="72" y="4490"/>
                    <a:pt x="1" y="4573"/>
                    <a:pt x="1" y="4656"/>
                  </a:cubicBezTo>
                  <a:lnTo>
                    <a:pt x="1" y="5728"/>
                  </a:lnTo>
                  <a:cubicBezTo>
                    <a:pt x="1" y="5966"/>
                    <a:pt x="167" y="6192"/>
                    <a:pt x="394" y="6276"/>
                  </a:cubicBezTo>
                  <a:cubicBezTo>
                    <a:pt x="453" y="6299"/>
                    <a:pt x="525" y="6311"/>
                    <a:pt x="596" y="6311"/>
                  </a:cubicBezTo>
                  <a:cubicBezTo>
                    <a:pt x="906" y="6299"/>
                    <a:pt x="1144" y="6037"/>
                    <a:pt x="1144" y="5728"/>
                  </a:cubicBezTo>
                  <a:lnTo>
                    <a:pt x="1144" y="180"/>
                  </a:lnTo>
                  <a:cubicBezTo>
                    <a:pt x="1144" y="72"/>
                    <a:pt x="1072" y="1"/>
                    <a:pt x="965" y="1"/>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684" name="Google Shape;6334;p 1"/>
            <p:cNvSpPr/>
            <p:nvPr/>
          </p:nvSpPr>
          <p:spPr>
            <a:xfrm>
              <a:off x="3790800" y="3738960"/>
              <a:ext cx="70560" cy="70920"/>
            </a:xfrm>
            <a:custGeom>
              <a:avLst/>
              <a:gdLst>
                <a:gd name="textAreaLeft" fmla="*/ 0 w 70560"/>
                <a:gd name="textAreaRight" fmla="*/ 70920 w 70560"/>
                <a:gd name="textAreaTop" fmla="*/ 0 h 70920"/>
                <a:gd name="textAreaBottom" fmla="*/ 71280 h 70920"/>
              </a:gdLst>
              <a:ahLst/>
              <a:cxnLst/>
              <a:rect l="textAreaLeft" t="textAreaTop" r="textAreaRight" b="textAreaBottom"/>
              <a:pathLst>
                <a:path w="2239" h="2240">
                  <a:moveTo>
                    <a:pt x="1120" y="346"/>
                  </a:moveTo>
                  <a:cubicBezTo>
                    <a:pt x="1548" y="346"/>
                    <a:pt x="1894" y="679"/>
                    <a:pt x="1894" y="1120"/>
                  </a:cubicBezTo>
                  <a:cubicBezTo>
                    <a:pt x="1894" y="1548"/>
                    <a:pt x="1548" y="1894"/>
                    <a:pt x="1120" y="1894"/>
                  </a:cubicBezTo>
                  <a:cubicBezTo>
                    <a:pt x="691" y="1894"/>
                    <a:pt x="346" y="1548"/>
                    <a:pt x="346" y="1120"/>
                  </a:cubicBezTo>
                  <a:cubicBezTo>
                    <a:pt x="346" y="679"/>
                    <a:pt x="691" y="346"/>
                    <a:pt x="1120" y="346"/>
                  </a:cubicBezTo>
                  <a:close/>
                  <a:moveTo>
                    <a:pt x="1120" y="1"/>
                  </a:moveTo>
                  <a:cubicBezTo>
                    <a:pt x="513" y="1"/>
                    <a:pt x="1" y="513"/>
                    <a:pt x="1" y="1120"/>
                  </a:cubicBezTo>
                  <a:cubicBezTo>
                    <a:pt x="1" y="1727"/>
                    <a:pt x="513" y="2239"/>
                    <a:pt x="1120" y="2239"/>
                  </a:cubicBezTo>
                  <a:cubicBezTo>
                    <a:pt x="1727" y="2239"/>
                    <a:pt x="2239" y="1727"/>
                    <a:pt x="2239" y="1120"/>
                  </a:cubicBezTo>
                  <a:cubicBezTo>
                    <a:pt x="2239" y="513"/>
                    <a:pt x="1727" y="1"/>
                    <a:pt x="1120" y="1"/>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35640" bIns="35640" anchor="ctr">
              <a:noAutofit/>
            </a:bodyPr>
            <a:lstStyle/>
            <a:p>
              <a:endParaRPr lang="en-US" sz="1400" b="0" u="none" strike="noStrike">
                <a:solidFill>
                  <a:srgbClr val="FFFFFF"/>
                </a:solidFill>
                <a:effectLst/>
                <a:uFillTx/>
                <a:latin typeface="Arial"/>
              </a:endParaRPr>
            </a:p>
          </p:txBody>
        </p:sp>
        <p:sp>
          <p:nvSpPr>
            <p:cNvPr id="685" name="Google Shape;6335;p 1"/>
            <p:cNvSpPr/>
            <p:nvPr/>
          </p:nvSpPr>
          <p:spPr>
            <a:xfrm>
              <a:off x="3746520" y="3856680"/>
              <a:ext cx="94320" cy="246600"/>
            </a:xfrm>
            <a:custGeom>
              <a:avLst/>
              <a:gdLst>
                <a:gd name="textAreaLeft" fmla="*/ 0 w 94320"/>
                <a:gd name="textAreaRight" fmla="*/ 94680 w 94320"/>
                <a:gd name="textAreaTop" fmla="*/ 0 h 246600"/>
                <a:gd name="textAreaBottom" fmla="*/ 246960 h 246600"/>
              </a:gdLst>
              <a:ahLst/>
              <a:cxnLst/>
              <a:rect l="textAreaLeft" t="textAreaTop" r="textAreaRight" b="textAreaBottom"/>
              <a:pathLst>
                <a:path w="2978" h="7776">
                  <a:moveTo>
                    <a:pt x="1191" y="0"/>
                  </a:moveTo>
                  <a:cubicBezTo>
                    <a:pt x="977" y="0"/>
                    <a:pt x="798" y="179"/>
                    <a:pt x="798" y="393"/>
                  </a:cubicBezTo>
                  <a:lnTo>
                    <a:pt x="798" y="2894"/>
                  </a:lnTo>
                  <a:cubicBezTo>
                    <a:pt x="798" y="3025"/>
                    <a:pt x="691" y="3132"/>
                    <a:pt x="560" y="3132"/>
                  </a:cubicBezTo>
                  <a:cubicBezTo>
                    <a:pt x="429" y="3132"/>
                    <a:pt x="322" y="3025"/>
                    <a:pt x="322" y="2894"/>
                  </a:cubicBezTo>
                  <a:lnTo>
                    <a:pt x="322" y="2275"/>
                  </a:lnTo>
                  <a:cubicBezTo>
                    <a:pt x="322" y="2191"/>
                    <a:pt x="251" y="2120"/>
                    <a:pt x="155" y="2120"/>
                  </a:cubicBezTo>
                  <a:cubicBezTo>
                    <a:pt x="72" y="2120"/>
                    <a:pt x="1" y="2191"/>
                    <a:pt x="1" y="2275"/>
                  </a:cubicBezTo>
                  <a:lnTo>
                    <a:pt x="1" y="2894"/>
                  </a:lnTo>
                  <a:cubicBezTo>
                    <a:pt x="1" y="3203"/>
                    <a:pt x="251" y="3465"/>
                    <a:pt x="572" y="3465"/>
                  </a:cubicBezTo>
                  <a:cubicBezTo>
                    <a:pt x="894" y="3465"/>
                    <a:pt x="1156" y="3215"/>
                    <a:pt x="1156" y="2894"/>
                  </a:cubicBezTo>
                  <a:lnTo>
                    <a:pt x="1156" y="393"/>
                  </a:lnTo>
                  <a:cubicBezTo>
                    <a:pt x="1156" y="358"/>
                    <a:pt x="1191" y="334"/>
                    <a:pt x="1215" y="334"/>
                  </a:cubicBezTo>
                  <a:cubicBezTo>
                    <a:pt x="1251" y="334"/>
                    <a:pt x="1275" y="358"/>
                    <a:pt x="1275" y="393"/>
                  </a:cubicBezTo>
                  <a:lnTo>
                    <a:pt x="1275" y="7192"/>
                  </a:lnTo>
                  <a:cubicBezTo>
                    <a:pt x="1275" y="7501"/>
                    <a:pt x="1525" y="7775"/>
                    <a:pt x="1858" y="7775"/>
                  </a:cubicBezTo>
                  <a:cubicBezTo>
                    <a:pt x="2168" y="7775"/>
                    <a:pt x="2441" y="7513"/>
                    <a:pt x="2441" y="7192"/>
                  </a:cubicBezTo>
                  <a:lnTo>
                    <a:pt x="2441" y="4251"/>
                  </a:lnTo>
                  <a:cubicBezTo>
                    <a:pt x="2441" y="4168"/>
                    <a:pt x="2501" y="4132"/>
                    <a:pt x="2560" y="4132"/>
                  </a:cubicBezTo>
                  <a:cubicBezTo>
                    <a:pt x="2632" y="4132"/>
                    <a:pt x="2680" y="4191"/>
                    <a:pt x="2680" y="4251"/>
                  </a:cubicBezTo>
                  <a:lnTo>
                    <a:pt x="2644" y="5442"/>
                  </a:lnTo>
                  <a:cubicBezTo>
                    <a:pt x="2644" y="5525"/>
                    <a:pt x="2715" y="5596"/>
                    <a:pt x="2810" y="5596"/>
                  </a:cubicBezTo>
                  <a:cubicBezTo>
                    <a:pt x="2894" y="5596"/>
                    <a:pt x="2977" y="5525"/>
                    <a:pt x="2977" y="5442"/>
                  </a:cubicBezTo>
                  <a:lnTo>
                    <a:pt x="2977" y="4251"/>
                  </a:lnTo>
                  <a:cubicBezTo>
                    <a:pt x="2977" y="3989"/>
                    <a:pt x="2763" y="3787"/>
                    <a:pt x="2513" y="3787"/>
                  </a:cubicBezTo>
                  <a:cubicBezTo>
                    <a:pt x="2263" y="3787"/>
                    <a:pt x="2048" y="3989"/>
                    <a:pt x="2048" y="4251"/>
                  </a:cubicBezTo>
                  <a:lnTo>
                    <a:pt x="2048" y="7192"/>
                  </a:lnTo>
                  <a:cubicBezTo>
                    <a:pt x="2048" y="7323"/>
                    <a:pt x="1941" y="7430"/>
                    <a:pt x="1810" y="7430"/>
                  </a:cubicBezTo>
                  <a:cubicBezTo>
                    <a:pt x="1679" y="7430"/>
                    <a:pt x="1572" y="7323"/>
                    <a:pt x="1572" y="7192"/>
                  </a:cubicBezTo>
                  <a:lnTo>
                    <a:pt x="1572" y="393"/>
                  </a:lnTo>
                  <a:cubicBezTo>
                    <a:pt x="1572" y="179"/>
                    <a:pt x="1394" y="0"/>
                    <a:pt x="1191" y="0"/>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686" name="Google Shape;6336;p 1"/>
            <p:cNvSpPr/>
            <p:nvPr/>
          </p:nvSpPr>
          <p:spPr>
            <a:xfrm>
              <a:off x="3746520" y="3816720"/>
              <a:ext cx="159480" cy="150120"/>
            </a:xfrm>
            <a:custGeom>
              <a:avLst/>
              <a:gdLst>
                <a:gd name="textAreaLeft" fmla="*/ 0 w 159480"/>
                <a:gd name="textAreaRight" fmla="*/ 159840 w 159480"/>
                <a:gd name="textAreaTop" fmla="*/ 0 h 150120"/>
                <a:gd name="textAreaBottom" fmla="*/ 150480 h 150120"/>
              </a:gdLst>
              <a:ahLst/>
              <a:cxnLst/>
              <a:rect l="textAreaLeft" t="textAreaTop" r="textAreaRight" b="textAreaBottom"/>
              <a:pathLst>
                <a:path w="5037" h="4740">
                  <a:moveTo>
                    <a:pt x="1429" y="0"/>
                  </a:moveTo>
                  <a:cubicBezTo>
                    <a:pt x="632" y="0"/>
                    <a:pt x="1" y="643"/>
                    <a:pt x="1" y="1429"/>
                  </a:cubicBezTo>
                  <a:lnTo>
                    <a:pt x="1" y="2858"/>
                  </a:lnTo>
                  <a:cubicBezTo>
                    <a:pt x="1" y="2953"/>
                    <a:pt x="72" y="3025"/>
                    <a:pt x="155" y="3025"/>
                  </a:cubicBezTo>
                  <a:cubicBezTo>
                    <a:pt x="251" y="3025"/>
                    <a:pt x="322" y="2953"/>
                    <a:pt x="322" y="2858"/>
                  </a:cubicBezTo>
                  <a:lnTo>
                    <a:pt x="322" y="1429"/>
                  </a:lnTo>
                  <a:cubicBezTo>
                    <a:pt x="322" y="822"/>
                    <a:pt x="810" y="334"/>
                    <a:pt x="1429" y="334"/>
                  </a:cubicBezTo>
                  <a:lnTo>
                    <a:pt x="3608" y="334"/>
                  </a:lnTo>
                  <a:cubicBezTo>
                    <a:pt x="4227" y="334"/>
                    <a:pt x="4715" y="822"/>
                    <a:pt x="4715" y="1429"/>
                  </a:cubicBezTo>
                  <a:lnTo>
                    <a:pt x="4715" y="4144"/>
                  </a:lnTo>
                  <a:cubicBezTo>
                    <a:pt x="4715" y="4275"/>
                    <a:pt x="4608" y="4382"/>
                    <a:pt x="4489" y="4394"/>
                  </a:cubicBezTo>
                  <a:cubicBezTo>
                    <a:pt x="4358" y="4394"/>
                    <a:pt x="4239" y="4287"/>
                    <a:pt x="4239" y="4156"/>
                  </a:cubicBezTo>
                  <a:lnTo>
                    <a:pt x="4239" y="1655"/>
                  </a:lnTo>
                  <a:cubicBezTo>
                    <a:pt x="4239" y="1441"/>
                    <a:pt x="4061" y="1262"/>
                    <a:pt x="3846" y="1262"/>
                  </a:cubicBezTo>
                  <a:cubicBezTo>
                    <a:pt x="3644" y="1262"/>
                    <a:pt x="3465" y="1441"/>
                    <a:pt x="3465" y="1655"/>
                  </a:cubicBezTo>
                  <a:lnTo>
                    <a:pt x="3465" y="2239"/>
                  </a:lnTo>
                  <a:cubicBezTo>
                    <a:pt x="3465" y="2322"/>
                    <a:pt x="3537" y="2394"/>
                    <a:pt x="3632" y="2394"/>
                  </a:cubicBezTo>
                  <a:cubicBezTo>
                    <a:pt x="3715" y="2394"/>
                    <a:pt x="3787" y="2322"/>
                    <a:pt x="3787" y="2239"/>
                  </a:cubicBezTo>
                  <a:lnTo>
                    <a:pt x="3787" y="1655"/>
                  </a:lnTo>
                  <a:cubicBezTo>
                    <a:pt x="3787" y="1620"/>
                    <a:pt x="3814" y="1602"/>
                    <a:pt x="3840" y="1602"/>
                  </a:cubicBezTo>
                  <a:cubicBezTo>
                    <a:pt x="3867" y="1602"/>
                    <a:pt x="3894" y="1620"/>
                    <a:pt x="3894" y="1655"/>
                  </a:cubicBezTo>
                  <a:lnTo>
                    <a:pt x="3894" y="4156"/>
                  </a:lnTo>
                  <a:cubicBezTo>
                    <a:pt x="3894" y="4382"/>
                    <a:pt x="4049" y="4596"/>
                    <a:pt x="4251" y="4691"/>
                  </a:cubicBezTo>
                  <a:cubicBezTo>
                    <a:pt x="4323" y="4715"/>
                    <a:pt x="4406" y="4739"/>
                    <a:pt x="4489" y="4739"/>
                  </a:cubicBezTo>
                  <a:cubicBezTo>
                    <a:pt x="4799" y="4715"/>
                    <a:pt x="5037" y="4465"/>
                    <a:pt x="5037" y="4156"/>
                  </a:cubicBezTo>
                  <a:lnTo>
                    <a:pt x="5037" y="1429"/>
                  </a:lnTo>
                  <a:cubicBezTo>
                    <a:pt x="5037" y="643"/>
                    <a:pt x="4406" y="0"/>
                    <a:pt x="3608" y="0"/>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75240" bIns="75240" anchor="ctr">
              <a:noAutofit/>
            </a:bodyPr>
            <a:lstStyle/>
            <a:p>
              <a:endParaRPr lang="en-US" sz="1400" b="0" u="none" strike="noStrike">
                <a:solidFill>
                  <a:srgbClr val="FFFFFF"/>
                </a:solidFill>
                <a:effectLst/>
                <a:uFillTx/>
                <a:latin typeface="Arial"/>
              </a:endParaRPr>
            </a:p>
          </p:txBody>
        </p:sp>
      </p:grpSp>
      <p:grpSp>
        <p:nvGrpSpPr>
          <p:cNvPr id="687" name="Google Shape;6337;p 1"/>
          <p:cNvGrpSpPr/>
          <p:nvPr/>
        </p:nvGrpSpPr>
        <p:grpSpPr>
          <a:xfrm>
            <a:off x="3540600" y="3739680"/>
            <a:ext cx="213840" cy="363600"/>
            <a:chOff x="3540600" y="3739680"/>
            <a:chExt cx="213840" cy="363600"/>
          </a:xfrm>
        </p:grpSpPr>
        <p:sp>
          <p:nvSpPr>
            <p:cNvPr id="688" name="Google Shape;6338;p 1"/>
            <p:cNvSpPr/>
            <p:nvPr/>
          </p:nvSpPr>
          <p:spPr>
            <a:xfrm>
              <a:off x="3612600" y="3739680"/>
              <a:ext cx="70200" cy="70560"/>
            </a:xfrm>
            <a:custGeom>
              <a:avLst/>
              <a:gdLst>
                <a:gd name="textAreaLeft" fmla="*/ 0 w 70200"/>
                <a:gd name="textAreaRight" fmla="*/ 70560 w 70200"/>
                <a:gd name="textAreaTop" fmla="*/ 0 h 70560"/>
                <a:gd name="textAreaBottom" fmla="*/ 70920 h 70560"/>
              </a:gdLst>
              <a:ahLst/>
              <a:cxnLst/>
              <a:rect l="textAreaLeft" t="textAreaTop" r="textAreaRight" b="textAreaBottom"/>
              <a:pathLst>
                <a:path w="2227" h="2239">
                  <a:moveTo>
                    <a:pt x="1119" y="346"/>
                  </a:moveTo>
                  <a:cubicBezTo>
                    <a:pt x="1548" y="346"/>
                    <a:pt x="1893" y="691"/>
                    <a:pt x="1893" y="1120"/>
                  </a:cubicBezTo>
                  <a:cubicBezTo>
                    <a:pt x="1893" y="1548"/>
                    <a:pt x="1548" y="1894"/>
                    <a:pt x="1119" y="1894"/>
                  </a:cubicBezTo>
                  <a:cubicBezTo>
                    <a:pt x="679" y="1894"/>
                    <a:pt x="345" y="1548"/>
                    <a:pt x="345" y="1120"/>
                  </a:cubicBezTo>
                  <a:cubicBezTo>
                    <a:pt x="345" y="691"/>
                    <a:pt x="703" y="346"/>
                    <a:pt x="1119" y="346"/>
                  </a:cubicBezTo>
                  <a:close/>
                  <a:moveTo>
                    <a:pt x="1119" y="1"/>
                  </a:moveTo>
                  <a:cubicBezTo>
                    <a:pt x="500" y="1"/>
                    <a:pt x="0" y="513"/>
                    <a:pt x="0" y="1120"/>
                  </a:cubicBezTo>
                  <a:cubicBezTo>
                    <a:pt x="12" y="1727"/>
                    <a:pt x="500" y="2239"/>
                    <a:pt x="1119" y="2239"/>
                  </a:cubicBezTo>
                  <a:cubicBezTo>
                    <a:pt x="1727" y="2239"/>
                    <a:pt x="2227" y="1727"/>
                    <a:pt x="2227" y="1120"/>
                  </a:cubicBezTo>
                  <a:cubicBezTo>
                    <a:pt x="2227" y="513"/>
                    <a:pt x="1727" y="1"/>
                    <a:pt x="1119" y="1"/>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35280" bIns="35280" anchor="ctr">
              <a:noAutofit/>
            </a:bodyPr>
            <a:lstStyle/>
            <a:p>
              <a:endParaRPr lang="en-US" sz="1400" b="0" u="none" strike="noStrike">
                <a:solidFill>
                  <a:srgbClr val="FFFFFF"/>
                </a:solidFill>
                <a:effectLst/>
                <a:uFillTx/>
                <a:latin typeface="Arial"/>
              </a:endParaRPr>
            </a:p>
          </p:txBody>
        </p:sp>
        <p:sp>
          <p:nvSpPr>
            <p:cNvPr id="689" name="Google Shape;6339;p 1"/>
            <p:cNvSpPr/>
            <p:nvPr/>
          </p:nvSpPr>
          <p:spPr>
            <a:xfrm>
              <a:off x="3633840" y="3949200"/>
              <a:ext cx="88560" cy="154080"/>
            </a:xfrm>
            <a:custGeom>
              <a:avLst/>
              <a:gdLst>
                <a:gd name="textAreaLeft" fmla="*/ 0 w 88560"/>
                <a:gd name="textAreaRight" fmla="*/ 88920 w 88560"/>
                <a:gd name="textAreaTop" fmla="*/ 0 h 154080"/>
                <a:gd name="textAreaBottom" fmla="*/ 154440 h 154080"/>
              </a:gdLst>
              <a:ahLst/>
              <a:cxnLst/>
              <a:rect l="textAreaLeft" t="textAreaTop" r="textAreaRight" b="textAreaBottom"/>
              <a:pathLst>
                <a:path w="2799" h="4864">
                  <a:moveTo>
                    <a:pt x="2293" y="0"/>
                  </a:moveTo>
                  <a:cubicBezTo>
                    <a:pt x="2280" y="0"/>
                    <a:pt x="2266" y="2"/>
                    <a:pt x="2251" y="6"/>
                  </a:cubicBezTo>
                  <a:cubicBezTo>
                    <a:pt x="2168" y="41"/>
                    <a:pt x="2108" y="125"/>
                    <a:pt x="2132" y="220"/>
                  </a:cubicBezTo>
                  <a:lnTo>
                    <a:pt x="2358" y="1077"/>
                  </a:lnTo>
                  <a:lnTo>
                    <a:pt x="1549" y="1077"/>
                  </a:lnTo>
                  <a:cubicBezTo>
                    <a:pt x="1465" y="1077"/>
                    <a:pt x="1394" y="1160"/>
                    <a:pt x="1394" y="1244"/>
                  </a:cubicBezTo>
                  <a:lnTo>
                    <a:pt x="1394" y="4280"/>
                  </a:lnTo>
                  <a:cubicBezTo>
                    <a:pt x="1394" y="4411"/>
                    <a:pt x="1287" y="4518"/>
                    <a:pt x="1156" y="4518"/>
                  </a:cubicBezTo>
                  <a:cubicBezTo>
                    <a:pt x="1013" y="4518"/>
                    <a:pt x="918" y="4411"/>
                    <a:pt x="918" y="4280"/>
                  </a:cubicBezTo>
                  <a:lnTo>
                    <a:pt x="918" y="1244"/>
                  </a:lnTo>
                  <a:cubicBezTo>
                    <a:pt x="918" y="1160"/>
                    <a:pt x="834" y="1077"/>
                    <a:pt x="751" y="1077"/>
                  </a:cubicBezTo>
                  <a:lnTo>
                    <a:pt x="168" y="1077"/>
                  </a:lnTo>
                  <a:cubicBezTo>
                    <a:pt x="84" y="1077"/>
                    <a:pt x="1" y="1160"/>
                    <a:pt x="1" y="1244"/>
                  </a:cubicBezTo>
                  <a:lnTo>
                    <a:pt x="1" y="2482"/>
                  </a:lnTo>
                  <a:cubicBezTo>
                    <a:pt x="1" y="2565"/>
                    <a:pt x="84" y="2649"/>
                    <a:pt x="168" y="2649"/>
                  </a:cubicBezTo>
                  <a:cubicBezTo>
                    <a:pt x="263" y="2649"/>
                    <a:pt x="334" y="2565"/>
                    <a:pt x="334" y="2482"/>
                  </a:cubicBezTo>
                  <a:lnTo>
                    <a:pt x="334" y="1422"/>
                  </a:lnTo>
                  <a:lnTo>
                    <a:pt x="584" y="1422"/>
                  </a:lnTo>
                  <a:lnTo>
                    <a:pt x="584" y="4280"/>
                  </a:lnTo>
                  <a:cubicBezTo>
                    <a:pt x="584" y="4589"/>
                    <a:pt x="834" y="4863"/>
                    <a:pt x="1168" y="4863"/>
                  </a:cubicBezTo>
                  <a:cubicBezTo>
                    <a:pt x="1477" y="4863"/>
                    <a:pt x="1751" y="4601"/>
                    <a:pt x="1751" y="4280"/>
                  </a:cubicBezTo>
                  <a:lnTo>
                    <a:pt x="1751" y="1422"/>
                  </a:lnTo>
                  <a:lnTo>
                    <a:pt x="2608" y="1422"/>
                  </a:lnTo>
                  <a:cubicBezTo>
                    <a:pt x="2715" y="1422"/>
                    <a:pt x="2799" y="1315"/>
                    <a:pt x="2775" y="1208"/>
                  </a:cubicBezTo>
                  <a:lnTo>
                    <a:pt x="2465" y="125"/>
                  </a:lnTo>
                  <a:cubicBezTo>
                    <a:pt x="2435" y="54"/>
                    <a:pt x="2370" y="0"/>
                    <a:pt x="2293" y="0"/>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77040" bIns="77040" anchor="ctr">
              <a:noAutofit/>
            </a:bodyPr>
            <a:lstStyle/>
            <a:p>
              <a:endParaRPr lang="en-US" sz="1400" b="0" u="none" strike="noStrike">
                <a:solidFill>
                  <a:srgbClr val="FFFFFF"/>
                </a:solidFill>
                <a:effectLst/>
                <a:uFillTx/>
                <a:latin typeface="Arial"/>
              </a:endParaRPr>
            </a:p>
          </p:txBody>
        </p:sp>
        <p:sp>
          <p:nvSpPr>
            <p:cNvPr id="690" name="Google Shape;6340;p 1"/>
            <p:cNvSpPr/>
            <p:nvPr/>
          </p:nvSpPr>
          <p:spPr>
            <a:xfrm>
              <a:off x="3564720" y="3816720"/>
              <a:ext cx="189720" cy="149400"/>
            </a:xfrm>
            <a:custGeom>
              <a:avLst/>
              <a:gdLst>
                <a:gd name="textAreaLeft" fmla="*/ 0 w 189720"/>
                <a:gd name="textAreaRight" fmla="*/ 190080 w 189720"/>
                <a:gd name="textAreaTop" fmla="*/ 0 h 149400"/>
                <a:gd name="textAreaBottom" fmla="*/ 149760 h 149400"/>
              </a:gdLst>
              <a:ahLst/>
              <a:cxnLst/>
              <a:rect l="textAreaLeft" t="textAreaTop" r="textAreaRight" b="textAreaBottom"/>
              <a:pathLst>
                <a:path w="5989" h="4720">
                  <a:moveTo>
                    <a:pt x="1548" y="0"/>
                  </a:moveTo>
                  <a:cubicBezTo>
                    <a:pt x="917" y="0"/>
                    <a:pt x="369" y="417"/>
                    <a:pt x="179" y="1012"/>
                  </a:cubicBezTo>
                  <a:lnTo>
                    <a:pt x="179" y="1024"/>
                  </a:lnTo>
                  <a:lnTo>
                    <a:pt x="24" y="1596"/>
                  </a:lnTo>
                  <a:cubicBezTo>
                    <a:pt x="0" y="1679"/>
                    <a:pt x="60" y="1774"/>
                    <a:pt x="143" y="1798"/>
                  </a:cubicBezTo>
                  <a:cubicBezTo>
                    <a:pt x="160" y="1805"/>
                    <a:pt x="177" y="1809"/>
                    <a:pt x="194" y="1809"/>
                  </a:cubicBezTo>
                  <a:cubicBezTo>
                    <a:pt x="262" y="1809"/>
                    <a:pt x="329" y="1755"/>
                    <a:pt x="357" y="1679"/>
                  </a:cubicBezTo>
                  <a:lnTo>
                    <a:pt x="500" y="1132"/>
                  </a:lnTo>
                  <a:lnTo>
                    <a:pt x="500" y="1120"/>
                  </a:lnTo>
                  <a:cubicBezTo>
                    <a:pt x="631" y="655"/>
                    <a:pt x="1072" y="334"/>
                    <a:pt x="1548" y="334"/>
                  </a:cubicBezTo>
                  <a:lnTo>
                    <a:pt x="3727" y="334"/>
                  </a:lnTo>
                  <a:cubicBezTo>
                    <a:pt x="4203" y="334"/>
                    <a:pt x="4643" y="655"/>
                    <a:pt x="4774" y="1120"/>
                  </a:cubicBezTo>
                  <a:lnTo>
                    <a:pt x="4774" y="1132"/>
                  </a:lnTo>
                  <a:lnTo>
                    <a:pt x="5596" y="4084"/>
                  </a:lnTo>
                  <a:cubicBezTo>
                    <a:pt x="5620" y="4191"/>
                    <a:pt x="5548" y="4334"/>
                    <a:pt x="5429" y="4382"/>
                  </a:cubicBezTo>
                  <a:cubicBezTo>
                    <a:pt x="5414" y="4385"/>
                    <a:pt x="5398" y="4386"/>
                    <a:pt x="5383" y="4386"/>
                  </a:cubicBezTo>
                  <a:cubicBezTo>
                    <a:pt x="5278" y="4386"/>
                    <a:pt x="5173" y="4319"/>
                    <a:pt x="5132" y="4215"/>
                  </a:cubicBezTo>
                  <a:lnTo>
                    <a:pt x="4382" y="1560"/>
                  </a:lnTo>
                  <a:cubicBezTo>
                    <a:pt x="4346" y="1405"/>
                    <a:pt x="4179" y="1286"/>
                    <a:pt x="4012" y="1286"/>
                  </a:cubicBezTo>
                  <a:cubicBezTo>
                    <a:pt x="3762" y="1286"/>
                    <a:pt x="3572" y="1524"/>
                    <a:pt x="3631" y="1774"/>
                  </a:cubicBezTo>
                  <a:lnTo>
                    <a:pt x="4131" y="3751"/>
                  </a:lnTo>
                  <a:cubicBezTo>
                    <a:pt x="4161" y="3830"/>
                    <a:pt x="4223" y="3876"/>
                    <a:pt x="4298" y="3876"/>
                  </a:cubicBezTo>
                  <a:cubicBezTo>
                    <a:pt x="4313" y="3876"/>
                    <a:pt x="4329" y="3874"/>
                    <a:pt x="4346" y="3870"/>
                  </a:cubicBezTo>
                  <a:cubicBezTo>
                    <a:pt x="4429" y="3834"/>
                    <a:pt x="4489" y="3751"/>
                    <a:pt x="4465" y="3656"/>
                  </a:cubicBezTo>
                  <a:lnTo>
                    <a:pt x="3953" y="1679"/>
                  </a:lnTo>
                  <a:cubicBezTo>
                    <a:pt x="3946" y="1637"/>
                    <a:pt x="3980" y="1607"/>
                    <a:pt x="4012" y="1607"/>
                  </a:cubicBezTo>
                  <a:cubicBezTo>
                    <a:pt x="4034" y="1607"/>
                    <a:pt x="4055" y="1621"/>
                    <a:pt x="4060" y="1655"/>
                  </a:cubicBezTo>
                  <a:lnTo>
                    <a:pt x="4798" y="4299"/>
                  </a:lnTo>
                  <a:cubicBezTo>
                    <a:pt x="4879" y="4552"/>
                    <a:pt x="5116" y="4719"/>
                    <a:pt x="5368" y="4719"/>
                  </a:cubicBezTo>
                  <a:cubicBezTo>
                    <a:pt x="5412" y="4719"/>
                    <a:pt x="5456" y="4714"/>
                    <a:pt x="5501" y="4703"/>
                  </a:cubicBezTo>
                  <a:cubicBezTo>
                    <a:pt x="5810" y="4620"/>
                    <a:pt x="5989" y="4287"/>
                    <a:pt x="5917" y="3989"/>
                  </a:cubicBezTo>
                  <a:lnTo>
                    <a:pt x="5096" y="1024"/>
                  </a:lnTo>
                  <a:lnTo>
                    <a:pt x="5096" y="1012"/>
                  </a:lnTo>
                  <a:cubicBezTo>
                    <a:pt x="4917" y="417"/>
                    <a:pt x="4358" y="0"/>
                    <a:pt x="3727" y="0"/>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74880" bIns="74880" anchor="ctr">
              <a:noAutofit/>
            </a:bodyPr>
            <a:lstStyle/>
            <a:p>
              <a:endParaRPr lang="en-US" sz="1400" b="0" u="none" strike="noStrike">
                <a:solidFill>
                  <a:srgbClr val="FFFFFF"/>
                </a:solidFill>
                <a:effectLst/>
                <a:uFillTx/>
                <a:latin typeface="Arial"/>
              </a:endParaRPr>
            </a:p>
          </p:txBody>
        </p:sp>
        <p:sp>
          <p:nvSpPr>
            <p:cNvPr id="691" name="Google Shape;6341;p 1"/>
            <p:cNvSpPr/>
            <p:nvPr/>
          </p:nvSpPr>
          <p:spPr>
            <a:xfrm>
              <a:off x="3540600" y="3856320"/>
              <a:ext cx="103320" cy="245520"/>
            </a:xfrm>
            <a:custGeom>
              <a:avLst/>
              <a:gdLst>
                <a:gd name="textAreaLeft" fmla="*/ 0 w 103320"/>
                <a:gd name="textAreaRight" fmla="*/ 103680 w 103320"/>
                <a:gd name="textAreaTop" fmla="*/ 0 h 245520"/>
                <a:gd name="textAreaBottom" fmla="*/ 245880 h 245520"/>
              </a:gdLst>
              <a:ahLst/>
              <a:cxnLst/>
              <a:rect l="textAreaLeft" t="textAreaTop" r="textAreaRight" b="textAreaBottom"/>
              <a:pathLst>
                <a:path w="3263" h="7741">
                  <a:moveTo>
                    <a:pt x="1988" y="1"/>
                  </a:moveTo>
                  <a:cubicBezTo>
                    <a:pt x="1810" y="1"/>
                    <a:pt x="1667" y="120"/>
                    <a:pt x="1619" y="286"/>
                  </a:cubicBezTo>
                  <a:lnTo>
                    <a:pt x="881" y="2930"/>
                  </a:lnTo>
                  <a:cubicBezTo>
                    <a:pt x="851" y="3030"/>
                    <a:pt x="754" y="3105"/>
                    <a:pt x="645" y="3105"/>
                  </a:cubicBezTo>
                  <a:cubicBezTo>
                    <a:pt x="625" y="3105"/>
                    <a:pt x="604" y="3102"/>
                    <a:pt x="583" y="3096"/>
                  </a:cubicBezTo>
                  <a:cubicBezTo>
                    <a:pt x="464" y="3072"/>
                    <a:pt x="381" y="2930"/>
                    <a:pt x="417" y="2799"/>
                  </a:cubicBezTo>
                  <a:lnTo>
                    <a:pt x="905" y="1048"/>
                  </a:lnTo>
                  <a:cubicBezTo>
                    <a:pt x="941" y="953"/>
                    <a:pt x="881" y="870"/>
                    <a:pt x="786" y="834"/>
                  </a:cubicBezTo>
                  <a:cubicBezTo>
                    <a:pt x="773" y="830"/>
                    <a:pt x="760" y="829"/>
                    <a:pt x="748" y="829"/>
                  </a:cubicBezTo>
                  <a:cubicBezTo>
                    <a:pt x="675" y="829"/>
                    <a:pt x="604" y="882"/>
                    <a:pt x="583" y="953"/>
                  </a:cubicBezTo>
                  <a:lnTo>
                    <a:pt x="83" y="2715"/>
                  </a:lnTo>
                  <a:cubicBezTo>
                    <a:pt x="0" y="3013"/>
                    <a:pt x="191" y="3334"/>
                    <a:pt x="488" y="3406"/>
                  </a:cubicBezTo>
                  <a:cubicBezTo>
                    <a:pt x="541" y="3423"/>
                    <a:pt x="594" y="3430"/>
                    <a:pt x="647" y="3430"/>
                  </a:cubicBezTo>
                  <a:cubicBezTo>
                    <a:pt x="895" y="3430"/>
                    <a:pt x="1132" y="3258"/>
                    <a:pt x="1191" y="3013"/>
                  </a:cubicBezTo>
                  <a:lnTo>
                    <a:pt x="1929" y="358"/>
                  </a:lnTo>
                  <a:cubicBezTo>
                    <a:pt x="1938" y="329"/>
                    <a:pt x="1964" y="315"/>
                    <a:pt x="1988" y="315"/>
                  </a:cubicBezTo>
                  <a:cubicBezTo>
                    <a:pt x="2024" y="315"/>
                    <a:pt x="2057" y="344"/>
                    <a:pt x="2036" y="393"/>
                  </a:cubicBezTo>
                  <a:lnTo>
                    <a:pt x="1083" y="4096"/>
                  </a:lnTo>
                  <a:cubicBezTo>
                    <a:pt x="1060" y="4203"/>
                    <a:pt x="1143" y="4299"/>
                    <a:pt x="1250" y="4299"/>
                  </a:cubicBezTo>
                  <a:lnTo>
                    <a:pt x="2107" y="4299"/>
                  </a:lnTo>
                  <a:lnTo>
                    <a:pt x="2107" y="7156"/>
                  </a:lnTo>
                  <a:cubicBezTo>
                    <a:pt x="2107" y="7478"/>
                    <a:pt x="2346" y="7728"/>
                    <a:pt x="2667" y="7740"/>
                  </a:cubicBezTo>
                  <a:cubicBezTo>
                    <a:pt x="2676" y="7740"/>
                    <a:pt x="2684" y="7740"/>
                    <a:pt x="2693" y="7740"/>
                  </a:cubicBezTo>
                  <a:cubicBezTo>
                    <a:pt x="2922" y="7740"/>
                    <a:pt x="3146" y="7589"/>
                    <a:pt x="3227" y="7371"/>
                  </a:cubicBezTo>
                  <a:cubicBezTo>
                    <a:pt x="3262" y="7311"/>
                    <a:pt x="3262" y="7240"/>
                    <a:pt x="3262" y="7156"/>
                  </a:cubicBezTo>
                  <a:lnTo>
                    <a:pt x="3262" y="6025"/>
                  </a:lnTo>
                  <a:cubicBezTo>
                    <a:pt x="3262" y="5966"/>
                    <a:pt x="3179" y="5894"/>
                    <a:pt x="3096" y="5894"/>
                  </a:cubicBezTo>
                  <a:cubicBezTo>
                    <a:pt x="3000" y="5894"/>
                    <a:pt x="2929" y="5966"/>
                    <a:pt x="2929" y="6061"/>
                  </a:cubicBezTo>
                  <a:lnTo>
                    <a:pt x="2929" y="7192"/>
                  </a:lnTo>
                  <a:cubicBezTo>
                    <a:pt x="2929" y="7323"/>
                    <a:pt x="2810" y="7430"/>
                    <a:pt x="2679" y="7430"/>
                  </a:cubicBezTo>
                  <a:cubicBezTo>
                    <a:pt x="2560" y="7430"/>
                    <a:pt x="2453" y="7311"/>
                    <a:pt x="2453" y="7180"/>
                  </a:cubicBezTo>
                  <a:lnTo>
                    <a:pt x="2453" y="4156"/>
                  </a:lnTo>
                  <a:cubicBezTo>
                    <a:pt x="2453" y="4061"/>
                    <a:pt x="2381" y="3989"/>
                    <a:pt x="2286" y="3989"/>
                  </a:cubicBezTo>
                  <a:lnTo>
                    <a:pt x="1488" y="3989"/>
                  </a:lnTo>
                  <a:lnTo>
                    <a:pt x="2381" y="489"/>
                  </a:lnTo>
                  <a:cubicBezTo>
                    <a:pt x="2441" y="251"/>
                    <a:pt x="2250" y="1"/>
                    <a:pt x="1988" y="1"/>
                  </a:cubicBezTo>
                  <a:close/>
                </a:path>
              </a:pathLst>
            </a:custGeom>
            <a:solidFill>
              <a:srgbClr val="657E9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 name="PlaceHolder 1"/>
          <p:cNvSpPr>
            <a:spLocks noGrp="1"/>
          </p:cNvSpPr>
          <p:nvPr>
            <p:ph type="title"/>
          </p:nvPr>
        </p:nvSpPr>
        <p:spPr>
          <a:xfrm>
            <a:off x="790920" y="720000"/>
            <a:ext cx="5011920" cy="313920"/>
          </a:xfrm>
          <a:prstGeom prst="rect">
            <a:avLst/>
          </a:prstGeom>
          <a:noFill/>
          <a:ln w="0">
            <a:noFill/>
          </a:ln>
        </p:spPr>
        <p:txBody>
          <a:bodyPr lIns="91440" tIns="91440" rIns="91440" bIns="91440" anchor="b">
            <a:noAutofit/>
          </a:bodyPr>
          <a:lstStyle/>
          <a:p>
            <a:pPr indent="0">
              <a:lnSpc>
                <a:spcPct val="100000"/>
              </a:lnSpc>
              <a:buNone/>
              <a:tabLst>
                <a:tab pos="0" algn="l"/>
              </a:tabLst>
            </a:pPr>
            <a:r>
              <a:rPr lang="en" sz="1200" b="0" u="none" strike="noStrike" dirty="0">
                <a:solidFill>
                  <a:srgbClr val="FFFFFF"/>
                </a:solidFill>
                <a:effectLst/>
                <a:uFillTx/>
                <a:latin typeface="Montserrat ExtraBold"/>
                <a:ea typeface="Montserrat ExtraBold"/>
              </a:rPr>
              <a:t>Diagnostic Model</a:t>
            </a:r>
            <a:endParaRPr lang="en-US" sz="1200" b="0" u="none" strike="noStrike" dirty="0">
              <a:solidFill>
                <a:srgbClr val="000000"/>
              </a:solidFill>
              <a:effectLst/>
              <a:uFillTx/>
              <a:latin typeface="Arial"/>
            </a:endParaRPr>
          </a:p>
        </p:txBody>
      </p:sp>
      <p:sp>
        <p:nvSpPr>
          <p:cNvPr id="693" name="PlaceHolder 2"/>
          <p:cNvSpPr>
            <a:spLocks noGrp="1"/>
          </p:cNvSpPr>
          <p:nvPr>
            <p:ph type="title"/>
          </p:nvPr>
        </p:nvSpPr>
        <p:spPr>
          <a:xfrm>
            <a:off x="611280" y="2112584"/>
            <a:ext cx="2559960" cy="318960"/>
          </a:xfrm>
          <a:prstGeom prst="rect">
            <a:avLst/>
          </a:prstGeom>
          <a:noFill/>
          <a:ln w="0">
            <a:noFill/>
          </a:ln>
        </p:spPr>
        <p:txBody>
          <a:bodyPr lIns="91440" tIns="91440" rIns="91440" bIns="91440" anchor="b">
            <a:noAutofit/>
          </a:bodyPr>
          <a:lstStyle/>
          <a:p>
            <a:pPr indent="0" algn="ctr">
              <a:lnSpc>
                <a:spcPct val="100000"/>
              </a:lnSpc>
              <a:buNone/>
              <a:tabLst>
                <a:tab pos="0" algn="l"/>
              </a:tabLst>
            </a:pPr>
            <a:r>
              <a:rPr lang="en" sz="1200" dirty="0">
                <a:solidFill>
                  <a:srgbClr val="434343"/>
                </a:solidFill>
                <a:latin typeface="Montserrat ExtraBold"/>
              </a:rPr>
              <a:t>Sample restrictions</a:t>
            </a:r>
            <a:endParaRPr lang="en-US" sz="1200" b="0" u="none" strike="noStrike" dirty="0">
              <a:solidFill>
                <a:srgbClr val="000000"/>
              </a:solidFill>
              <a:effectLst/>
              <a:uFillTx/>
              <a:latin typeface="Arial"/>
            </a:endParaRPr>
          </a:p>
        </p:txBody>
      </p:sp>
      <p:sp>
        <p:nvSpPr>
          <p:cNvPr id="694" name="PlaceHolder 3"/>
          <p:cNvSpPr>
            <a:spLocks noGrp="1"/>
          </p:cNvSpPr>
          <p:nvPr>
            <p:ph type="subTitle"/>
          </p:nvPr>
        </p:nvSpPr>
        <p:spPr>
          <a:xfrm>
            <a:off x="745920" y="2431544"/>
            <a:ext cx="2237760" cy="98676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100" b="0" u="none" strike="noStrike" dirty="0">
                <a:solidFill>
                  <a:srgbClr val="434343"/>
                </a:solidFill>
                <a:effectLst/>
                <a:uFillTx/>
                <a:latin typeface="EB Garamond"/>
                <a:ea typeface="EB Garamond"/>
              </a:rPr>
              <a:t>The sample was restricted with construction type brick and access to metro in order to diagnostisize the more crutial non dummie variables.</a:t>
            </a:r>
            <a:endParaRPr lang="en-US" sz="1100" b="0" u="none" strike="noStrike" dirty="0">
              <a:solidFill>
                <a:srgbClr val="000000"/>
              </a:solidFill>
              <a:effectLst/>
              <a:uFillTx/>
              <a:latin typeface="Arial"/>
            </a:endParaRPr>
          </a:p>
        </p:txBody>
      </p:sp>
      <p:sp>
        <p:nvSpPr>
          <p:cNvPr id="695" name="PlaceHolder 4"/>
          <p:cNvSpPr>
            <a:spLocks noGrp="1"/>
          </p:cNvSpPr>
          <p:nvPr>
            <p:ph type="subTitle"/>
          </p:nvPr>
        </p:nvSpPr>
        <p:spPr>
          <a:xfrm>
            <a:off x="6085440" y="2546100"/>
            <a:ext cx="2237760" cy="98676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US" sz="1100" dirty="0">
                <a:solidFill>
                  <a:srgbClr val="434343"/>
                </a:solidFill>
                <a:latin typeface="EB Garamond"/>
                <a:ea typeface="EB Garamond"/>
              </a:rPr>
              <a:t>Half</a:t>
            </a:r>
            <a:r>
              <a:rPr lang="en-US" sz="1100" b="0" u="none" strike="noStrike" dirty="0">
                <a:solidFill>
                  <a:srgbClr val="434343"/>
                </a:solidFill>
                <a:effectLst/>
                <a:uFillTx/>
                <a:latin typeface="EB Garamond"/>
                <a:ea typeface="EB Garamond"/>
              </a:rPr>
              <a:t> of the Neighborhoods had approximately 85% of all observations in the data.</a:t>
            </a:r>
            <a:endParaRPr lang="en-US" sz="1100" b="0" u="none" strike="noStrike" dirty="0">
              <a:solidFill>
                <a:srgbClr val="000000"/>
              </a:solidFill>
              <a:effectLst/>
              <a:uFillTx/>
              <a:latin typeface="Arial"/>
            </a:endParaRPr>
          </a:p>
        </p:txBody>
      </p:sp>
      <p:sp>
        <p:nvSpPr>
          <p:cNvPr id="696" name="PlaceHolder 5"/>
          <p:cNvSpPr>
            <a:spLocks noGrp="1"/>
          </p:cNvSpPr>
          <p:nvPr>
            <p:ph type="title"/>
          </p:nvPr>
        </p:nvSpPr>
        <p:spPr>
          <a:xfrm>
            <a:off x="5896080" y="2256300"/>
            <a:ext cx="2559960" cy="318960"/>
          </a:xfrm>
          <a:prstGeom prst="rect">
            <a:avLst/>
          </a:prstGeom>
          <a:noFill/>
          <a:ln w="0">
            <a:noFill/>
          </a:ln>
        </p:spPr>
        <p:txBody>
          <a:bodyPr lIns="91440" tIns="91440" rIns="91440" bIns="91440" anchor="b">
            <a:noAutofit/>
          </a:bodyPr>
          <a:lstStyle/>
          <a:p>
            <a:pPr indent="0" algn="ctr">
              <a:lnSpc>
                <a:spcPct val="100000"/>
              </a:lnSpc>
              <a:buNone/>
              <a:tabLst>
                <a:tab pos="0" algn="l"/>
              </a:tabLst>
            </a:pPr>
            <a:r>
              <a:rPr lang="en" sz="1200" b="0" u="none" strike="noStrike" dirty="0">
                <a:solidFill>
                  <a:srgbClr val="434343"/>
                </a:solidFill>
                <a:effectLst/>
                <a:uFillTx/>
                <a:latin typeface="Montserrat ExtraBold"/>
                <a:ea typeface="Montserrat ExtraBold"/>
              </a:rPr>
              <a:t>Neighborhood BIAS was present</a:t>
            </a:r>
            <a:endParaRPr lang="en-US" sz="1200" b="0" u="none" strike="noStrike" dirty="0">
              <a:solidFill>
                <a:srgbClr val="000000"/>
              </a:solidFill>
              <a:effectLst/>
              <a:uFillTx/>
              <a:latin typeface="Arial"/>
            </a:endParaRPr>
          </a:p>
        </p:txBody>
      </p:sp>
      <p:sp>
        <p:nvSpPr>
          <p:cNvPr id="697" name="PlaceHolder 6"/>
          <p:cNvSpPr>
            <a:spLocks noGrp="1"/>
          </p:cNvSpPr>
          <p:nvPr>
            <p:ph type="subTitle"/>
          </p:nvPr>
        </p:nvSpPr>
        <p:spPr>
          <a:xfrm>
            <a:off x="3444147" y="1849923"/>
            <a:ext cx="2237760" cy="98676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100" b="0" u="none" strike="noStrike" dirty="0">
                <a:solidFill>
                  <a:srgbClr val="434343"/>
                </a:solidFill>
                <a:effectLst/>
                <a:uFillTx/>
                <a:latin typeface="EB Garamond"/>
                <a:ea typeface="EB Garamond"/>
              </a:rPr>
              <a:t>Assesment of proper independed variables and testing the hypotesis that location, proximity to the center &amp; access to public transport are the crutial factors influencing the price.</a:t>
            </a:r>
            <a:endParaRPr lang="en-US" sz="1100" b="0" u="none" strike="noStrike" dirty="0">
              <a:solidFill>
                <a:srgbClr val="000000"/>
              </a:solidFill>
              <a:effectLst/>
              <a:uFillTx/>
              <a:latin typeface="Arial"/>
            </a:endParaRPr>
          </a:p>
        </p:txBody>
      </p:sp>
      <p:sp>
        <p:nvSpPr>
          <p:cNvPr id="698" name="PlaceHolder 7"/>
          <p:cNvSpPr>
            <a:spLocks noGrp="1"/>
          </p:cNvSpPr>
          <p:nvPr>
            <p:ph type="title"/>
          </p:nvPr>
        </p:nvSpPr>
        <p:spPr>
          <a:xfrm>
            <a:off x="3257975" y="1541508"/>
            <a:ext cx="2559960" cy="318960"/>
          </a:xfrm>
          <a:prstGeom prst="rect">
            <a:avLst/>
          </a:prstGeom>
          <a:noFill/>
          <a:ln w="0">
            <a:noFill/>
          </a:ln>
        </p:spPr>
        <p:txBody>
          <a:bodyPr lIns="91440" tIns="91440" rIns="91440" bIns="91440" anchor="b">
            <a:noAutofit/>
          </a:bodyPr>
          <a:lstStyle/>
          <a:p>
            <a:pPr indent="0" algn="ctr">
              <a:lnSpc>
                <a:spcPct val="100000"/>
              </a:lnSpc>
              <a:buNone/>
              <a:tabLst>
                <a:tab pos="0" algn="l"/>
              </a:tabLst>
            </a:pPr>
            <a:r>
              <a:rPr lang="en" sz="1200" b="0" u="none" strike="noStrike" dirty="0">
                <a:solidFill>
                  <a:srgbClr val="434343"/>
                </a:solidFill>
                <a:effectLst/>
                <a:uFillTx/>
                <a:latin typeface="Montserrat ExtraBold"/>
              </a:rPr>
              <a:t>Test Model</a:t>
            </a:r>
            <a:endParaRPr lang="en-US" sz="1200" b="0" u="none" strike="noStrike" dirty="0">
              <a:solidFill>
                <a:srgbClr val="000000"/>
              </a:solidFill>
              <a:effectLst/>
              <a:uFillTx/>
              <a:latin typeface="Arial"/>
            </a:endParaRPr>
          </a:p>
        </p:txBody>
      </p:sp>
      <p:sp>
        <p:nvSpPr>
          <p:cNvPr id="699" name="Google Shape;359;p 3"/>
          <p:cNvSpPr/>
          <p:nvPr/>
        </p:nvSpPr>
        <p:spPr>
          <a:xfrm>
            <a:off x="2637720" y="3507120"/>
            <a:ext cx="4009680" cy="1595520"/>
          </a:xfrm>
          <a:custGeom>
            <a:avLst/>
            <a:gdLst>
              <a:gd name="textAreaLeft" fmla="*/ 0 w 4009680"/>
              <a:gd name="textAreaRight" fmla="*/ 4010040 w 4009680"/>
              <a:gd name="textAreaTop" fmla="*/ 0 h 1595520"/>
              <a:gd name="textAreaBottom" fmla="*/ 1595880 h 1595520"/>
            </a:gdLst>
            <a:ahLst/>
            <a:cxnLst/>
            <a:rect l="textAreaLeft" t="textAreaTop" r="textAreaRight" b="textAreaBottom"/>
            <a:pathLst>
              <a:path w="247007" h="98294">
                <a:moveTo>
                  <a:pt x="168103" y="1"/>
                </a:moveTo>
                <a:cubicBezTo>
                  <a:pt x="166328" y="1"/>
                  <a:pt x="164550" y="734"/>
                  <a:pt x="163185" y="2207"/>
                </a:cubicBezTo>
                <a:lnTo>
                  <a:pt x="141106" y="26046"/>
                </a:lnTo>
                <a:cubicBezTo>
                  <a:pt x="140840" y="26332"/>
                  <a:pt x="140493" y="26477"/>
                  <a:pt x="140144" y="26477"/>
                </a:cubicBezTo>
                <a:cubicBezTo>
                  <a:pt x="139834" y="26477"/>
                  <a:pt x="139522" y="26363"/>
                  <a:pt x="139267" y="26131"/>
                </a:cubicBezTo>
                <a:lnTo>
                  <a:pt x="122255" y="9365"/>
                </a:lnTo>
                <a:cubicBezTo>
                  <a:pt x="121015" y="8143"/>
                  <a:pt x="119386" y="7519"/>
                  <a:pt x="117748" y="7519"/>
                </a:cubicBezTo>
                <a:cubicBezTo>
                  <a:pt x="116411" y="7519"/>
                  <a:pt x="115068" y="7935"/>
                  <a:pt x="113926" y="8782"/>
                </a:cubicBezTo>
                <a:lnTo>
                  <a:pt x="100257" y="18925"/>
                </a:lnTo>
                <a:cubicBezTo>
                  <a:pt x="100061" y="19170"/>
                  <a:pt x="99786" y="19339"/>
                  <a:pt x="99480" y="19403"/>
                </a:cubicBezTo>
                <a:lnTo>
                  <a:pt x="83820" y="2496"/>
                </a:lnTo>
                <a:cubicBezTo>
                  <a:pt x="82457" y="1024"/>
                  <a:pt x="80678" y="290"/>
                  <a:pt x="78903" y="290"/>
                </a:cubicBezTo>
                <a:cubicBezTo>
                  <a:pt x="77078" y="290"/>
                  <a:pt x="75255" y="1065"/>
                  <a:pt x="73888" y="2611"/>
                </a:cubicBezTo>
                <a:lnTo>
                  <a:pt x="62720" y="15241"/>
                </a:lnTo>
                <a:cubicBezTo>
                  <a:pt x="61788" y="16295"/>
                  <a:pt x="60242" y="16628"/>
                  <a:pt x="58659" y="16628"/>
                </a:cubicBezTo>
                <a:cubicBezTo>
                  <a:pt x="58501" y="16628"/>
                  <a:pt x="58343" y="16624"/>
                  <a:pt x="58185" y="16618"/>
                </a:cubicBezTo>
                <a:cubicBezTo>
                  <a:pt x="58041" y="16612"/>
                  <a:pt x="57898" y="16610"/>
                  <a:pt x="57755" y="16610"/>
                </a:cubicBezTo>
                <a:cubicBezTo>
                  <a:pt x="54347" y="16610"/>
                  <a:pt x="51136" y="18214"/>
                  <a:pt x="49238" y="21065"/>
                </a:cubicBezTo>
                <a:cubicBezTo>
                  <a:pt x="37037" y="39400"/>
                  <a:pt x="1" y="97831"/>
                  <a:pt x="977" y="97831"/>
                </a:cubicBezTo>
                <a:lnTo>
                  <a:pt x="8559" y="97846"/>
                </a:lnTo>
                <a:cubicBezTo>
                  <a:pt x="8501" y="97940"/>
                  <a:pt x="8471" y="98005"/>
                  <a:pt x="8499" y="98005"/>
                </a:cubicBezTo>
                <a:lnTo>
                  <a:pt x="49285" y="97926"/>
                </a:lnTo>
                <a:lnTo>
                  <a:pt x="238508" y="98294"/>
                </a:lnTo>
                <a:cubicBezTo>
                  <a:pt x="238577" y="98294"/>
                  <a:pt x="238168" y="98035"/>
                  <a:pt x="237351" y="97558"/>
                </a:cubicBezTo>
                <a:lnTo>
                  <a:pt x="246031" y="97540"/>
                </a:lnTo>
                <a:cubicBezTo>
                  <a:pt x="247006" y="97540"/>
                  <a:pt x="209968" y="39111"/>
                  <a:pt x="197768" y="20776"/>
                </a:cubicBezTo>
                <a:cubicBezTo>
                  <a:pt x="195870" y="17923"/>
                  <a:pt x="192661" y="16321"/>
                  <a:pt x="189251" y="16321"/>
                </a:cubicBezTo>
                <a:cubicBezTo>
                  <a:pt x="189108" y="16321"/>
                  <a:pt x="188965" y="16324"/>
                  <a:pt x="188821" y="16329"/>
                </a:cubicBezTo>
                <a:cubicBezTo>
                  <a:pt x="188663" y="16335"/>
                  <a:pt x="188505" y="16339"/>
                  <a:pt x="188347" y="16339"/>
                </a:cubicBezTo>
                <a:cubicBezTo>
                  <a:pt x="186763" y="16339"/>
                  <a:pt x="185218" y="16006"/>
                  <a:pt x="184287" y="14952"/>
                </a:cubicBezTo>
                <a:lnTo>
                  <a:pt x="173117" y="2322"/>
                </a:lnTo>
                <a:cubicBezTo>
                  <a:pt x="171750" y="776"/>
                  <a:pt x="169928" y="1"/>
                  <a:pt x="16810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00" name="Google Shape;360;p 3"/>
          <p:cNvSpPr/>
          <p:nvPr/>
        </p:nvSpPr>
        <p:spPr>
          <a:xfrm>
            <a:off x="5093280" y="3506400"/>
            <a:ext cx="524880" cy="308880"/>
          </a:xfrm>
          <a:custGeom>
            <a:avLst/>
            <a:gdLst>
              <a:gd name="textAreaLeft" fmla="*/ 0 w 524880"/>
              <a:gd name="textAreaRight" fmla="*/ 525240 w 524880"/>
              <a:gd name="textAreaTop" fmla="*/ 0 h 308880"/>
              <a:gd name="textAreaBottom" fmla="*/ 309240 h 308880"/>
            </a:gdLst>
            <a:ahLst/>
            <a:cxnLst/>
            <a:rect l="textAreaLeft" t="textAreaTop" r="textAreaRight" b="textAreaBottom"/>
            <a:pathLst>
              <a:path w="32362" h="19043">
                <a:moveTo>
                  <a:pt x="17214" y="1"/>
                </a:moveTo>
                <a:cubicBezTo>
                  <a:pt x="15031" y="1"/>
                  <a:pt x="12837" y="1278"/>
                  <a:pt x="10822" y="3581"/>
                </a:cubicBezTo>
                <a:lnTo>
                  <a:pt x="652" y="14237"/>
                </a:lnTo>
                <a:cubicBezTo>
                  <a:pt x="0" y="14981"/>
                  <a:pt x="578" y="16076"/>
                  <a:pt x="1471" y="16076"/>
                </a:cubicBezTo>
                <a:cubicBezTo>
                  <a:pt x="1573" y="16076"/>
                  <a:pt x="1680" y="16061"/>
                  <a:pt x="1790" y="16030"/>
                </a:cubicBezTo>
                <a:lnTo>
                  <a:pt x="9601" y="13799"/>
                </a:lnTo>
                <a:cubicBezTo>
                  <a:pt x="9702" y="13770"/>
                  <a:pt x="9805" y="13756"/>
                  <a:pt x="9906" y="13756"/>
                </a:cubicBezTo>
                <a:cubicBezTo>
                  <a:pt x="10195" y="13756"/>
                  <a:pt x="10477" y="13869"/>
                  <a:pt x="10688" y="14079"/>
                </a:cubicBezTo>
                <a:lnTo>
                  <a:pt x="15326" y="18718"/>
                </a:lnTo>
                <a:cubicBezTo>
                  <a:pt x="15544" y="18936"/>
                  <a:pt x="15827" y="19042"/>
                  <a:pt x="16108" y="19042"/>
                </a:cubicBezTo>
                <a:cubicBezTo>
                  <a:pt x="16450" y="19042"/>
                  <a:pt x="16791" y="18884"/>
                  <a:pt x="17009" y="18579"/>
                </a:cubicBezTo>
                <a:lnTo>
                  <a:pt x="20139" y="14197"/>
                </a:lnTo>
                <a:cubicBezTo>
                  <a:pt x="20349" y="13903"/>
                  <a:pt x="20685" y="13734"/>
                  <a:pt x="21038" y="13734"/>
                </a:cubicBezTo>
                <a:cubicBezTo>
                  <a:pt x="21109" y="13734"/>
                  <a:pt x="21180" y="13741"/>
                  <a:pt x="21251" y="13755"/>
                </a:cubicBezTo>
                <a:lnTo>
                  <a:pt x="30673" y="15577"/>
                </a:lnTo>
                <a:cubicBezTo>
                  <a:pt x="30750" y="15592"/>
                  <a:pt x="30824" y="15599"/>
                  <a:pt x="30897" y="15599"/>
                </a:cubicBezTo>
                <a:cubicBezTo>
                  <a:pt x="31808" y="15599"/>
                  <a:pt x="32362" y="14487"/>
                  <a:pt x="31709" y="13755"/>
                </a:cubicBezTo>
                <a:lnTo>
                  <a:pt x="22503" y="2766"/>
                </a:lnTo>
                <a:cubicBezTo>
                  <a:pt x="20819" y="875"/>
                  <a:pt x="19020" y="1"/>
                  <a:pt x="17214" y="1"/>
                </a:cubicBezTo>
                <a:close/>
              </a:path>
            </a:pathLst>
          </a:custGeom>
          <a:solidFill>
            <a:srgbClr val="74C1B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01" name="Google Shape;361;p 3"/>
          <p:cNvSpPr/>
          <p:nvPr/>
        </p:nvSpPr>
        <p:spPr>
          <a:xfrm>
            <a:off x="5403240" y="3292560"/>
            <a:ext cx="234720" cy="322920"/>
          </a:xfrm>
          <a:custGeom>
            <a:avLst/>
            <a:gdLst>
              <a:gd name="textAreaLeft" fmla="*/ 0 w 234720"/>
              <a:gd name="textAreaRight" fmla="*/ 235080 w 234720"/>
              <a:gd name="textAreaTop" fmla="*/ 0 h 322920"/>
              <a:gd name="textAreaBottom" fmla="*/ 323280 h 322920"/>
            </a:gdLst>
            <a:ahLst/>
            <a:cxnLst/>
            <a:rect l="textAreaLeft" t="textAreaTop" r="textAreaRight" b="textAreaBottom"/>
            <a:pathLst>
              <a:path w="7007" h="9637">
                <a:moveTo>
                  <a:pt x="874" y="0"/>
                </a:moveTo>
                <a:cubicBezTo>
                  <a:pt x="395" y="0"/>
                  <a:pt x="0" y="395"/>
                  <a:pt x="0" y="874"/>
                </a:cubicBezTo>
                <a:lnTo>
                  <a:pt x="0" y="8763"/>
                </a:lnTo>
                <a:cubicBezTo>
                  <a:pt x="0" y="9251"/>
                  <a:pt x="395" y="9636"/>
                  <a:pt x="874" y="9636"/>
                </a:cubicBezTo>
                <a:lnTo>
                  <a:pt x="6133" y="9636"/>
                </a:lnTo>
                <a:cubicBezTo>
                  <a:pt x="6622" y="9636"/>
                  <a:pt x="7007" y="9251"/>
                  <a:pt x="7007" y="8763"/>
                </a:cubicBezTo>
                <a:lnTo>
                  <a:pt x="7007" y="874"/>
                </a:lnTo>
                <a:cubicBezTo>
                  <a:pt x="7007" y="395"/>
                  <a:pt x="6622" y="0"/>
                  <a:pt x="613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02" name="Google Shape;362;p 3"/>
          <p:cNvSpPr/>
          <p:nvPr/>
        </p:nvSpPr>
        <p:spPr>
          <a:xfrm>
            <a:off x="5373720" y="3586680"/>
            <a:ext cx="294120" cy="470160"/>
          </a:xfrm>
          <a:custGeom>
            <a:avLst/>
            <a:gdLst>
              <a:gd name="textAreaLeft" fmla="*/ 0 w 294120"/>
              <a:gd name="textAreaRight" fmla="*/ 294480 w 294120"/>
              <a:gd name="textAreaTop" fmla="*/ 0 h 470160"/>
              <a:gd name="textAreaBottom" fmla="*/ 470520 h 470160"/>
            </a:gdLst>
            <a:ahLst/>
            <a:cxnLst/>
            <a:rect l="textAreaLeft" t="textAreaTop" r="textAreaRight" b="textAreaBottom"/>
            <a:pathLst>
              <a:path w="8773" h="14023">
                <a:moveTo>
                  <a:pt x="883" y="0"/>
                </a:moveTo>
                <a:cubicBezTo>
                  <a:pt x="395" y="0"/>
                  <a:pt x="0" y="395"/>
                  <a:pt x="10" y="873"/>
                </a:cubicBezTo>
                <a:lnTo>
                  <a:pt x="10" y="13149"/>
                </a:lnTo>
                <a:cubicBezTo>
                  <a:pt x="10" y="13628"/>
                  <a:pt x="395" y="14022"/>
                  <a:pt x="883" y="14022"/>
                </a:cubicBezTo>
                <a:lnTo>
                  <a:pt x="7890" y="14022"/>
                </a:lnTo>
                <a:cubicBezTo>
                  <a:pt x="8378" y="14022"/>
                  <a:pt x="8773" y="13628"/>
                  <a:pt x="8773" y="13149"/>
                </a:cubicBezTo>
                <a:lnTo>
                  <a:pt x="8773" y="873"/>
                </a:lnTo>
                <a:cubicBezTo>
                  <a:pt x="8773" y="395"/>
                  <a:pt x="8378" y="0"/>
                  <a:pt x="789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03" name="Google Shape;363;p 3"/>
          <p:cNvSpPr/>
          <p:nvPr/>
        </p:nvSpPr>
        <p:spPr>
          <a:xfrm>
            <a:off x="5315040" y="3998520"/>
            <a:ext cx="411480" cy="822960"/>
          </a:xfrm>
          <a:custGeom>
            <a:avLst/>
            <a:gdLst>
              <a:gd name="textAreaLeft" fmla="*/ 0 w 411480"/>
              <a:gd name="textAreaRight" fmla="*/ 411840 w 411480"/>
              <a:gd name="textAreaTop" fmla="*/ 0 h 822960"/>
              <a:gd name="textAreaBottom" fmla="*/ 823320 h 822960"/>
            </a:gdLst>
            <a:ahLst/>
            <a:cxnLst/>
            <a:rect l="textAreaLeft" t="textAreaTop" r="textAreaRight" b="textAreaBottom"/>
            <a:pathLst>
              <a:path w="12276" h="24542">
                <a:moveTo>
                  <a:pt x="874" y="0"/>
                </a:moveTo>
                <a:cubicBezTo>
                  <a:pt x="395" y="0"/>
                  <a:pt x="1" y="385"/>
                  <a:pt x="1" y="874"/>
                </a:cubicBezTo>
                <a:lnTo>
                  <a:pt x="1" y="23658"/>
                </a:lnTo>
                <a:cubicBezTo>
                  <a:pt x="1" y="24147"/>
                  <a:pt x="395" y="24541"/>
                  <a:pt x="874" y="24541"/>
                </a:cubicBezTo>
                <a:lnTo>
                  <a:pt x="12276" y="24541"/>
                </a:lnTo>
                <a:lnTo>
                  <a:pt x="12276" y="874"/>
                </a:lnTo>
                <a:cubicBezTo>
                  <a:pt x="12276" y="385"/>
                  <a:pt x="11881" y="0"/>
                  <a:pt x="1139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04" name="Google Shape;364;p 3"/>
          <p:cNvSpPr/>
          <p:nvPr/>
        </p:nvSpPr>
        <p:spPr>
          <a:xfrm>
            <a:off x="5386680" y="3162240"/>
            <a:ext cx="269280" cy="159480"/>
          </a:xfrm>
          <a:custGeom>
            <a:avLst/>
            <a:gdLst>
              <a:gd name="textAreaLeft" fmla="*/ 0 w 269280"/>
              <a:gd name="textAreaRight" fmla="*/ 269640 w 269280"/>
              <a:gd name="textAreaTop" fmla="*/ 0 h 159480"/>
              <a:gd name="textAreaBottom" fmla="*/ 159840 h 159480"/>
            </a:gdLst>
            <a:ahLst/>
            <a:cxnLst/>
            <a:rect l="textAreaLeft" t="textAreaTop" r="textAreaRight" b="textAreaBottom"/>
            <a:pathLst>
              <a:path w="8040" h="4765">
                <a:moveTo>
                  <a:pt x="4125" y="1"/>
                </a:moveTo>
                <a:cubicBezTo>
                  <a:pt x="3882" y="1"/>
                  <a:pt x="3641" y="102"/>
                  <a:pt x="3466" y="304"/>
                </a:cubicBezTo>
                <a:lnTo>
                  <a:pt x="245" y="4042"/>
                </a:lnTo>
                <a:cubicBezTo>
                  <a:pt x="0" y="4323"/>
                  <a:pt x="198" y="4765"/>
                  <a:pt x="573" y="4765"/>
                </a:cubicBezTo>
                <a:lnTo>
                  <a:pt x="7467" y="4765"/>
                </a:lnTo>
                <a:cubicBezTo>
                  <a:pt x="7833" y="4765"/>
                  <a:pt x="8040" y="4342"/>
                  <a:pt x="7815" y="4051"/>
                </a:cubicBezTo>
                <a:lnTo>
                  <a:pt x="4809" y="332"/>
                </a:lnTo>
                <a:cubicBezTo>
                  <a:pt x="4632" y="111"/>
                  <a:pt x="4378" y="1"/>
                  <a:pt x="4125" y="1"/>
                </a:cubicBezTo>
                <a:close/>
              </a:path>
            </a:pathLst>
          </a:custGeom>
          <a:solidFill>
            <a:srgbClr val="74C1B9"/>
          </a:solidFill>
          <a:ln w="0">
            <a:noFill/>
          </a:ln>
        </p:spPr>
        <p:style>
          <a:lnRef idx="0">
            <a:scrgbClr r="0" g="0" b="0"/>
          </a:lnRef>
          <a:fillRef idx="0">
            <a:scrgbClr r="0" g="0" b="0"/>
          </a:fillRef>
          <a:effectRef idx="0">
            <a:scrgbClr r="0" g="0" b="0"/>
          </a:effectRef>
          <a:fontRef idx="minor"/>
        </p:style>
        <p:txBody>
          <a:bodyPr tIns="79920" bIns="79920" anchor="ctr">
            <a:noAutofit/>
          </a:bodyPr>
          <a:lstStyle/>
          <a:p>
            <a:endParaRPr lang="en-US" sz="1400" b="0" u="none" strike="noStrike">
              <a:solidFill>
                <a:srgbClr val="000000"/>
              </a:solidFill>
              <a:effectLst/>
              <a:uFillTx/>
              <a:latin typeface="Arial"/>
            </a:endParaRPr>
          </a:p>
        </p:txBody>
      </p:sp>
      <p:sp>
        <p:nvSpPr>
          <p:cNvPr id="705" name="Google Shape;365;p 3"/>
          <p:cNvSpPr/>
          <p:nvPr/>
        </p:nvSpPr>
        <p:spPr>
          <a:xfrm>
            <a:off x="5402880" y="4085280"/>
            <a:ext cx="59400" cy="118440"/>
          </a:xfrm>
          <a:custGeom>
            <a:avLst/>
            <a:gdLst>
              <a:gd name="textAreaLeft" fmla="*/ 0 w 59400"/>
              <a:gd name="textAreaRight" fmla="*/ 59760 w 59400"/>
              <a:gd name="textAreaTop" fmla="*/ 0 h 118440"/>
              <a:gd name="textAreaBottom" fmla="*/ 118800 h 118440"/>
            </a:gdLst>
            <a:ahLst/>
            <a:cxnLst/>
            <a:rect l="textAreaLeft" t="textAreaTop" r="textAreaRight" b="textAreaBottom"/>
            <a:pathLst>
              <a:path w="1785" h="3542">
                <a:moveTo>
                  <a:pt x="893" y="0"/>
                </a:moveTo>
                <a:cubicBezTo>
                  <a:pt x="395" y="0"/>
                  <a:pt x="0" y="414"/>
                  <a:pt x="19" y="911"/>
                </a:cubicBezTo>
                <a:lnTo>
                  <a:pt x="19" y="2668"/>
                </a:lnTo>
                <a:cubicBezTo>
                  <a:pt x="19" y="3147"/>
                  <a:pt x="414" y="3541"/>
                  <a:pt x="893" y="3541"/>
                </a:cubicBezTo>
                <a:cubicBezTo>
                  <a:pt x="1381" y="3541"/>
                  <a:pt x="1776" y="3147"/>
                  <a:pt x="1766" y="2668"/>
                </a:cubicBezTo>
                <a:lnTo>
                  <a:pt x="1766" y="911"/>
                </a:lnTo>
                <a:cubicBezTo>
                  <a:pt x="1785" y="414"/>
                  <a:pt x="1390" y="0"/>
                  <a:pt x="89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9400" bIns="59400" anchor="ctr">
            <a:noAutofit/>
          </a:bodyPr>
          <a:lstStyle/>
          <a:p>
            <a:endParaRPr lang="en-US" sz="1400" b="0" u="none" strike="noStrike">
              <a:solidFill>
                <a:srgbClr val="FFFFFF"/>
              </a:solidFill>
              <a:effectLst/>
              <a:uFillTx/>
              <a:latin typeface="Arial"/>
            </a:endParaRPr>
          </a:p>
        </p:txBody>
      </p:sp>
      <p:sp>
        <p:nvSpPr>
          <p:cNvPr id="706" name="Google Shape;366;p 3"/>
          <p:cNvSpPr/>
          <p:nvPr/>
        </p:nvSpPr>
        <p:spPr>
          <a:xfrm>
            <a:off x="5491440" y="3792240"/>
            <a:ext cx="58680" cy="117360"/>
          </a:xfrm>
          <a:custGeom>
            <a:avLst/>
            <a:gdLst>
              <a:gd name="textAreaLeft" fmla="*/ 0 w 58680"/>
              <a:gd name="textAreaRight" fmla="*/ 59040 w 58680"/>
              <a:gd name="textAreaTop" fmla="*/ 0 h 117360"/>
              <a:gd name="textAreaBottom" fmla="*/ 117720 h 117360"/>
            </a:gdLst>
            <a:ahLst/>
            <a:cxnLst/>
            <a:rect l="textAreaLeft" t="textAreaTop" r="textAreaRight" b="textAreaBottom"/>
            <a:pathLst>
              <a:path w="1757" h="3514">
                <a:moveTo>
                  <a:pt x="873" y="1"/>
                </a:moveTo>
                <a:cubicBezTo>
                  <a:pt x="394" y="1"/>
                  <a:pt x="0" y="395"/>
                  <a:pt x="0" y="884"/>
                </a:cubicBezTo>
                <a:lnTo>
                  <a:pt x="0" y="2631"/>
                </a:lnTo>
                <a:cubicBezTo>
                  <a:pt x="0" y="3119"/>
                  <a:pt x="394" y="3513"/>
                  <a:pt x="873" y="3513"/>
                </a:cubicBezTo>
                <a:cubicBezTo>
                  <a:pt x="1362" y="3513"/>
                  <a:pt x="1756" y="3119"/>
                  <a:pt x="1756" y="2631"/>
                </a:cubicBezTo>
                <a:lnTo>
                  <a:pt x="1756" y="884"/>
                </a:lnTo>
                <a:cubicBezTo>
                  <a:pt x="1747" y="395"/>
                  <a:pt x="1362" y="1"/>
                  <a:pt x="87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680" bIns="58680" anchor="ctr">
            <a:noAutofit/>
          </a:bodyPr>
          <a:lstStyle/>
          <a:p>
            <a:endParaRPr lang="en-US" sz="1400" b="0" u="none" strike="noStrike">
              <a:solidFill>
                <a:srgbClr val="FFFFFF"/>
              </a:solidFill>
              <a:effectLst/>
              <a:uFillTx/>
              <a:latin typeface="Arial"/>
            </a:endParaRPr>
          </a:p>
        </p:txBody>
      </p:sp>
      <p:sp>
        <p:nvSpPr>
          <p:cNvPr id="707" name="Google Shape;367;p 3"/>
          <p:cNvSpPr/>
          <p:nvPr/>
        </p:nvSpPr>
        <p:spPr>
          <a:xfrm>
            <a:off x="5491440" y="3380760"/>
            <a:ext cx="58680" cy="117360"/>
          </a:xfrm>
          <a:custGeom>
            <a:avLst/>
            <a:gdLst>
              <a:gd name="textAreaLeft" fmla="*/ 0 w 58680"/>
              <a:gd name="textAreaRight" fmla="*/ 59040 w 58680"/>
              <a:gd name="textAreaTop" fmla="*/ 0 h 117360"/>
              <a:gd name="textAreaBottom" fmla="*/ 117720 h 117360"/>
            </a:gdLst>
            <a:ahLst/>
            <a:cxnLst/>
            <a:rect l="textAreaLeft" t="textAreaTop" r="textAreaRight" b="textAreaBottom"/>
            <a:pathLst>
              <a:path w="1757" h="3504">
                <a:moveTo>
                  <a:pt x="873" y="0"/>
                </a:moveTo>
                <a:cubicBezTo>
                  <a:pt x="394" y="0"/>
                  <a:pt x="0" y="395"/>
                  <a:pt x="0" y="874"/>
                </a:cubicBezTo>
                <a:lnTo>
                  <a:pt x="0" y="2630"/>
                </a:lnTo>
                <a:cubicBezTo>
                  <a:pt x="0" y="3109"/>
                  <a:pt x="394" y="3503"/>
                  <a:pt x="873" y="3503"/>
                </a:cubicBezTo>
                <a:cubicBezTo>
                  <a:pt x="1362" y="3503"/>
                  <a:pt x="1747" y="3109"/>
                  <a:pt x="1756" y="2630"/>
                </a:cubicBezTo>
                <a:lnTo>
                  <a:pt x="1756" y="874"/>
                </a:lnTo>
                <a:cubicBezTo>
                  <a:pt x="1756" y="395"/>
                  <a:pt x="1362" y="0"/>
                  <a:pt x="87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680" bIns="58680" anchor="ctr">
            <a:noAutofit/>
          </a:bodyPr>
          <a:lstStyle/>
          <a:p>
            <a:endParaRPr lang="en-US" sz="1400" b="0" u="none" strike="noStrike">
              <a:solidFill>
                <a:srgbClr val="FFFFFF"/>
              </a:solidFill>
              <a:effectLst/>
              <a:uFillTx/>
              <a:latin typeface="Arial"/>
            </a:endParaRPr>
          </a:p>
        </p:txBody>
      </p:sp>
      <p:sp>
        <p:nvSpPr>
          <p:cNvPr id="708" name="Google Shape;368;p 3"/>
          <p:cNvSpPr/>
          <p:nvPr/>
        </p:nvSpPr>
        <p:spPr>
          <a:xfrm>
            <a:off x="5579280" y="4085280"/>
            <a:ext cx="59400" cy="118440"/>
          </a:xfrm>
          <a:custGeom>
            <a:avLst/>
            <a:gdLst>
              <a:gd name="textAreaLeft" fmla="*/ 0 w 59400"/>
              <a:gd name="textAreaRight" fmla="*/ 59760 w 59400"/>
              <a:gd name="textAreaTop" fmla="*/ 0 h 118440"/>
              <a:gd name="textAreaBottom" fmla="*/ 118800 h 118440"/>
            </a:gdLst>
            <a:ahLst/>
            <a:cxnLst/>
            <a:rect l="textAreaLeft" t="textAreaTop" r="textAreaRight" b="textAreaBottom"/>
            <a:pathLst>
              <a:path w="1786" h="3542">
                <a:moveTo>
                  <a:pt x="893" y="0"/>
                </a:moveTo>
                <a:cubicBezTo>
                  <a:pt x="395" y="0"/>
                  <a:pt x="1" y="414"/>
                  <a:pt x="20" y="911"/>
                </a:cubicBezTo>
                <a:lnTo>
                  <a:pt x="20" y="2668"/>
                </a:lnTo>
                <a:cubicBezTo>
                  <a:pt x="20" y="3147"/>
                  <a:pt x="414" y="3541"/>
                  <a:pt x="893" y="3541"/>
                </a:cubicBezTo>
                <a:cubicBezTo>
                  <a:pt x="1382" y="3541"/>
                  <a:pt x="1767" y="3147"/>
                  <a:pt x="1767" y="2668"/>
                </a:cubicBezTo>
                <a:lnTo>
                  <a:pt x="1767" y="911"/>
                </a:lnTo>
                <a:cubicBezTo>
                  <a:pt x="1785" y="414"/>
                  <a:pt x="1391" y="0"/>
                  <a:pt x="89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9400" bIns="59400" anchor="ctr">
            <a:noAutofit/>
          </a:bodyPr>
          <a:lstStyle/>
          <a:p>
            <a:endParaRPr lang="en-US" sz="1400" b="0" u="none" strike="noStrike">
              <a:solidFill>
                <a:srgbClr val="FFFFFF"/>
              </a:solidFill>
              <a:effectLst/>
              <a:uFillTx/>
              <a:latin typeface="Arial"/>
            </a:endParaRPr>
          </a:p>
        </p:txBody>
      </p:sp>
      <p:sp>
        <p:nvSpPr>
          <p:cNvPr id="709" name="Google Shape;369;p 3"/>
          <p:cNvSpPr/>
          <p:nvPr/>
        </p:nvSpPr>
        <p:spPr>
          <a:xfrm>
            <a:off x="5403240" y="4263840"/>
            <a:ext cx="58320" cy="116280"/>
          </a:xfrm>
          <a:custGeom>
            <a:avLst/>
            <a:gdLst>
              <a:gd name="textAreaLeft" fmla="*/ 0 w 58320"/>
              <a:gd name="textAreaRight" fmla="*/ 58680 w 58320"/>
              <a:gd name="textAreaTop" fmla="*/ 0 h 116280"/>
              <a:gd name="textAreaBottom" fmla="*/ 116640 h 116280"/>
            </a:gdLst>
            <a:ahLst/>
            <a:cxnLst/>
            <a:rect l="textAreaLeft" t="textAreaTop" r="textAreaRight" b="textAreaBottom"/>
            <a:pathLst>
              <a:path w="1748" h="3476">
                <a:moveTo>
                  <a:pt x="874" y="1"/>
                </a:moveTo>
                <a:cubicBezTo>
                  <a:pt x="404" y="1"/>
                  <a:pt x="19" y="376"/>
                  <a:pt x="0" y="846"/>
                </a:cubicBezTo>
                <a:lnTo>
                  <a:pt x="0" y="2593"/>
                </a:lnTo>
                <a:cubicBezTo>
                  <a:pt x="0" y="3081"/>
                  <a:pt x="395" y="3466"/>
                  <a:pt x="874" y="3476"/>
                </a:cubicBezTo>
                <a:cubicBezTo>
                  <a:pt x="1362" y="3476"/>
                  <a:pt x="1747" y="3081"/>
                  <a:pt x="1747" y="2593"/>
                </a:cubicBezTo>
                <a:lnTo>
                  <a:pt x="1747" y="846"/>
                </a:lnTo>
                <a:cubicBezTo>
                  <a:pt x="1738" y="376"/>
                  <a:pt x="1343" y="1"/>
                  <a:pt x="8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FFFFFF"/>
              </a:solidFill>
              <a:effectLst/>
              <a:uFillTx/>
              <a:latin typeface="Arial"/>
            </a:endParaRPr>
          </a:p>
        </p:txBody>
      </p:sp>
      <p:sp>
        <p:nvSpPr>
          <p:cNvPr id="710" name="Google Shape;370;p 3"/>
          <p:cNvSpPr/>
          <p:nvPr/>
        </p:nvSpPr>
        <p:spPr>
          <a:xfrm>
            <a:off x="5579640" y="4263840"/>
            <a:ext cx="58320" cy="116280"/>
          </a:xfrm>
          <a:custGeom>
            <a:avLst/>
            <a:gdLst>
              <a:gd name="textAreaLeft" fmla="*/ 0 w 58320"/>
              <a:gd name="textAreaRight" fmla="*/ 58680 w 58320"/>
              <a:gd name="textAreaTop" fmla="*/ 0 h 116280"/>
              <a:gd name="textAreaBottom" fmla="*/ 116640 h 116280"/>
            </a:gdLst>
            <a:ahLst/>
            <a:cxnLst/>
            <a:rect l="textAreaLeft" t="textAreaTop" r="textAreaRight" b="textAreaBottom"/>
            <a:pathLst>
              <a:path w="1748" h="3476">
                <a:moveTo>
                  <a:pt x="874" y="1"/>
                </a:moveTo>
                <a:cubicBezTo>
                  <a:pt x="405" y="1"/>
                  <a:pt x="20" y="376"/>
                  <a:pt x="1" y="846"/>
                </a:cubicBezTo>
                <a:lnTo>
                  <a:pt x="1" y="2593"/>
                </a:lnTo>
                <a:cubicBezTo>
                  <a:pt x="1" y="3081"/>
                  <a:pt x="395" y="3476"/>
                  <a:pt x="874" y="3476"/>
                </a:cubicBezTo>
                <a:cubicBezTo>
                  <a:pt x="1363" y="3466"/>
                  <a:pt x="1748" y="3081"/>
                  <a:pt x="1748" y="2593"/>
                </a:cubicBezTo>
                <a:lnTo>
                  <a:pt x="1748" y="846"/>
                </a:lnTo>
                <a:cubicBezTo>
                  <a:pt x="1738" y="376"/>
                  <a:pt x="1344" y="1"/>
                  <a:pt x="8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FFFFFF"/>
              </a:solidFill>
              <a:effectLst/>
              <a:uFillTx/>
              <a:latin typeface="Arial"/>
            </a:endParaRPr>
          </a:p>
        </p:txBody>
      </p:sp>
      <p:sp>
        <p:nvSpPr>
          <p:cNvPr id="711" name="Google Shape;371;p 3"/>
          <p:cNvSpPr/>
          <p:nvPr/>
        </p:nvSpPr>
        <p:spPr>
          <a:xfrm>
            <a:off x="5403240" y="4440600"/>
            <a:ext cx="58680" cy="116280"/>
          </a:xfrm>
          <a:custGeom>
            <a:avLst/>
            <a:gdLst>
              <a:gd name="textAreaLeft" fmla="*/ 0 w 58680"/>
              <a:gd name="textAreaRight" fmla="*/ 59040 w 58680"/>
              <a:gd name="textAreaTop" fmla="*/ 0 h 116280"/>
              <a:gd name="textAreaBottom" fmla="*/ 116640 h 116280"/>
            </a:gdLst>
            <a:ahLst/>
            <a:cxnLst/>
            <a:rect l="textAreaLeft" t="textAreaTop" r="textAreaRight" b="textAreaBottom"/>
            <a:pathLst>
              <a:path w="1757" h="3475">
                <a:moveTo>
                  <a:pt x="874" y="0"/>
                </a:moveTo>
                <a:cubicBezTo>
                  <a:pt x="404" y="0"/>
                  <a:pt x="19" y="366"/>
                  <a:pt x="0" y="845"/>
                </a:cubicBezTo>
                <a:lnTo>
                  <a:pt x="0" y="2592"/>
                </a:lnTo>
                <a:cubicBezTo>
                  <a:pt x="0" y="3081"/>
                  <a:pt x="395" y="3475"/>
                  <a:pt x="874" y="3475"/>
                </a:cubicBezTo>
                <a:cubicBezTo>
                  <a:pt x="1362" y="3475"/>
                  <a:pt x="1757" y="3081"/>
                  <a:pt x="1747" y="2592"/>
                </a:cubicBezTo>
                <a:lnTo>
                  <a:pt x="1747" y="845"/>
                </a:lnTo>
                <a:cubicBezTo>
                  <a:pt x="1738" y="366"/>
                  <a:pt x="1343" y="0"/>
                  <a:pt x="8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FFFFFF"/>
              </a:solidFill>
              <a:effectLst/>
              <a:uFillTx/>
              <a:latin typeface="Arial"/>
            </a:endParaRPr>
          </a:p>
        </p:txBody>
      </p:sp>
      <p:sp>
        <p:nvSpPr>
          <p:cNvPr id="712" name="Google Shape;372;p 3"/>
          <p:cNvSpPr/>
          <p:nvPr/>
        </p:nvSpPr>
        <p:spPr>
          <a:xfrm>
            <a:off x="5579640" y="4440600"/>
            <a:ext cx="58320" cy="116280"/>
          </a:xfrm>
          <a:custGeom>
            <a:avLst/>
            <a:gdLst>
              <a:gd name="textAreaLeft" fmla="*/ 0 w 58320"/>
              <a:gd name="textAreaRight" fmla="*/ 58680 w 58320"/>
              <a:gd name="textAreaTop" fmla="*/ 0 h 116280"/>
              <a:gd name="textAreaBottom" fmla="*/ 116640 h 116280"/>
            </a:gdLst>
            <a:ahLst/>
            <a:cxnLst/>
            <a:rect l="textAreaLeft" t="textAreaTop" r="textAreaRight" b="textAreaBottom"/>
            <a:pathLst>
              <a:path w="1748" h="3475">
                <a:moveTo>
                  <a:pt x="874" y="0"/>
                </a:moveTo>
                <a:cubicBezTo>
                  <a:pt x="405" y="0"/>
                  <a:pt x="20" y="366"/>
                  <a:pt x="1" y="845"/>
                </a:cubicBezTo>
                <a:lnTo>
                  <a:pt x="1" y="2592"/>
                </a:lnTo>
                <a:cubicBezTo>
                  <a:pt x="1" y="3081"/>
                  <a:pt x="395" y="3475"/>
                  <a:pt x="874" y="3475"/>
                </a:cubicBezTo>
                <a:cubicBezTo>
                  <a:pt x="1363" y="3475"/>
                  <a:pt x="1748" y="3081"/>
                  <a:pt x="1748" y="2592"/>
                </a:cubicBezTo>
                <a:lnTo>
                  <a:pt x="1748" y="845"/>
                </a:lnTo>
                <a:cubicBezTo>
                  <a:pt x="1738" y="366"/>
                  <a:pt x="1344" y="0"/>
                  <a:pt x="8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FFFFFF"/>
              </a:solidFill>
              <a:effectLst/>
              <a:uFillTx/>
              <a:latin typeface="Arial"/>
            </a:endParaRPr>
          </a:p>
        </p:txBody>
      </p:sp>
      <p:sp>
        <p:nvSpPr>
          <p:cNvPr id="713" name="Google Shape;373;p 3"/>
          <p:cNvSpPr/>
          <p:nvPr/>
        </p:nvSpPr>
        <p:spPr>
          <a:xfrm>
            <a:off x="5462280" y="4645080"/>
            <a:ext cx="117360" cy="176040"/>
          </a:xfrm>
          <a:custGeom>
            <a:avLst/>
            <a:gdLst>
              <a:gd name="textAreaLeft" fmla="*/ 0 w 117360"/>
              <a:gd name="textAreaRight" fmla="*/ 117720 w 117360"/>
              <a:gd name="textAreaTop" fmla="*/ 0 h 176040"/>
              <a:gd name="textAreaBottom" fmla="*/ 176400 h 176040"/>
            </a:gdLst>
            <a:ahLst/>
            <a:cxnLst/>
            <a:rect l="textAreaLeft" t="textAreaTop" r="textAreaRight" b="textAreaBottom"/>
            <a:pathLst>
              <a:path w="3504" h="5261">
                <a:moveTo>
                  <a:pt x="874" y="1"/>
                </a:moveTo>
                <a:cubicBezTo>
                  <a:pt x="386" y="1"/>
                  <a:pt x="1" y="386"/>
                  <a:pt x="1" y="874"/>
                </a:cubicBezTo>
                <a:lnTo>
                  <a:pt x="1" y="5260"/>
                </a:lnTo>
                <a:lnTo>
                  <a:pt x="3504" y="5260"/>
                </a:lnTo>
                <a:lnTo>
                  <a:pt x="3504" y="874"/>
                </a:lnTo>
                <a:cubicBezTo>
                  <a:pt x="3504" y="386"/>
                  <a:pt x="3109" y="1"/>
                  <a:pt x="2630"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88200" bIns="88200" anchor="ctr">
            <a:noAutofit/>
          </a:bodyPr>
          <a:lstStyle/>
          <a:p>
            <a:endParaRPr lang="en-US" sz="1400" b="0" u="none" strike="noStrike">
              <a:solidFill>
                <a:srgbClr val="FFFFFF"/>
              </a:solidFill>
              <a:effectLst/>
              <a:uFillTx/>
              <a:latin typeface="Arial"/>
            </a:endParaRPr>
          </a:p>
        </p:txBody>
      </p:sp>
      <p:sp>
        <p:nvSpPr>
          <p:cNvPr id="714" name="Google Shape;374;p 3"/>
          <p:cNvSpPr/>
          <p:nvPr/>
        </p:nvSpPr>
        <p:spPr>
          <a:xfrm>
            <a:off x="5481360" y="3674880"/>
            <a:ext cx="68760" cy="58680"/>
          </a:xfrm>
          <a:custGeom>
            <a:avLst/>
            <a:gdLst>
              <a:gd name="textAreaLeft" fmla="*/ 0 w 68760"/>
              <a:gd name="textAreaRight" fmla="*/ 69120 w 68760"/>
              <a:gd name="textAreaTop" fmla="*/ 0 h 58680"/>
              <a:gd name="textAreaBottom" fmla="*/ 59040 h 58680"/>
            </a:gdLst>
            <a:ahLst/>
            <a:cxnLst/>
            <a:rect l="textAreaLeft" t="textAreaTop" r="textAreaRight" b="textAreaBottom"/>
            <a:pathLst>
              <a:path w="2058" h="1756">
                <a:moveTo>
                  <a:pt x="1174" y="1"/>
                </a:moveTo>
                <a:cubicBezTo>
                  <a:pt x="395" y="1"/>
                  <a:pt x="0" y="949"/>
                  <a:pt x="555" y="1494"/>
                </a:cubicBezTo>
                <a:cubicBezTo>
                  <a:pt x="735" y="1674"/>
                  <a:pt x="957" y="1755"/>
                  <a:pt x="1174" y="1755"/>
                </a:cubicBezTo>
                <a:cubicBezTo>
                  <a:pt x="1625" y="1755"/>
                  <a:pt x="2057" y="1407"/>
                  <a:pt x="2057" y="874"/>
                </a:cubicBezTo>
                <a:cubicBezTo>
                  <a:pt x="2048" y="395"/>
                  <a:pt x="1663" y="1"/>
                  <a:pt x="11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520" bIns="29520" anchor="ctr">
            <a:noAutofit/>
          </a:bodyPr>
          <a:lstStyle/>
          <a:p>
            <a:endParaRPr lang="en-US" sz="1400" b="0" u="none" strike="noStrike">
              <a:solidFill>
                <a:srgbClr val="FFFFFF"/>
              </a:solidFill>
              <a:effectLst/>
              <a:uFillTx/>
              <a:latin typeface="Arial"/>
            </a:endParaRPr>
          </a:p>
        </p:txBody>
      </p:sp>
      <p:sp>
        <p:nvSpPr>
          <p:cNvPr id="715" name="Google Shape;375;p 3"/>
          <p:cNvSpPr/>
          <p:nvPr/>
        </p:nvSpPr>
        <p:spPr>
          <a:xfrm>
            <a:off x="3670200" y="3505680"/>
            <a:ext cx="534240" cy="321840"/>
          </a:xfrm>
          <a:custGeom>
            <a:avLst/>
            <a:gdLst>
              <a:gd name="textAreaLeft" fmla="*/ 0 w 534240"/>
              <a:gd name="textAreaRight" fmla="*/ 534600 w 534240"/>
              <a:gd name="textAreaTop" fmla="*/ 0 h 321840"/>
              <a:gd name="textAreaBottom" fmla="*/ 322200 h 321840"/>
            </a:gdLst>
            <a:ahLst/>
            <a:cxnLst/>
            <a:rect l="textAreaLeft" t="textAreaTop" r="textAreaRight" b="textAreaBottom"/>
            <a:pathLst>
              <a:path w="32927" h="19839">
                <a:moveTo>
                  <a:pt x="14907" y="1"/>
                </a:moveTo>
                <a:cubicBezTo>
                  <a:pt x="13428" y="1"/>
                  <a:pt x="11934" y="612"/>
                  <a:pt x="10492" y="2013"/>
                </a:cubicBezTo>
                <a:lnTo>
                  <a:pt x="726" y="13444"/>
                </a:lnTo>
                <a:cubicBezTo>
                  <a:pt x="1" y="14149"/>
                  <a:pt x="522" y="15346"/>
                  <a:pt x="1484" y="15346"/>
                </a:cubicBezTo>
                <a:cubicBezTo>
                  <a:pt x="1531" y="15346"/>
                  <a:pt x="1579" y="15343"/>
                  <a:pt x="1628" y="15337"/>
                </a:cubicBezTo>
                <a:lnTo>
                  <a:pt x="11158" y="14192"/>
                </a:lnTo>
                <a:cubicBezTo>
                  <a:pt x="11202" y="14187"/>
                  <a:pt x="11245" y="14185"/>
                  <a:pt x="11289" y="14185"/>
                </a:cubicBezTo>
                <a:cubicBezTo>
                  <a:pt x="11671" y="14185"/>
                  <a:pt x="12032" y="14383"/>
                  <a:pt x="12234" y="14716"/>
                </a:cubicBezTo>
                <a:lnTo>
                  <a:pt x="15042" y="19309"/>
                </a:lnTo>
                <a:cubicBezTo>
                  <a:pt x="15252" y="19654"/>
                  <a:pt x="15617" y="19838"/>
                  <a:pt x="15987" y="19838"/>
                </a:cubicBezTo>
                <a:cubicBezTo>
                  <a:pt x="16242" y="19838"/>
                  <a:pt x="16500" y="19751"/>
                  <a:pt x="16711" y="19568"/>
                </a:cubicBezTo>
                <a:lnTo>
                  <a:pt x="21668" y="15274"/>
                </a:lnTo>
                <a:cubicBezTo>
                  <a:pt x="21872" y="15097"/>
                  <a:pt x="22130" y="15003"/>
                  <a:pt x="22391" y="15003"/>
                </a:cubicBezTo>
                <a:cubicBezTo>
                  <a:pt x="22519" y="15003"/>
                  <a:pt x="22648" y="15026"/>
                  <a:pt x="22772" y="15071"/>
                </a:cubicBezTo>
                <a:lnTo>
                  <a:pt x="30404" y="17856"/>
                </a:lnTo>
                <a:cubicBezTo>
                  <a:pt x="30501" y="17891"/>
                  <a:pt x="30602" y="17908"/>
                  <a:pt x="30706" y="17908"/>
                </a:cubicBezTo>
                <a:cubicBezTo>
                  <a:pt x="31711" y="17908"/>
                  <a:pt x="32927" y="16363"/>
                  <a:pt x="32323" y="15565"/>
                </a:cubicBezTo>
                <a:lnTo>
                  <a:pt x="22286" y="4794"/>
                </a:lnTo>
                <a:cubicBezTo>
                  <a:pt x="20127" y="1937"/>
                  <a:pt x="17541" y="1"/>
                  <a:pt x="14907"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16" name="Google Shape;376;p 3"/>
          <p:cNvSpPr/>
          <p:nvPr/>
        </p:nvSpPr>
        <p:spPr>
          <a:xfrm>
            <a:off x="5031000" y="4928400"/>
            <a:ext cx="217440" cy="138600"/>
          </a:xfrm>
          <a:custGeom>
            <a:avLst/>
            <a:gdLst>
              <a:gd name="textAreaLeft" fmla="*/ 0 w 217440"/>
              <a:gd name="textAreaRight" fmla="*/ 217800 w 217440"/>
              <a:gd name="textAreaTop" fmla="*/ 0 h 138600"/>
              <a:gd name="textAreaBottom" fmla="*/ 138960 h 138600"/>
            </a:gdLst>
            <a:ahLst/>
            <a:cxnLst/>
            <a:rect l="textAreaLeft" t="textAreaTop" r="textAreaRight" b="textAreaBottom"/>
            <a:pathLst>
              <a:path w="13422" h="8555">
                <a:moveTo>
                  <a:pt x="7831" y="0"/>
                </a:moveTo>
                <a:cubicBezTo>
                  <a:pt x="7128" y="602"/>
                  <a:pt x="6306" y="1543"/>
                  <a:pt x="5948" y="1883"/>
                </a:cubicBezTo>
                <a:cubicBezTo>
                  <a:pt x="5045" y="2744"/>
                  <a:pt x="4148" y="3618"/>
                  <a:pt x="3312" y="4548"/>
                </a:cubicBezTo>
                <a:cubicBezTo>
                  <a:pt x="2144" y="5839"/>
                  <a:pt x="1048" y="7179"/>
                  <a:pt x="0" y="8555"/>
                </a:cubicBezTo>
                <a:lnTo>
                  <a:pt x="13421" y="8555"/>
                </a:lnTo>
                <a:cubicBezTo>
                  <a:pt x="11327" y="5856"/>
                  <a:pt x="9362" y="3073"/>
                  <a:pt x="7831" y="0"/>
                </a:cubicBezTo>
                <a:close/>
              </a:path>
            </a:pathLst>
          </a:custGeom>
          <a:solidFill>
            <a:srgbClr val="90B9D0"/>
          </a:solidFill>
          <a:ln w="0">
            <a:noFill/>
          </a:ln>
        </p:spPr>
        <p:style>
          <a:lnRef idx="0">
            <a:scrgbClr r="0" g="0" b="0"/>
          </a:lnRef>
          <a:fillRef idx="0">
            <a:scrgbClr r="0" g="0" b="0"/>
          </a:fillRef>
          <a:effectRef idx="0">
            <a:scrgbClr r="0" g="0" b="0"/>
          </a:effectRef>
          <a:fontRef idx="minor"/>
        </p:style>
        <p:txBody>
          <a:bodyPr tIns="69480" bIns="69480" anchor="ctr">
            <a:noAutofit/>
          </a:bodyPr>
          <a:lstStyle/>
          <a:p>
            <a:endParaRPr lang="en-US" sz="1400" b="0" u="none" strike="noStrike">
              <a:solidFill>
                <a:srgbClr val="000000"/>
              </a:solidFill>
              <a:effectLst/>
              <a:uFillTx/>
              <a:latin typeface="Arial"/>
            </a:endParaRPr>
          </a:p>
        </p:txBody>
      </p:sp>
      <p:sp>
        <p:nvSpPr>
          <p:cNvPr id="717" name="Google Shape;377;p 3"/>
          <p:cNvSpPr/>
          <p:nvPr/>
        </p:nvSpPr>
        <p:spPr>
          <a:xfrm>
            <a:off x="2324880" y="4911840"/>
            <a:ext cx="4356360" cy="351720"/>
          </a:xfrm>
          <a:custGeom>
            <a:avLst/>
            <a:gdLst>
              <a:gd name="textAreaLeft" fmla="*/ 0 w 4356360"/>
              <a:gd name="textAreaRight" fmla="*/ 4356720 w 4356360"/>
              <a:gd name="textAreaTop" fmla="*/ 0 h 351720"/>
              <a:gd name="textAreaBottom" fmla="*/ 352080 h 351720"/>
            </a:gdLst>
            <a:ahLst/>
            <a:cxnLst/>
            <a:rect l="textAreaLeft" t="textAreaTop" r="textAreaRight" b="textAreaBottom"/>
            <a:pathLst>
              <a:path w="268344" h="21681">
                <a:moveTo>
                  <a:pt x="15343" y="0"/>
                </a:moveTo>
                <a:cubicBezTo>
                  <a:pt x="6870" y="0"/>
                  <a:pt x="1" y="9707"/>
                  <a:pt x="1" y="21680"/>
                </a:cubicBezTo>
                <a:lnTo>
                  <a:pt x="268344" y="21680"/>
                </a:lnTo>
                <a:cubicBezTo>
                  <a:pt x="268344" y="9707"/>
                  <a:pt x="261473" y="0"/>
                  <a:pt x="25300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18" name="Google Shape;378;p 3"/>
          <p:cNvSpPr/>
          <p:nvPr/>
        </p:nvSpPr>
        <p:spPr>
          <a:xfrm>
            <a:off x="3840120" y="4026600"/>
            <a:ext cx="351000" cy="1045080"/>
          </a:xfrm>
          <a:custGeom>
            <a:avLst/>
            <a:gdLst>
              <a:gd name="textAreaLeft" fmla="*/ 0 w 351000"/>
              <a:gd name="textAreaRight" fmla="*/ 351360 w 351000"/>
              <a:gd name="textAreaTop" fmla="*/ 0 h 1045080"/>
              <a:gd name="textAreaBottom" fmla="*/ 1045440 h 1045080"/>
            </a:gdLst>
            <a:ahLst/>
            <a:cxnLst/>
            <a:rect l="textAreaLeft" t="textAreaTop" r="textAreaRight" b="textAreaBottom"/>
            <a:pathLst>
              <a:path w="21650" h="64401">
                <a:moveTo>
                  <a:pt x="1145" y="1"/>
                </a:moveTo>
                <a:cubicBezTo>
                  <a:pt x="513" y="1"/>
                  <a:pt x="0" y="513"/>
                  <a:pt x="0" y="1146"/>
                </a:cubicBezTo>
                <a:lnTo>
                  <a:pt x="0" y="64400"/>
                </a:lnTo>
                <a:lnTo>
                  <a:pt x="21648" y="64400"/>
                </a:lnTo>
                <a:lnTo>
                  <a:pt x="21650" y="1146"/>
                </a:lnTo>
                <a:cubicBezTo>
                  <a:pt x="21650" y="513"/>
                  <a:pt x="21137" y="1"/>
                  <a:pt x="20505"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719" name="Google Shape;379;p 3"/>
          <p:cNvSpPr/>
          <p:nvPr/>
        </p:nvSpPr>
        <p:spPr>
          <a:xfrm>
            <a:off x="3878640" y="407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0"/>
                </a:moveTo>
                <a:cubicBezTo>
                  <a:pt x="821" y="0"/>
                  <a:pt x="1" y="821"/>
                  <a:pt x="1" y="1841"/>
                </a:cubicBezTo>
                <a:lnTo>
                  <a:pt x="1" y="1842"/>
                </a:lnTo>
                <a:cubicBezTo>
                  <a:pt x="1" y="2862"/>
                  <a:pt x="821" y="3683"/>
                  <a:pt x="1841" y="3683"/>
                </a:cubicBezTo>
                <a:lnTo>
                  <a:pt x="1843" y="3683"/>
                </a:lnTo>
                <a:cubicBezTo>
                  <a:pt x="2863" y="3683"/>
                  <a:pt x="3683" y="2862"/>
                  <a:pt x="3683" y="1842"/>
                </a:cubicBezTo>
                <a:lnTo>
                  <a:pt x="3683" y="1841"/>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20" name="Google Shape;380;p 3"/>
          <p:cNvSpPr/>
          <p:nvPr/>
        </p:nvSpPr>
        <p:spPr>
          <a:xfrm>
            <a:off x="3171600" y="3822120"/>
            <a:ext cx="55080" cy="220680"/>
          </a:xfrm>
          <a:custGeom>
            <a:avLst/>
            <a:gdLst>
              <a:gd name="textAreaLeft" fmla="*/ 0 w 55080"/>
              <a:gd name="textAreaRight" fmla="*/ 55440 w 55080"/>
              <a:gd name="textAreaTop" fmla="*/ 0 h 220680"/>
              <a:gd name="textAreaBottom" fmla="*/ 221040 h 220680"/>
            </a:gdLst>
            <a:ahLst/>
            <a:cxnLst/>
            <a:rect l="textAreaLeft" t="textAreaTop" r="textAreaRight" b="textAreaBottom"/>
            <a:pathLst>
              <a:path w="1748" h="6988">
                <a:moveTo>
                  <a:pt x="874" y="0"/>
                </a:moveTo>
                <a:cubicBezTo>
                  <a:pt x="404" y="0"/>
                  <a:pt x="19" y="376"/>
                  <a:pt x="0" y="845"/>
                </a:cubicBezTo>
                <a:lnTo>
                  <a:pt x="0" y="6105"/>
                </a:lnTo>
                <a:cubicBezTo>
                  <a:pt x="0" y="6593"/>
                  <a:pt x="395" y="6988"/>
                  <a:pt x="874" y="6988"/>
                </a:cubicBezTo>
                <a:cubicBezTo>
                  <a:pt x="1362" y="6978"/>
                  <a:pt x="1747" y="6593"/>
                  <a:pt x="1747" y="6105"/>
                </a:cubicBezTo>
                <a:lnTo>
                  <a:pt x="1747" y="845"/>
                </a:lnTo>
                <a:cubicBezTo>
                  <a:pt x="1738" y="376"/>
                  <a:pt x="1343" y="0"/>
                  <a:pt x="874"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21" name="Google Shape;381;p 3"/>
          <p:cNvSpPr/>
          <p:nvPr/>
        </p:nvSpPr>
        <p:spPr>
          <a:xfrm>
            <a:off x="3059280" y="4014000"/>
            <a:ext cx="279360" cy="139680"/>
          </a:xfrm>
          <a:custGeom>
            <a:avLst/>
            <a:gdLst>
              <a:gd name="textAreaLeft" fmla="*/ 0 w 279360"/>
              <a:gd name="textAreaRight" fmla="*/ 279720 w 279360"/>
              <a:gd name="textAreaTop" fmla="*/ 0 h 139680"/>
              <a:gd name="textAreaBottom" fmla="*/ 140040 h 139680"/>
            </a:gdLst>
            <a:ahLst/>
            <a:cxnLst/>
            <a:rect l="textAreaLeft" t="textAreaTop" r="textAreaRight" b="textAreaBottom"/>
            <a:pathLst>
              <a:path w="8848" h="4424">
                <a:moveTo>
                  <a:pt x="4424" y="0"/>
                </a:moveTo>
                <a:cubicBezTo>
                  <a:pt x="1982" y="0"/>
                  <a:pt x="0" y="1982"/>
                  <a:pt x="0" y="4424"/>
                </a:cubicBezTo>
                <a:lnTo>
                  <a:pt x="8847" y="4424"/>
                </a:lnTo>
                <a:cubicBezTo>
                  <a:pt x="8847" y="1982"/>
                  <a:pt x="6866" y="0"/>
                  <a:pt x="4424" y="0"/>
                </a:cubicBezTo>
                <a:close/>
              </a:path>
            </a:pathLst>
          </a:custGeom>
          <a:solidFill>
            <a:srgbClr val="FFE48D"/>
          </a:solidFill>
          <a:ln w="0">
            <a:noFill/>
          </a:ln>
        </p:spPr>
        <p:style>
          <a:lnRef idx="0">
            <a:scrgbClr r="0" g="0" b="0"/>
          </a:lnRef>
          <a:fillRef idx="0">
            <a:scrgbClr r="0" g="0" b="0"/>
          </a:fillRef>
          <a:effectRef idx="0">
            <a:scrgbClr r="0" g="0" b="0"/>
          </a:effectRef>
          <a:fontRef idx="minor"/>
        </p:style>
        <p:txBody>
          <a:bodyPr tIns="69840" bIns="69840" anchor="ctr">
            <a:noAutofit/>
          </a:bodyPr>
          <a:lstStyle/>
          <a:p>
            <a:endParaRPr lang="en-US" sz="1400" b="0" u="none" strike="noStrike">
              <a:solidFill>
                <a:srgbClr val="000000"/>
              </a:solidFill>
              <a:effectLst/>
              <a:uFillTx/>
              <a:latin typeface="Arial"/>
            </a:endParaRPr>
          </a:p>
        </p:txBody>
      </p:sp>
      <p:sp>
        <p:nvSpPr>
          <p:cNvPr id="722" name="Google Shape;382;p 3"/>
          <p:cNvSpPr/>
          <p:nvPr/>
        </p:nvSpPr>
        <p:spPr>
          <a:xfrm>
            <a:off x="3033000" y="4140360"/>
            <a:ext cx="333000" cy="942120"/>
          </a:xfrm>
          <a:custGeom>
            <a:avLst/>
            <a:gdLst>
              <a:gd name="textAreaLeft" fmla="*/ 0 w 333000"/>
              <a:gd name="textAreaRight" fmla="*/ 333360 w 333000"/>
              <a:gd name="textAreaTop" fmla="*/ 0 h 942120"/>
              <a:gd name="textAreaBottom" fmla="*/ 942480 h 942120"/>
            </a:gdLst>
            <a:ahLst/>
            <a:cxnLst/>
            <a:rect l="textAreaLeft" t="textAreaTop" r="textAreaRight" b="textAreaBottom"/>
            <a:pathLst>
              <a:path w="10538" h="29802">
                <a:moveTo>
                  <a:pt x="883" y="1"/>
                </a:moveTo>
                <a:cubicBezTo>
                  <a:pt x="395" y="1"/>
                  <a:pt x="0" y="386"/>
                  <a:pt x="0" y="874"/>
                </a:cubicBezTo>
                <a:lnTo>
                  <a:pt x="0" y="29801"/>
                </a:lnTo>
                <a:lnTo>
                  <a:pt x="9712" y="29801"/>
                </a:lnTo>
                <a:cubicBezTo>
                  <a:pt x="10172" y="29773"/>
                  <a:pt x="10538" y="29388"/>
                  <a:pt x="10519" y="28918"/>
                </a:cubicBezTo>
                <a:lnTo>
                  <a:pt x="10519" y="874"/>
                </a:lnTo>
                <a:cubicBezTo>
                  <a:pt x="10519" y="386"/>
                  <a:pt x="10125" y="1"/>
                  <a:pt x="9646"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23" name="Google Shape;383;p 3"/>
          <p:cNvSpPr/>
          <p:nvPr/>
        </p:nvSpPr>
        <p:spPr>
          <a:xfrm>
            <a:off x="3116160" y="422424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8" h="3476">
                <a:moveTo>
                  <a:pt x="884" y="1"/>
                </a:moveTo>
                <a:cubicBezTo>
                  <a:pt x="405" y="1"/>
                  <a:pt x="20" y="367"/>
                  <a:pt x="1" y="846"/>
                </a:cubicBezTo>
                <a:lnTo>
                  <a:pt x="1" y="2602"/>
                </a:lnTo>
                <a:cubicBezTo>
                  <a:pt x="1" y="3081"/>
                  <a:pt x="395" y="3476"/>
                  <a:pt x="884" y="3476"/>
                </a:cubicBezTo>
                <a:cubicBezTo>
                  <a:pt x="1363" y="3476"/>
                  <a:pt x="1757" y="3081"/>
                  <a:pt x="1757" y="2602"/>
                </a:cubicBezTo>
                <a:lnTo>
                  <a:pt x="1757" y="846"/>
                </a:lnTo>
                <a:cubicBezTo>
                  <a:pt x="1738" y="367"/>
                  <a:pt x="1353" y="1"/>
                  <a:pt x="88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24" name="Google Shape;384;p 3"/>
          <p:cNvSpPr/>
          <p:nvPr/>
        </p:nvSpPr>
        <p:spPr>
          <a:xfrm>
            <a:off x="5456880" y="4347720"/>
            <a:ext cx="439200" cy="718920"/>
          </a:xfrm>
          <a:custGeom>
            <a:avLst/>
            <a:gdLst>
              <a:gd name="textAreaLeft" fmla="*/ 0 w 439200"/>
              <a:gd name="textAreaRight" fmla="*/ 439560 w 439200"/>
              <a:gd name="textAreaTop" fmla="*/ 0 h 718920"/>
              <a:gd name="textAreaBottom" fmla="*/ 719280 h 718920"/>
            </a:gdLst>
            <a:ahLst/>
            <a:cxnLst/>
            <a:rect l="textAreaLeft" t="textAreaTop" r="textAreaRight" b="textAreaBottom"/>
            <a:pathLst>
              <a:path w="13150" h="18409">
                <a:moveTo>
                  <a:pt x="1" y="0"/>
                </a:moveTo>
                <a:lnTo>
                  <a:pt x="1" y="18408"/>
                </a:lnTo>
                <a:lnTo>
                  <a:pt x="12266" y="18408"/>
                </a:lnTo>
                <a:cubicBezTo>
                  <a:pt x="12755" y="18408"/>
                  <a:pt x="13149" y="18014"/>
                  <a:pt x="13149" y="17525"/>
                </a:cubicBezTo>
                <a:lnTo>
                  <a:pt x="13149" y="442"/>
                </a:lnTo>
                <a:lnTo>
                  <a:pt x="12745" y="0"/>
                </a:lnTo>
                <a:lnTo>
                  <a:pt x="2161" y="0"/>
                </a:lnTo>
                <a:lnTo>
                  <a:pt x="1757" y="442"/>
                </a:lnTo>
                <a:lnTo>
                  <a:pt x="1757"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25" name="Google Shape;385;p 3"/>
          <p:cNvSpPr/>
          <p:nvPr/>
        </p:nvSpPr>
        <p:spPr>
          <a:xfrm>
            <a:off x="5552640" y="4450320"/>
            <a:ext cx="102600" cy="68040"/>
          </a:xfrm>
          <a:custGeom>
            <a:avLst/>
            <a:gdLst>
              <a:gd name="textAreaLeft" fmla="*/ 0 w 102600"/>
              <a:gd name="textAreaRight" fmla="*/ 102960 w 102600"/>
              <a:gd name="textAreaTop" fmla="*/ 0 h 68040"/>
              <a:gd name="textAreaBottom" fmla="*/ 68400 h 68040"/>
            </a:gdLst>
            <a:ahLst/>
            <a:cxnLst/>
            <a:rect l="textAreaLeft" t="textAreaTop" r="textAreaRight" b="textAreaBottom"/>
            <a:pathLst>
              <a:path w="2631" h="1749">
                <a:moveTo>
                  <a:pt x="878" y="0"/>
                </a:moveTo>
                <a:cubicBezTo>
                  <a:pt x="395" y="0"/>
                  <a:pt x="1" y="388"/>
                  <a:pt x="1" y="874"/>
                </a:cubicBezTo>
                <a:cubicBezTo>
                  <a:pt x="1" y="1361"/>
                  <a:pt x="395" y="1748"/>
                  <a:pt x="878" y="1748"/>
                </a:cubicBezTo>
                <a:cubicBezTo>
                  <a:pt x="889" y="1748"/>
                  <a:pt x="901" y="1748"/>
                  <a:pt x="912" y="1748"/>
                </a:cubicBezTo>
                <a:lnTo>
                  <a:pt x="1785" y="1748"/>
                </a:lnTo>
                <a:cubicBezTo>
                  <a:pt x="2255" y="1738"/>
                  <a:pt x="2631" y="1344"/>
                  <a:pt x="2631" y="874"/>
                </a:cubicBezTo>
                <a:cubicBezTo>
                  <a:pt x="2631" y="405"/>
                  <a:pt x="2255" y="20"/>
                  <a:pt x="1785" y="1"/>
                </a:cubicBezTo>
                <a:lnTo>
                  <a:pt x="912" y="1"/>
                </a:lnTo>
                <a:cubicBezTo>
                  <a:pt x="901" y="0"/>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26" name="Google Shape;386;p 3"/>
          <p:cNvSpPr/>
          <p:nvPr/>
        </p:nvSpPr>
        <p:spPr>
          <a:xfrm>
            <a:off x="5552640" y="4587480"/>
            <a:ext cx="102600" cy="68400"/>
          </a:xfrm>
          <a:custGeom>
            <a:avLst/>
            <a:gdLst>
              <a:gd name="textAreaLeft" fmla="*/ 0 w 102600"/>
              <a:gd name="textAreaRight" fmla="*/ 102960 w 102600"/>
              <a:gd name="textAreaTop" fmla="*/ 0 h 68400"/>
              <a:gd name="textAreaBottom" fmla="*/ 68760 h 68400"/>
            </a:gdLst>
            <a:ahLst/>
            <a:cxnLst/>
            <a:rect l="textAreaLeft" t="textAreaTop" r="textAreaRight" b="textAreaBottom"/>
            <a:pathLst>
              <a:path w="2631" h="1758">
                <a:moveTo>
                  <a:pt x="878" y="0"/>
                </a:moveTo>
                <a:cubicBezTo>
                  <a:pt x="395" y="0"/>
                  <a:pt x="1" y="388"/>
                  <a:pt x="1" y="874"/>
                </a:cubicBezTo>
                <a:cubicBezTo>
                  <a:pt x="1" y="1361"/>
                  <a:pt x="396" y="1758"/>
                  <a:pt x="879" y="1758"/>
                </a:cubicBezTo>
                <a:cubicBezTo>
                  <a:pt x="890" y="1758"/>
                  <a:pt x="901" y="1758"/>
                  <a:pt x="912" y="1757"/>
                </a:cubicBezTo>
                <a:lnTo>
                  <a:pt x="1785" y="1757"/>
                </a:lnTo>
                <a:cubicBezTo>
                  <a:pt x="2255" y="1738"/>
                  <a:pt x="2631" y="1353"/>
                  <a:pt x="2631" y="874"/>
                </a:cubicBezTo>
                <a:cubicBezTo>
                  <a:pt x="2631" y="405"/>
                  <a:pt x="2255" y="20"/>
                  <a:pt x="1785" y="1"/>
                </a:cubicBezTo>
                <a:lnTo>
                  <a:pt x="912" y="1"/>
                </a:lnTo>
                <a:cubicBezTo>
                  <a:pt x="901" y="1"/>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27" name="Google Shape;387;p 3"/>
          <p:cNvSpPr/>
          <p:nvPr/>
        </p:nvSpPr>
        <p:spPr>
          <a:xfrm>
            <a:off x="5553720" y="4724280"/>
            <a:ext cx="102600" cy="68400"/>
          </a:xfrm>
          <a:custGeom>
            <a:avLst/>
            <a:gdLst>
              <a:gd name="textAreaLeft" fmla="*/ 0 w 102600"/>
              <a:gd name="textAreaRight" fmla="*/ 102960 w 102600"/>
              <a:gd name="textAreaTop" fmla="*/ 0 h 68400"/>
              <a:gd name="textAreaBottom" fmla="*/ 68760 h 68400"/>
            </a:gdLst>
            <a:ahLst/>
            <a:cxnLst/>
            <a:rect l="textAreaLeft" t="textAreaTop" r="textAreaRight" b="textAreaBottom"/>
            <a:pathLst>
              <a:path w="2630" h="1757">
                <a:moveTo>
                  <a:pt x="883" y="0"/>
                </a:moveTo>
                <a:cubicBezTo>
                  <a:pt x="395" y="0"/>
                  <a:pt x="0" y="395"/>
                  <a:pt x="0" y="883"/>
                </a:cubicBezTo>
                <a:cubicBezTo>
                  <a:pt x="0" y="1362"/>
                  <a:pt x="395" y="1756"/>
                  <a:pt x="883" y="1756"/>
                </a:cubicBezTo>
                <a:lnTo>
                  <a:pt x="1756" y="1756"/>
                </a:lnTo>
                <a:cubicBezTo>
                  <a:pt x="2245" y="1756"/>
                  <a:pt x="2630" y="1362"/>
                  <a:pt x="2630" y="883"/>
                </a:cubicBezTo>
                <a:cubicBezTo>
                  <a:pt x="2630" y="395"/>
                  <a:pt x="2245" y="0"/>
                  <a:pt x="175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28" name="Google Shape;388;p 3"/>
          <p:cNvSpPr/>
          <p:nvPr/>
        </p:nvSpPr>
        <p:spPr>
          <a:xfrm>
            <a:off x="5552640" y="4861440"/>
            <a:ext cx="102600" cy="68040"/>
          </a:xfrm>
          <a:custGeom>
            <a:avLst/>
            <a:gdLst>
              <a:gd name="textAreaLeft" fmla="*/ 0 w 102600"/>
              <a:gd name="textAreaRight" fmla="*/ 102960 w 102600"/>
              <a:gd name="textAreaTop" fmla="*/ 0 h 68040"/>
              <a:gd name="textAreaBottom" fmla="*/ 68400 h 68040"/>
            </a:gdLst>
            <a:ahLst/>
            <a:cxnLst/>
            <a:rect l="textAreaLeft" t="textAreaTop" r="textAreaRight" b="textAreaBottom"/>
            <a:pathLst>
              <a:path w="2631" h="1749">
                <a:moveTo>
                  <a:pt x="878" y="0"/>
                </a:moveTo>
                <a:cubicBezTo>
                  <a:pt x="395" y="0"/>
                  <a:pt x="1" y="388"/>
                  <a:pt x="1" y="874"/>
                </a:cubicBezTo>
                <a:cubicBezTo>
                  <a:pt x="1" y="1361"/>
                  <a:pt x="395" y="1748"/>
                  <a:pt x="878" y="1748"/>
                </a:cubicBezTo>
                <a:cubicBezTo>
                  <a:pt x="889" y="1748"/>
                  <a:pt x="901" y="1748"/>
                  <a:pt x="912" y="1748"/>
                </a:cubicBezTo>
                <a:lnTo>
                  <a:pt x="1785" y="1748"/>
                </a:lnTo>
                <a:cubicBezTo>
                  <a:pt x="2255" y="1729"/>
                  <a:pt x="2631" y="1344"/>
                  <a:pt x="2631" y="874"/>
                </a:cubicBezTo>
                <a:cubicBezTo>
                  <a:pt x="2631" y="405"/>
                  <a:pt x="2255" y="10"/>
                  <a:pt x="1785" y="1"/>
                </a:cubicBezTo>
                <a:lnTo>
                  <a:pt x="912" y="1"/>
                </a:lnTo>
                <a:cubicBezTo>
                  <a:pt x="901" y="0"/>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29" name="Google Shape;389;p 3"/>
          <p:cNvSpPr/>
          <p:nvPr/>
        </p:nvSpPr>
        <p:spPr>
          <a:xfrm>
            <a:off x="5725080" y="4450680"/>
            <a:ext cx="70560" cy="67680"/>
          </a:xfrm>
          <a:custGeom>
            <a:avLst/>
            <a:gdLst>
              <a:gd name="textAreaLeft" fmla="*/ 0 w 70560"/>
              <a:gd name="textAreaRight" fmla="*/ 70920 w 70560"/>
              <a:gd name="textAreaTop" fmla="*/ 0 h 67680"/>
              <a:gd name="textAreaBottom" fmla="*/ 68040 h 67680"/>
            </a:gdLst>
            <a:ahLst/>
            <a:cxnLst/>
            <a:rect l="textAreaLeft" t="textAreaTop" r="textAreaRight" b="textAreaBottom"/>
            <a:pathLst>
              <a:path w="1813" h="1741">
                <a:moveTo>
                  <a:pt x="875" y="1"/>
                </a:moveTo>
                <a:cubicBezTo>
                  <a:pt x="651" y="1"/>
                  <a:pt x="428" y="83"/>
                  <a:pt x="254" y="247"/>
                </a:cubicBezTo>
                <a:cubicBezTo>
                  <a:pt x="169" y="332"/>
                  <a:pt x="113" y="426"/>
                  <a:pt x="66" y="539"/>
                </a:cubicBezTo>
                <a:cubicBezTo>
                  <a:pt x="28" y="642"/>
                  <a:pt x="0" y="755"/>
                  <a:pt x="0" y="867"/>
                </a:cubicBezTo>
                <a:cubicBezTo>
                  <a:pt x="0" y="1102"/>
                  <a:pt x="94" y="1327"/>
                  <a:pt x="254" y="1487"/>
                </a:cubicBezTo>
                <a:cubicBezTo>
                  <a:pt x="338" y="1572"/>
                  <a:pt x="432" y="1628"/>
                  <a:pt x="545" y="1675"/>
                </a:cubicBezTo>
                <a:cubicBezTo>
                  <a:pt x="648" y="1722"/>
                  <a:pt x="761" y="1741"/>
                  <a:pt x="874" y="1741"/>
                </a:cubicBezTo>
                <a:cubicBezTo>
                  <a:pt x="1108" y="1741"/>
                  <a:pt x="1334" y="1647"/>
                  <a:pt x="1503" y="1487"/>
                </a:cubicBezTo>
                <a:cubicBezTo>
                  <a:pt x="1578" y="1403"/>
                  <a:pt x="1634" y="1309"/>
                  <a:pt x="1681" y="1205"/>
                </a:cubicBezTo>
                <a:cubicBezTo>
                  <a:pt x="1813" y="877"/>
                  <a:pt x="1738" y="501"/>
                  <a:pt x="1503" y="247"/>
                </a:cubicBezTo>
                <a:cubicBezTo>
                  <a:pt x="1324" y="83"/>
                  <a:pt x="1099" y="1"/>
                  <a:pt x="87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3840" bIns="33840" anchor="ctr">
            <a:noAutofit/>
          </a:bodyPr>
          <a:lstStyle/>
          <a:p>
            <a:endParaRPr lang="en-US" sz="1400" b="0" u="none" strike="noStrike">
              <a:solidFill>
                <a:srgbClr val="FFFFFF"/>
              </a:solidFill>
              <a:effectLst/>
              <a:uFillTx/>
              <a:latin typeface="Arial"/>
            </a:endParaRPr>
          </a:p>
        </p:txBody>
      </p:sp>
      <p:sp>
        <p:nvSpPr>
          <p:cNvPr id="730" name="Google Shape;390;p 3"/>
          <p:cNvSpPr/>
          <p:nvPr/>
        </p:nvSpPr>
        <p:spPr>
          <a:xfrm>
            <a:off x="5725080" y="45871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1757" h="1760">
                <a:moveTo>
                  <a:pt x="863" y="1"/>
                </a:moveTo>
                <a:cubicBezTo>
                  <a:pt x="516" y="1"/>
                  <a:pt x="193" y="213"/>
                  <a:pt x="66" y="548"/>
                </a:cubicBezTo>
                <a:cubicBezTo>
                  <a:pt x="28" y="651"/>
                  <a:pt x="0" y="764"/>
                  <a:pt x="0" y="876"/>
                </a:cubicBezTo>
                <a:cubicBezTo>
                  <a:pt x="0" y="942"/>
                  <a:pt x="10" y="999"/>
                  <a:pt x="19" y="1055"/>
                </a:cubicBezTo>
                <a:cubicBezTo>
                  <a:pt x="28" y="1111"/>
                  <a:pt x="47" y="1168"/>
                  <a:pt x="66" y="1215"/>
                </a:cubicBezTo>
                <a:cubicBezTo>
                  <a:pt x="85" y="1271"/>
                  <a:pt x="113" y="1318"/>
                  <a:pt x="150" y="1374"/>
                </a:cubicBezTo>
                <a:lnTo>
                  <a:pt x="254" y="1506"/>
                </a:lnTo>
                <a:cubicBezTo>
                  <a:pt x="423" y="1665"/>
                  <a:pt x="648" y="1750"/>
                  <a:pt x="874" y="1759"/>
                </a:cubicBezTo>
                <a:cubicBezTo>
                  <a:pt x="930" y="1759"/>
                  <a:pt x="996" y="1750"/>
                  <a:pt x="1052" y="1740"/>
                </a:cubicBezTo>
                <a:cubicBezTo>
                  <a:pt x="1108" y="1731"/>
                  <a:pt x="1155" y="1712"/>
                  <a:pt x="1212" y="1684"/>
                </a:cubicBezTo>
                <a:cubicBezTo>
                  <a:pt x="1268" y="1665"/>
                  <a:pt x="1315" y="1637"/>
                  <a:pt x="1371" y="1609"/>
                </a:cubicBezTo>
                <a:lnTo>
                  <a:pt x="1503" y="1506"/>
                </a:lnTo>
                <a:lnTo>
                  <a:pt x="1606" y="1374"/>
                </a:lnTo>
                <a:cubicBezTo>
                  <a:pt x="1634" y="1318"/>
                  <a:pt x="1663" y="1271"/>
                  <a:pt x="1681" y="1215"/>
                </a:cubicBezTo>
                <a:cubicBezTo>
                  <a:pt x="1710" y="1168"/>
                  <a:pt x="1728" y="1111"/>
                  <a:pt x="1738" y="1055"/>
                </a:cubicBezTo>
                <a:cubicBezTo>
                  <a:pt x="1747" y="999"/>
                  <a:pt x="1747" y="942"/>
                  <a:pt x="1756" y="876"/>
                </a:cubicBezTo>
                <a:cubicBezTo>
                  <a:pt x="1747" y="651"/>
                  <a:pt x="1663" y="426"/>
                  <a:pt x="1503" y="257"/>
                </a:cubicBezTo>
                <a:cubicBezTo>
                  <a:pt x="1456" y="219"/>
                  <a:pt x="1409" y="181"/>
                  <a:pt x="1371" y="153"/>
                </a:cubicBezTo>
                <a:cubicBezTo>
                  <a:pt x="1315" y="116"/>
                  <a:pt x="1268" y="97"/>
                  <a:pt x="1212" y="78"/>
                </a:cubicBezTo>
                <a:cubicBezTo>
                  <a:pt x="1155" y="50"/>
                  <a:pt x="1108" y="31"/>
                  <a:pt x="1052" y="22"/>
                </a:cubicBezTo>
                <a:cubicBezTo>
                  <a:pt x="989" y="7"/>
                  <a:pt x="926" y="1"/>
                  <a:pt x="86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31" name="Google Shape;391;p 3"/>
          <p:cNvSpPr/>
          <p:nvPr/>
        </p:nvSpPr>
        <p:spPr>
          <a:xfrm>
            <a:off x="5713200" y="4724280"/>
            <a:ext cx="91800" cy="68400"/>
          </a:xfrm>
          <a:custGeom>
            <a:avLst/>
            <a:gdLst>
              <a:gd name="textAreaLeft" fmla="*/ 0 w 91800"/>
              <a:gd name="textAreaRight" fmla="*/ 92160 w 91800"/>
              <a:gd name="textAreaTop" fmla="*/ 0 h 68400"/>
              <a:gd name="textAreaBottom" fmla="*/ 68760 h 68400"/>
            </a:gdLst>
            <a:ahLst/>
            <a:cxnLst/>
            <a:rect l="textAreaLeft" t="textAreaTop" r="textAreaRight" b="textAreaBottom"/>
            <a:pathLst>
              <a:path w="2356" h="1756">
                <a:moveTo>
                  <a:pt x="1176" y="1"/>
                </a:moveTo>
                <a:cubicBezTo>
                  <a:pt x="944" y="1"/>
                  <a:pt x="720" y="88"/>
                  <a:pt x="555" y="253"/>
                </a:cubicBezTo>
                <a:cubicBezTo>
                  <a:pt x="1" y="807"/>
                  <a:pt x="395" y="1755"/>
                  <a:pt x="1175" y="1755"/>
                </a:cubicBezTo>
                <a:cubicBezTo>
                  <a:pt x="1178" y="1755"/>
                  <a:pt x="1182" y="1756"/>
                  <a:pt x="1186" y="1756"/>
                </a:cubicBezTo>
                <a:cubicBezTo>
                  <a:pt x="1967" y="1756"/>
                  <a:pt x="2355" y="804"/>
                  <a:pt x="1804" y="262"/>
                </a:cubicBezTo>
                <a:cubicBezTo>
                  <a:pt x="1757" y="225"/>
                  <a:pt x="1710" y="187"/>
                  <a:pt x="1672" y="149"/>
                </a:cubicBezTo>
                <a:cubicBezTo>
                  <a:pt x="1616" y="121"/>
                  <a:pt x="1569" y="93"/>
                  <a:pt x="1513" y="74"/>
                </a:cubicBezTo>
                <a:cubicBezTo>
                  <a:pt x="1456" y="46"/>
                  <a:pt x="1409" y="27"/>
                  <a:pt x="1353" y="18"/>
                </a:cubicBezTo>
                <a:cubicBezTo>
                  <a:pt x="1294" y="7"/>
                  <a:pt x="1235" y="1"/>
                  <a:pt x="117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32" name="Google Shape;392;p 3"/>
          <p:cNvSpPr/>
          <p:nvPr/>
        </p:nvSpPr>
        <p:spPr>
          <a:xfrm>
            <a:off x="5712480" y="4861800"/>
            <a:ext cx="93600" cy="67680"/>
          </a:xfrm>
          <a:custGeom>
            <a:avLst/>
            <a:gdLst>
              <a:gd name="textAreaLeft" fmla="*/ 0 w 93600"/>
              <a:gd name="textAreaRight" fmla="*/ 93960 w 93600"/>
              <a:gd name="textAreaTop" fmla="*/ 0 h 67680"/>
              <a:gd name="textAreaBottom" fmla="*/ 68040 h 67680"/>
            </a:gdLst>
            <a:ahLst/>
            <a:cxnLst/>
            <a:rect l="textAreaLeft" t="textAreaTop" r="textAreaRight" b="textAreaBottom"/>
            <a:pathLst>
              <a:path w="2401" h="1742">
                <a:moveTo>
                  <a:pt x="1214" y="1"/>
                </a:moveTo>
                <a:cubicBezTo>
                  <a:pt x="1105" y="1"/>
                  <a:pt x="991" y="22"/>
                  <a:pt x="874" y="70"/>
                </a:cubicBezTo>
                <a:cubicBezTo>
                  <a:pt x="1" y="436"/>
                  <a:pt x="245" y="1732"/>
                  <a:pt x="1194" y="1742"/>
                </a:cubicBezTo>
                <a:cubicBezTo>
                  <a:pt x="1428" y="1742"/>
                  <a:pt x="1654" y="1648"/>
                  <a:pt x="1823" y="1488"/>
                </a:cubicBezTo>
                <a:cubicBezTo>
                  <a:pt x="2401" y="910"/>
                  <a:pt x="1921" y="1"/>
                  <a:pt x="121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3840" bIns="33840" anchor="ctr">
            <a:noAutofit/>
          </a:bodyPr>
          <a:lstStyle/>
          <a:p>
            <a:endParaRPr lang="en-US" sz="1400" b="0" u="none" strike="noStrike">
              <a:solidFill>
                <a:srgbClr val="FFFFFF"/>
              </a:solidFill>
              <a:effectLst/>
              <a:uFillTx/>
              <a:latin typeface="Arial"/>
            </a:endParaRPr>
          </a:p>
        </p:txBody>
      </p:sp>
      <p:sp>
        <p:nvSpPr>
          <p:cNvPr id="733" name="Google Shape;393;p 3"/>
          <p:cNvSpPr/>
          <p:nvPr/>
        </p:nvSpPr>
        <p:spPr>
          <a:xfrm>
            <a:off x="5451120" y="4228200"/>
            <a:ext cx="444960" cy="136440"/>
          </a:xfrm>
          <a:custGeom>
            <a:avLst/>
            <a:gdLst>
              <a:gd name="textAreaLeft" fmla="*/ 0 w 444960"/>
              <a:gd name="textAreaRight" fmla="*/ 445320 w 444960"/>
              <a:gd name="textAreaTop" fmla="*/ 0 h 136440"/>
              <a:gd name="textAreaBottom" fmla="*/ 136800 h 136440"/>
            </a:gdLst>
            <a:ahLst/>
            <a:cxnLst/>
            <a:rect l="textAreaLeft" t="textAreaTop" r="textAreaRight" b="textAreaBottom"/>
            <a:pathLst>
              <a:path w="11394" h="3504">
                <a:moveTo>
                  <a:pt x="3927" y="0"/>
                </a:moveTo>
                <a:cubicBezTo>
                  <a:pt x="3495" y="0"/>
                  <a:pt x="3081" y="179"/>
                  <a:pt x="2781" y="498"/>
                </a:cubicBezTo>
                <a:lnTo>
                  <a:pt x="405" y="3062"/>
                </a:lnTo>
                <a:lnTo>
                  <a:pt x="1" y="3504"/>
                </a:lnTo>
                <a:lnTo>
                  <a:pt x="11393" y="3504"/>
                </a:lnTo>
                <a:lnTo>
                  <a:pt x="10989" y="3062"/>
                </a:lnTo>
                <a:lnTo>
                  <a:pt x="8613" y="517"/>
                </a:lnTo>
                <a:cubicBezTo>
                  <a:pt x="8322" y="188"/>
                  <a:pt x="7899" y="0"/>
                  <a:pt x="7458" y="0"/>
                </a:cubicBezTo>
                <a:close/>
              </a:path>
            </a:pathLst>
          </a:custGeom>
          <a:solidFill>
            <a:srgbClr val="9AD7D2"/>
          </a:solidFill>
          <a:ln w="0">
            <a:noFill/>
          </a:ln>
        </p:spPr>
        <p:style>
          <a:lnRef idx="0">
            <a:scrgbClr r="0" g="0" b="0"/>
          </a:lnRef>
          <a:fillRef idx="0">
            <a:scrgbClr r="0" g="0" b="0"/>
          </a:fillRef>
          <a:effectRef idx="0">
            <a:scrgbClr r="0" g="0" b="0"/>
          </a:effectRef>
          <a:fontRef idx="minor"/>
        </p:style>
        <p:txBody>
          <a:bodyPr tIns="68400" bIns="68400" anchor="ctr">
            <a:noAutofit/>
          </a:bodyPr>
          <a:lstStyle/>
          <a:p>
            <a:endParaRPr lang="en-US" sz="1400" b="0" u="none" strike="noStrike">
              <a:solidFill>
                <a:srgbClr val="000000"/>
              </a:solidFill>
              <a:effectLst/>
              <a:uFillTx/>
              <a:latin typeface="Arial"/>
            </a:endParaRPr>
          </a:p>
        </p:txBody>
      </p:sp>
      <p:sp>
        <p:nvSpPr>
          <p:cNvPr id="734" name="Google Shape;394;p 3"/>
          <p:cNvSpPr/>
          <p:nvPr/>
        </p:nvSpPr>
        <p:spPr>
          <a:xfrm>
            <a:off x="3227040" y="422424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7" h="3476">
                <a:moveTo>
                  <a:pt x="883" y="1"/>
                </a:moveTo>
                <a:cubicBezTo>
                  <a:pt x="413" y="1"/>
                  <a:pt x="19" y="367"/>
                  <a:pt x="10" y="846"/>
                </a:cubicBezTo>
                <a:lnTo>
                  <a:pt x="10" y="2602"/>
                </a:lnTo>
                <a:cubicBezTo>
                  <a:pt x="0" y="3081"/>
                  <a:pt x="395" y="3476"/>
                  <a:pt x="883" y="3476"/>
                </a:cubicBezTo>
                <a:cubicBezTo>
                  <a:pt x="1362" y="3476"/>
                  <a:pt x="1756" y="3081"/>
                  <a:pt x="1756" y="2602"/>
                </a:cubicBezTo>
                <a:lnTo>
                  <a:pt x="1756" y="846"/>
                </a:lnTo>
                <a:cubicBezTo>
                  <a:pt x="1738" y="367"/>
                  <a:pt x="1353" y="1"/>
                  <a:pt x="88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35" name="Google Shape;395;p 3"/>
          <p:cNvSpPr/>
          <p:nvPr/>
        </p:nvSpPr>
        <p:spPr>
          <a:xfrm>
            <a:off x="3115440" y="4388760"/>
            <a:ext cx="56520" cy="111600"/>
          </a:xfrm>
          <a:custGeom>
            <a:avLst/>
            <a:gdLst>
              <a:gd name="textAreaLeft" fmla="*/ 0 w 56520"/>
              <a:gd name="textAreaRight" fmla="*/ 56880 w 56520"/>
              <a:gd name="textAreaTop" fmla="*/ 0 h 111600"/>
              <a:gd name="textAreaBottom" fmla="*/ 111960 h 111600"/>
            </a:gdLst>
            <a:ahLst/>
            <a:cxnLst/>
            <a:rect l="textAreaLeft" t="textAreaTop" r="textAreaRight" b="textAreaBottom"/>
            <a:pathLst>
              <a:path w="1795" h="3542">
                <a:moveTo>
                  <a:pt x="902" y="0"/>
                </a:moveTo>
                <a:cubicBezTo>
                  <a:pt x="404" y="0"/>
                  <a:pt x="0" y="414"/>
                  <a:pt x="19" y="911"/>
                </a:cubicBezTo>
                <a:lnTo>
                  <a:pt x="19" y="2668"/>
                </a:lnTo>
                <a:cubicBezTo>
                  <a:pt x="19" y="3147"/>
                  <a:pt x="413" y="3541"/>
                  <a:pt x="902" y="3541"/>
                </a:cubicBezTo>
                <a:cubicBezTo>
                  <a:pt x="1381" y="3541"/>
                  <a:pt x="1775" y="3147"/>
                  <a:pt x="1775" y="2668"/>
                </a:cubicBezTo>
                <a:lnTo>
                  <a:pt x="1775" y="911"/>
                </a:lnTo>
                <a:cubicBezTo>
                  <a:pt x="1794" y="414"/>
                  <a:pt x="1390" y="0"/>
                  <a:pt x="90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5800" bIns="55800" anchor="ctr">
            <a:noAutofit/>
          </a:bodyPr>
          <a:lstStyle/>
          <a:p>
            <a:endParaRPr lang="en-US" sz="1400" b="0" u="none" strike="noStrike">
              <a:solidFill>
                <a:srgbClr val="FFFFFF"/>
              </a:solidFill>
              <a:effectLst/>
              <a:uFillTx/>
              <a:latin typeface="Arial"/>
            </a:endParaRPr>
          </a:p>
        </p:txBody>
      </p:sp>
      <p:sp>
        <p:nvSpPr>
          <p:cNvPr id="736" name="Google Shape;396;p 3"/>
          <p:cNvSpPr/>
          <p:nvPr/>
        </p:nvSpPr>
        <p:spPr>
          <a:xfrm>
            <a:off x="3226680" y="4388760"/>
            <a:ext cx="56160" cy="111600"/>
          </a:xfrm>
          <a:custGeom>
            <a:avLst/>
            <a:gdLst>
              <a:gd name="textAreaLeft" fmla="*/ 0 w 56160"/>
              <a:gd name="textAreaRight" fmla="*/ 56520 w 56160"/>
              <a:gd name="textAreaTop" fmla="*/ 0 h 111600"/>
              <a:gd name="textAreaBottom" fmla="*/ 111960 h 111600"/>
            </a:gdLst>
            <a:ahLst/>
            <a:cxnLst/>
            <a:rect l="textAreaLeft" t="textAreaTop" r="textAreaRight" b="textAreaBottom"/>
            <a:pathLst>
              <a:path w="1786" h="3542">
                <a:moveTo>
                  <a:pt x="893" y="0"/>
                </a:moveTo>
                <a:cubicBezTo>
                  <a:pt x="395" y="0"/>
                  <a:pt x="1" y="414"/>
                  <a:pt x="20" y="911"/>
                </a:cubicBezTo>
                <a:lnTo>
                  <a:pt x="20" y="2668"/>
                </a:lnTo>
                <a:cubicBezTo>
                  <a:pt x="10" y="3147"/>
                  <a:pt x="405" y="3541"/>
                  <a:pt x="893" y="3541"/>
                </a:cubicBezTo>
                <a:cubicBezTo>
                  <a:pt x="1372" y="3541"/>
                  <a:pt x="1766" y="3147"/>
                  <a:pt x="1766" y="2668"/>
                </a:cubicBezTo>
                <a:lnTo>
                  <a:pt x="1766" y="911"/>
                </a:lnTo>
                <a:cubicBezTo>
                  <a:pt x="1785" y="414"/>
                  <a:pt x="1391" y="0"/>
                  <a:pt x="89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5800" bIns="55800" anchor="ctr">
            <a:noAutofit/>
          </a:bodyPr>
          <a:lstStyle/>
          <a:p>
            <a:endParaRPr lang="en-US" sz="1400" b="0" u="none" strike="noStrike">
              <a:solidFill>
                <a:srgbClr val="FFFFFF"/>
              </a:solidFill>
              <a:effectLst/>
              <a:uFillTx/>
              <a:latin typeface="Arial"/>
            </a:endParaRPr>
          </a:p>
        </p:txBody>
      </p:sp>
      <p:sp>
        <p:nvSpPr>
          <p:cNvPr id="737" name="Google Shape;397;p 3"/>
          <p:cNvSpPr/>
          <p:nvPr/>
        </p:nvSpPr>
        <p:spPr>
          <a:xfrm>
            <a:off x="3116160" y="455688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8" h="3476">
                <a:moveTo>
                  <a:pt x="884" y="1"/>
                </a:moveTo>
                <a:cubicBezTo>
                  <a:pt x="405" y="1"/>
                  <a:pt x="20" y="376"/>
                  <a:pt x="1" y="846"/>
                </a:cubicBezTo>
                <a:lnTo>
                  <a:pt x="1" y="2593"/>
                </a:lnTo>
                <a:cubicBezTo>
                  <a:pt x="1" y="3081"/>
                  <a:pt x="395" y="3466"/>
                  <a:pt x="884" y="3476"/>
                </a:cubicBezTo>
                <a:cubicBezTo>
                  <a:pt x="1363" y="3476"/>
                  <a:pt x="1757" y="3081"/>
                  <a:pt x="1757" y="2593"/>
                </a:cubicBezTo>
                <a:lnTo>
                  <a:pt x="1757" y="846"/>
                </a:lnTo>
                <a:cubicBezTo>
                  <a:pt x="1738" y="376"/>
                  <a:pt x="1353" y="1"/>
                  <a:pt x="88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38" name="Google Shape;398;p 3"/>
          <p:cNvSpPr/>
          <p:nvPr/>
        </p:nvSpPr>
        <p:spPr>
          <a:xfrm>
            <a:off x="3227040" y="455688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48" h="3476">
                <a:moveTo>
                  <a:pt x="874" y="1"/>
                </a:moveTo>
                <a:cubicBezTo>
                  <a:pt x="404" y="1"/>
                  <a:pt x="10" y="376"/>
                  <a:pt x="1" y="846"/>
                </a:cubicBezTo>
                <a:lnTo>
                  <a:pt x="1" y="2593"/>
                </a:lnTo>
                <a:cubicBezTo>
                  <a:pt x="1" y="3081"/>
                  <a:pt x="386" y="3476"/>
                  <a:pt x="874" y="3476"/>
                </a:cubicBezTo>
                <a:cubicBezTo>
                  <a:pt x="1353" y="3466"/>
                  <a:pt x="1747" y="3081"/>
                  <a:pt x="1747" y="2593"/>
                </a:cubicBezTo>
                <a:lnTo>
                  <a:pt x="1747" y="846"/>
                </a:lnTo>
                <a:cubicBezTo>
                  <a:pt x="1729" y="376"/>
                  <a:pt x="1344" y="1"/>
                  <a:pt x="8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39" name="Google Shape;399;p 3"/>
          <p:cNvSpPr/>
          <p:nvPr/>
        </p:nvSpPr>
        <p:spPr>
          <a:xfrm>
            <a:off x="3116160" y="472320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8" h="3475">
                <a:moveTo>
                  <a:pt x="884" y="0"/>
                </a:moveTo>
                <a:cubicBezTo>
                  <a:pt x="405" y="0"/>
                  <a:pt x="20" y="366"/>
                  <a:pt x="1" y="845"/>
                </a:cubicBezTo>
                <a:lnTo>
                  <a:pt x="1" y="2592"/>
                </a:lnTo>
                <a:cubicBezTo>
                  <a:pt x="1" y="3081"/>
                  <a:pt x="395" y="3475"/>
                  <a:pt x="884" y="3475"/>
                </a:cubicBezTo>
                <a:cubicBezTo>
                  <a:pt x="1363" y="3475"/>
                  <a:pt x="1757" y="3081"/>
                  <a:pt x="1757" y="2592"/>
                </a:cubicBezTo>
                <a:lnTo>
                  <a:pt x="1757" y="845"/>
                </a:lnTo>
                <a:cubicBezTo>
                  <a:pt x="1738" y="366"/>
                  <a:pt x="1353" y="0"/>
                  <a:pt x="88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40" name="Google Shape;400;p 3"/>
          <p:cNvSpPr/>
          <p:nvPr/>
        </p:nvSpPr>
        <p:spPr>
          <a:xfrm>
            <a:off x="3227040" y="472320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7" h="3475">
                <a:moveTo>
                  <a:pt x="883" y="0"/>
                </a:moveTo>
                <a:cubicBezTo>
                  <a:pt x="413" y="0"/>
                  <a:pt x="19" y="366"/>
                  <a:pt x="10" y="845"/>
                </a:cubicBezTo>
                <a:lnTo>
                  <a:pt x="10" y="2592"/>
                </a:lnTo>
                <a:cubicBezTo>
                  <a:pt x="0" y="3081"/>
                  <a:pt x="395" y="3475"/>
                  <a:pt x="883" y="3475"/>
                </a:cubicBezTo>
                <a:cubicBezTo>
                  <a:pt x="1362" y="3475"/>
                  <a:pt x="1756" y="3081"/>
                  <a:pt x="1756" y="2592"/>
                </a:cubicBezTo>
                <a:lnTo>
                  <a:pt x="1756" y="845"/>
                </a:lnTo>
                <a:cubicBezTo>
                  <a:pt x="1738" y="366"/>
                  <a:pt x="1353" y="0"/>
                  <a:pt x="88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41" name="Google Shape;401;p 3"/>
          <p:cNvSpPr/>
          <p:nvPr/>
        </p:nvSpPr>
        <p:spPr>
          <a:xfrm>
            <a:off x="3115440" y="4887720"/>
            <a:ext cx="56520" cy="111600"/>
          </a:xfrm>
          <a:custGeom>
            <a:avLst/>
            <a:gdLst>
              <a:gd name="textAreaLeft" fmla="*/ 0 w 56520"/>
              <a:gd name="textAreaRight" fmla="*/ 56880 w 56520"/>
              <a:gd name="textAreaTop" fmla="*/ 0 h 111600"/>
              <a:gd name="textAreaBottom" fmla="*/ 111960 h 111600"/>
            </a:gdLst>
            <a:ahLst/>
            <a:cxnLst/>
            <a:rect l="textAreaLeft" t="textAreaTop" r="textAreaRight" b="textAreaBottom"/>
            <a:pathLst>
              <a:path w="1795" h="3542">
                <a:moveTo>
                  <a:pt x="902" y="1"/>
                </a:moveTo>
                <a:cubicBezTo>
                  <a:pt x="404" y="1"/>
                  <a:pt x="0" y="414"/>
                  <a:pt x="19" y="912"/>
                </a:cubicBezTo>
                <a:lnTo>
                  <a:pt x="19" y="2659"/>
                </a:lnTo>
                <a:cubicBezTo>
                  <a:pt x="19" y="3147"/>
                  <a:pt x="413" y="3541"/>
                  <a:pt x="902" y="3541"/>
                </a:cubicBezTo>
                <a:cubicBezTo>
                  <a:pt x="1381" y="3541"/>
                  <a:pt x="1775" y="3147"/>
                  <a:pt x="1775" y="2659"/>
                </a:cubicBezTo>
                <a:lnTo>
                  <a:pt x="1775" y="912"/>
                </a:lnTo>
                <a:cubicBezTo>
                  <a:pt x="1794" y="414"/>
                  <a:pt x="1390" y="1"/>
                  <a:pt x="90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5800" bIns="55800" anchor="ctr">
            <a:noAutofit/>
          </a:bodyPr>
          <a:lstStyle/>
          <a:p>
            <a:endParaRPr lang="en-US" sz="1400" b="0" u="none" strike="noStrike">
              <a:solidFill>
                <a:srgbClr val="FFFFFF"/>
              </a:solidFill>
              <a:effectLst/>
              <a:uFillTx/>
              <a:latin typeface="Arial"/>
            </a:endParaRPr>
          </a:p>
        </p:txBody>
      </p:sp>
      <p:sp>
        <p:nvSpPr>
          <p:cNvPr id="742" name="Google Shape;402;p 3"/>
          <p:cNvSpPr/>
          <p:nvPr/>
        </p:nvSpPr>
        <p:spPr>
          <a:xfrm>
            <a:off x="3226680" y="4887720"/>
            <a:ext cx="56160" cy="111600"/>
          </a:xfrm>
          <a:custGeom>
            <a:avLst/>
            <a:gdLst>
              <a:gd name="textAreaLeft" fmla="*/ 0 w 56160"/>
              <a:gd name="textAreaRight" fmla="*/ 56520 w 56160"/>
              <a:gd name="textAreaTop" fmla="*/ 0 h 111600"/>
              <a:gd name="textAreaBottom" fmla="*/ 111960 h 111600"/>
            </a:gdLst>
            <a:ahLst/>
            <a:cxnLst/>
            <a:rect l="textAreaLeft" t="textAreaTop" r="textAreaRight" b="textAreaBottom"/>
            <a:pathLst>
              <a:path w="1786" h="3542">
                <a:moveTo>
                  <a:pt x="893" y="1"/>
                </a:moveTo>
                <a:cubicBezTo>
                  <a:pt x="395" y="1"/>
                  <a:pt x="1" y="414"/>
                  <a:pt x="20" y="912"/>
                </a:cubicBezTo>
                <a:lnTo>
                  <a:pt x="20" y="2659"/>
                </a:lnTo>
                <a:cubicBezTo>
                  <a:pt x="10" y="3147"/>
                  <a:pt x="405" y="3541"/>
                  <a:pt x="893" y="3541"/>
                </a:cubicBezTo>
                <a:cubicBezTo>
                  <a:pt x="1372" y="3541"/>
                  <a:pt x="1766" y="3147"/>
                  <a:pt x="1766" y="2659"/>
                </a:cubicBezTo>
                <a:lnTo>
                  <a:pt x="1766" y="912"/>
                </a:lnTo>
                <a:cubicBezTo>
                  <a:pt x="1785" y="414"/>
                  <a:pt x="1391" y="1"/>
                  <a:pt x="89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5800" bIns="55800" anchor="ctr">
            <a:noAutofit/>
          </a:bodyPr>
          <a:lstStyle/>
          <a:p>
            <a:endParaRPr lang="en-US" sz="1400" b="0" u="none" strike="noStrike">
              <a:solidFill>
                <a:srgbClr val="FFFFFF"/>
              </a:solidFill>
              <a:effectLst/>
              <a:uFillTx/>
              <a:latin typeface="Arial"/>
            </a:endParaRPr>
          </a:p>
        </p:txBody>
      </p:sp>
      <p:sp>
        <p:nvSpPr>
          <p:cNvPr id="743" name="Google Shape;403;p 3"/>
          <p:cNvSpPr/>
          <p:nvPr/>
        </p:nvSpPr>
        <p:spPr>
          <a:xfrm>
            <a:off x="3985920" y="407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0"/>
                </a:moveTo>
                <a:cubicBezTo>
                  <a:pt x="823" y="0"/>
                  <a:pt x="1" y="821"/>
                  <a:pt x="1" y="1841"/>
                </a:cubicBezTo>
                <a:lnTo>
                  <a:pt x="1" y="1842"/>
                </a:lnTo>
                <a:cubicBezTo>
                  <a:pt x="1" y="2862"/>
                  <a:pt x="823" y="3683"/>
                  <a:pt x="1843" y="3683"/>
                </a:cubicBezTo>
                <a:cubicBezTo>
                  <a:pt x="2863" y="3683"/>
                  <a:pt x="3684" y="2862"/>
                  <a:pt x="3684" y="1842"/>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4" name="Google Shape;404;p 3"/>
          <p:cNvSpPr/>
          <p:nvPr/>
        </p:nvSpPr>
        <p:spPr>
          <a:xfrm>
            <a:off x="4093560" y="407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0"/>
                </a:moveTo>
                <a:cubicBezTo>
                  <a:pt x="821" y="0"/>
                  <a:pt x="0" y="821"/>
                  <a:pt x="0" y="1841"/>
                </a:cubicBezTo>
                <a:lnTo>
                  <a:pt x="0" y="1842"/>
                </a:lnTo>
                <a:cubicBezTo>
                  <a:pt x="0" y="2862"/>
                  <a:pt x="821" y="3683"/>
                  <a:pt x="1841" y="3683"/>
                </a:cubicBezTo>
                <a:lnTo>
                  <a:pt x="1842" y="3683"/>
                </a:lnTo>
                <a:cubicBezTo>
                  <a:pt x="2862" y="3683"/>
                  <a:pt x="3683" y="2862"/>
                  <a:pt x="3683" y="1842"/>
                </a:cubicBezTo>
                <a:lnTo>
                  <a:pt x="3683" y="1841"/>
                </a:lnTo>
                <a:cubicBezTo>
                  <a:pt x="3683" y="821"/>
                  <a:pt x="2862" y="0"/>
                  <a:pt x="184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5" name="Google Shape;405;p 3"/>
          <p:cNvSpPr/>
          <p:nvPr/>
        </p:nvSpPr>
        <p:spPr>
          <a:xfrm>
            <a:off x="3878640" y="4172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1" y="1"/>
                  <a:pt x="1" y="821"/>
                  <a:pt x="1" y="1841"/>
                </a:cubicBezTo>
                <a:lnTo>
                  <a:pt x="1" y="1843"/>
                </a:lnTo>
                <a:cubicBezTo>
                  <a:pt x="1" y="2863"/>
                  <a:pt x="821" y="3684"/>
                  <a:pt x="1841" y="3684"/>
                </a:cubicBezTo>
                <a:lnTo>
                  <a:pt x="1843" y="3684"/>
                </a:lnTo>
                <a:cubicBezTo>
                  <a:pt x="2863" y="3684"/>
                  <a:pt x="3683" y="2863"/>
                  <a:pt x="3683" y="1843"/>
                </a:cubicBezTo>
                <a:lnTo>
                  <a:pt x="3683" y="1841"/>
                </a:lnTo>
                <a:cubicBezTo>
                  <a:pt x="3683"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6" name="Google Shape;406;p 3"/>
          <p:cNvSpPr/>
          <p:nvPr/>
        </p:nvSpPr>
        <p:spPr>
          <a:xfrm>
            <a:off x="3985920" y="4172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1"/>
                </a:moveTo>
                <a:cubicBezTo>
                  <a:pt x="823" y="1"/>
                  <a:pt x="1" y="821"/>
                  <a:pt x="1" y="1841"/>
                </a:cubicBezTo>
                <a:lnTo>
                  <a:pt x="1" y="1843"/>
                </a:lnTo>
                <a:cubicBezTo>
                  <a:pt x="1" y="2863"/>
                  <a:pt x="823" y="3684"/>
                  <a:pt x="1843" y="3684"/>
                </a:cubicBezTo>
                <a:cubicBezTo>
                  <a:pt x="2863" y="3684"/>
                  <a:pt x="3684" y="2863"/>
                  <a:pt x="3684" y="1843"/>
                </a:cubicBezTo>
                <a:lnTo>
                  <a:pt x="3684" y="1841"/>
                </a:lnTo>
                <a:cubicBezTo>
                  <a:pt x="3684"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7" name="Google Shape;407;p 3"/>
          <p:cNvSpPr/>
          <p:nvPr/>
        </p:nvSpPr>
        <p:spPr>
          <a:xfrm>
            <a:off x="4093560" y="4172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1"/>
                  <a:pt x="0" y="1841"/>
                </a:cubicBezTo>
                <a:lnTo>
                  <a:pt x="0" y="1843"/>
                </a:lnTo>
                <a:cubicBezTo>
                  <a:pt x="0" y="2863"/>
                  <a:pt x="821" y="3684"/>
                  <a:pt x="1841" y="3684"/>
                </a:cubicBezTo>
                <a:lnTo>
                  <a:pt x="1842" y="3684"/>
                </a:lnTo>
                <a:cubicBezTo>
                  <a:pt x="2862" y="3684"/>
                  <a:pt x="3683" y="2863"/>
                  <a:pt x="3683" y="1843"/>
                </a:cubicBezTo>
                <a:lnTo>
                  <a:pt x="3683" y="1841"/>
                </a:lnTo>
                <a:cubicBezTo>
                  <a:pt x="3683" y="821"/>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8" name="Google Shape;408;p 3"/>
          <p:cNvSpPr/>
          <p:nvPr/>
        </p:nvSpPr>
        <p:spPr>
          <a:xfrm>
            <a:off x="3878640" y="4270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0"/>
                </a:moveTo>
                <a:cubicBezTo>
                  <a:pt x="821" y="0"/>
                  <a:pt x="1" y="823"/>
                  <a:pt x="1" y="1843"/>
                </a:cubicBezTo>
                <a:cubicBezTo>
                  <a:pt x="1" y="2863"/>
                  <a:pt x="821" y="3685"/>
                  <a:pt x="1841" y="3685"/>
                </a:cubicBezTo>
                <a:lnTo>
                  <a:pt x="1843" y="3685"/>
                </a:lnTo>
                <a:cubicBezTo>
                  <a:pt x="2863" y="3685"/>
                  <a:pt x="3683" y="2863"/>
                  <a:pt x="3683" y="1843"/>
                </a:cubicBezTo>
                <a:cubicBezTo>
                  <a:pt x="3683"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9" name="Google Shape;409;p 3"/>
          <p:cNvSpPr/>
          <p:nvPr/>
        </p:nvSpPr>
        <p:spPr>
          <a:xfrm>
            <a:off x="3985920" y="4270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0"/>
                </a:moveTo>
                <a:cubicBezTo>
                  <a:pt x="823" y="0"/>
                  <a:pt x="1" y="823"/>
                  <a:pt x="1" y="1843"/>
                </a:cubicBezTo>
                <a:cubicBezTo>
                  <a:pt x="1" y="2863"/>
                  <a:pt x="823" y="3685"/>
                  <a:pt x="1843" y="3685"/>
                </a:cubicBezTo>
                <a:cubicBezTo>
                  <a:pt x="2863" y="3685"/>
                  <a:pt x="3684" y="2863"/>
                  <a:pt x="3684" y="1843"/>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0" name="Google Shape;410;p 3"/>
          <p:cNvSpPr/>
          <p:nvPr/>
        </p:nvSpPr>
        <p:spPr>
          <a:xfrm>
            <a:off x="4093560" y="4270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0"/>
                </a:moveTo>
                <a:cubicBezTo>
                  <a:pt x="821" y="0"/>
                  <a:pt x="0" y="823"/>
                  <a:pt x="0" y="1843"/>
                </a:cubicBezTo>
                <a:cubicBezTo>
                  <a:pt x="0" y="2863"/>
                  <a:pt x="821" y="3685"/>
                  <a:pt x="1841" y="3685"/>
                </a:cubicBezTo>
                <a:lnTo>
                  <a:pt x="1842" y="3685"/>
                </a:lnTo>
                <a:cubicBezTo>
                  <a:pt x="2862" y="3685"/>
                  <a:pt x="3683" y="2863"/>
                  <a:pt x="3683" y="1843"/>
                </a:cubicBezTo>
                <a:cubicBezTo>
                  <a:pt x="3683" y="823"/>
                  <a:pt x="2862" y="0"/>
                  <a:pt x="184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1" name="Google Shape;411;p 3"/>
          <p:cNvSpPr/>
          <p:nvPr/>
        </p:nvSpPr>
        <p:spPr>
          <a:xfrm>
            <a:off x="3878640" y="4368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1" y="1"/>
                  <a:pt x="1" y="822"/>
                  <a:pt x="1" y="1841"/>
                </a:cubicBezTo>
                <a:lnTo>
                  <a:pt x="1" y="1843"/>
                </a:lnTo>
                <a:cubicBezTo>
                  <a:pt x="1" y="2863"/>
                  <a:pt x="821" y="3684"/>
                  <a:pt x="1841" y="3684"/>
                </a:cubicBezTo>
                <a:lnTo>
                  <a:pt x="1843" y="3684"/>
                </a:lnTo>
                <a:cubicBezTo>
                  <a:pt x="2863" y="3684"/>
                  <a:pt x="3683" y="2863"/>
                  <a:pt x="3683" y="1843"/>
                </a:cubicBezTo>
                <a:lnTo>
                  <a:pt x="3683" y="1841"/>
                </a:lnTo>
                <a:cubicBezTo>
                  <a:pt x="3683"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2" name="Google Shape;412;p 3"/>
          <p:cNvSpPr/>
          <p:nvPr/>
        </p:nvSpPr>
        <p:spPr>
          <a:xfrm>
            <a:off x="3985920" y="4368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1"/>
                </a:moveTo>
                <a:cubicBezTo>
                  <a:pt x="823" y="1"/>
                  <a:pt x="1" y="822"/>
                  <a:pt x="1" y="1841"/>
                </a:cubicBezTo>
                <a:lnTo>
                  <a:pt x="1" y="1843"/>
                </a:lnTo>
                <a:cubicBezTo>
                  <a:pt x="1" y="2863"/>
                  <a:pt x="823" y="3684"/>
                  <a:pt x="1843" y="3684"/>
                </a:cubicBezTo>
                <a:cubicBezTo>
                  <a:pt x="2863" y="3684"/>
                  <a:pt x="3684" y="2863"/>
                  <a:pt x="3684" y="1843"/>
                </a:cubicBezTo>
                <a:lnTo>
                  <a:pt x="3684" y="1841"/>
                </a:lnTo>
                <a:cubicBezTo>
                  <a:pt x="3684"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3" name="Google Shape;413;p 3"/>
          <p:cNvSpPr/>
          <p:nvPr/>
        </p:nvSpPr>
        <p:spPr>
          <a:xfrm>
            <a:off x="4093560" y="4368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2"/>
                  <a:pt x="0" y="1841"/>
                </a:cubicBezTo>
                <a:lnTo>
                  <a:pt x="0" y="1843"/>
                </a:lnTo>
                <a:cubicBezTo>
                  <a:pt x="0" y="2863"/>
                  <a:pt x="821" y="3684"/>
                  <a:pt x="1841" y="3684"/>
                </a:cubicBezTo>
                <a:lnTo>
                  <a:pt x="1842" y="3684"/>
                </a:lnTo>
                <a:cubicBezTo>
                  <a:pt x="2862" y="3684"/>
                  <a:pt x="3683" y="2863"/>
                  <a:pt x="3683" y="1843"/>
                </a:cubicBezTo>
                <a:lnTo>
                  <a:pt x="3683" y="1841"/>
                </a:lnTo>
                <a:cubicBezTo>
                  <a:pt x="3683" y="822"/>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4" name="Google Shape;414;p 3"/>
          <p:cNvSpPr/>
          <p:nvPr/>
        </p:nvSpPr>
        <p:spPr>
          <a:xfrm>
            <a:off x="3878640" y="4466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1"/>
                </a:moveTo>
                <a:cubicBezTo>
                  <a:pt x="821" y="1"/>
                  <a:pt x="1" y="823"/>
                  <a:pt x="1" y="1843"/>
                </a:cubicBezTo>
                <a:cubicBezTo>
                  <a:pt x="1" y="2865"/>
                  <a:pt x="821" y="3685"/>
                  <a:pt x="1841" y="3685"/>
                </a:cubicBezTo>
                <a:lnTo>
                  <a:pt x="1843" y="3685"/>
                </a:lnTo>
                <a:cubicBezTo>
                  <a:pt x="2863" y="3685"/>
                  <a:pt x="3683" y="2865"/>
                  <a:pt x="3683" y="1843"/>
                </a:cubicBezTo>
                <a:cubicBezTo>
                  <a:pt x="3683"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5" name="Google Shape;415;p 3"/>
          <p:cNvSpPr/>
          <p:nvPr/>
        </p:nvSpPr>
        <p:spPr>
          <a:xfrm>
            <a:off x="3985920" y="4466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3" y="1"/>
                  <a:pt x="1" y="823"/>
                  <a:pt x="1" y="1843"/>
                </a:cubicBezTo>
                <a:cubicBezTo>
                  <a:pt x="1" y="2865"/>
                  <a:pt x="823" y="3685"/>
                  <a:pt x="1843" y="3685"/>
                </a:cubicBezTo>
                <a:cubicBezTo>
                  <a:pt x="2863" y="3685"/>
                  <a:pt x="3684" y="2865"/>
                  <a:pt x="3684" y="1843"/>
                </a:cubicBezTo>
                <a:cubicBezTo>
                  <a:pt x="3684"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6" name="Google Shape;416;p 3"/>
          <p:cNvSpPr/>
          <p:nvPr/>
        </p:nvSpPr>
        <p:spPr>
          <a:xfrm>
            <a:off x="4093560" y="4466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1"/>
                </a:moveTo>
                <a:cubicBezTo>
                  <a:pt x="821" y="1"/>
                  <a:pt x="0" y="823"/>
                  <a:pt x="0" y="1843"/>
                </a:cubicBezTo>
                <a:cubicBezTo>
                  <a:pt x="0" y="2865"/>
                  <a:pt x="821" y="3685"/>
                  <a:pt x="1841" y="3685"/>
                </a:cubicBezTo>
                <a:lnTo>
                  <a:pt x="1842" y="3685"/>
                </a:lnTo>
                <a:cubicBezTo>
                  <a:pt x="2862" y="3685"/>
                  <a:pt x="3683" y="2865"/>
                  <a:pt x="3683" y="1843"/>
                </a:cubicBezTo>
                <a:cubicBezTo>
                  <a:pt x="3683" y="823"/>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7" name="Google Shape;417;p 3"/>
          <p:cNvSpPr/>
          <p:nvPr/>
        </p:nvSpPr>
        <p:spPr>
          <a:xfrm>
            <a:off x="3878640" y="456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1" y="0"/>
                  <a:pt x="1" y="821"/>
                  <a:pt x="1" y="1843"/>
                </a:cubicBezTo>
                <a:cubicBezTo>
                  <a:pt x="1" y="2862"/>
                  <a:pt x="821" y="3685"/>
                  <a:pt x="1841" y="3685"/>
                </a:cubicBezTo>
                <a:lnTo>
                  <a:pt x="1843" y="3685"/>
                </a:lnTo>
                <a:cubicBezTo>
                  <a:pt x="2863" y="3685"/>
                  <a:pt x="3683" y="2862"/>
                  <a:pt x="3683" y="1843"/>
                </a:cubicBez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8" name="Google Shape;418;p 3"/>
          <p:cNvSpPr/>
          <p:nvPr/>
        </p:nvSpPr>
        <p:spPr>
          <a:xfrm>
            <a:off x="3985920" y="456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3" y="0"/>
                </a:moveTo>
                <a:cubicBezTo>
                  <a:pt x="823" y="0"/>
                  <a:pt x="1" y="821"/>
                  <a:pt x="1" y="1843"/>
                </a:cubicBezTo>
                <a:cubicBezTo>
                  <a:pt x="1" y="2862"/>
                  <a:pt x="823" y="3685"/>
                  <a:pt x="1843" y="3685"/>
                </a:cubicBezTo>
                <a:cubicBezTo>
                  <a:pt x="2863" y="3685"/>
                  <a:pt x="3684" y="2862"/>
                  <a:pt x="3684" y="1843"/>
                </a:cubicBez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9" name="Google Shape;419;p 3"/>
          <p:cNvSpPr/>
          <p:nvPr/>
        </p:nvSpPr>
        <p:spPr>
          <a:xfrm>
            <a:off x="4093560" y="456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1"/>
                  <a:pt x="0" y="1843"/>
                </a:cubicBezTo>
                <a:cubicBezTo>
                  <a:pt x="0" y="2862"/>
                  <a:pt x="821" y="3685"/>
                  <a:pt x="1841" y="3685"/>
                </a:cubicBezTo>
                <a:lnTo>
                  <a:pt x="1842" y="3685"/>
                </a:lnTo>
                <a:cubicBezTo>
                  <a:pt x="2862" y="3685"/>
                  <a:pt x="3683" y="2862"/>
                  <a:pt x="3683" y="1843"/>
                </a:cubicBezTo>
                <a:cubicBezTo>
                  <a:pt x="3683" y="821"/>
                  <a:pt x="2862" y="0"/>
                  <a:pt x="184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0" name="Google Shape;420;p 3"/>
          <p:cNvSpPr/>
          <p:nvPr/>
        </p:nvSpPr>
        <p:spPr>
          <a:xfrm>
            <a:off x="3878640" y="4663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1" y="1"/>
                  <a:pt x="1" y="821"/>
                  <a:pt x="1" y="1841"/>
                </a:cubicBezTo>
                <a:lnTo>
                  <a:pt x="1" y="1843"/>
                </a:lnTo>
                <a:cubicBezTo>
                  <a:pt x="1" y="2863"/>
                  <a:pt x="821" y="3684"/>
                  <a:pt x="1841" y="3684"/>
                </a:cubicBezTo>
                <a:lnTo>
                  <a:pt x="1843" y="3684"/>
                </a:lnTo>
                <a:cubicBezTo>
                  <a:pt x="2863" y="3684"/>
                  <a:pt x="3683" y="2863"/>
                  <a:pt x="3683" y="1843"/>
                </a:cubicBezTo>
                <a:lnTo>
                  <a:pt x="3683" y="1841"/>
                </a:lnTo>
                <a:cubicBezTo>
                  <a:pt x="3683"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1" name="Google Shape;421;p 3"/>
          <p:cNvSpPr/>
          <p:nvPr/>
        </p:nvSpPr>
        <p:spPr>
          <a:xfrm>
            <a:off x="3985920" y="4663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1"/>
                </a:moveTo>
                <a:cubicBezTo>
                  <a:pt x="823" y="1"/>
                  <a:pt x="1" y="821"/>
                  <a:pt x="1" y="1841"/>
                </a:cubicBezTo>
                <a:lnTo>
                  <a:pt x="1" y="1843"/>
                </a:lnTo>
                <a:cubicBezTo>
                  <a:pt x="1" y="2863"/>
                  <a:pt x="823" y="3684"/>
                  <a:pt x="1843" y="3684"/>
                </a:cubicBezTo>
                <a:cubicBezTo>
                  <a:pt x="2863" y="3684"/>
                  <a:pt x="3684" y="2863"/>
                  <a:pt x="3684" y="1843"/>
                </a:cubicBezTo>
                <a:lnTo>
                  <a:pt x="3684" y="1841"/>
                </a:lnTo>
                <a:cubicBezTo>
                  <a:pt x="3684"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2" name="Google Shape;422;p 3"/>
          <p:cNvSpPr/>
          <p:nvPr/>
        </p:nvSpPr>
        <p:spPr>
          <a:xfrm>
            <a:off x="4093560" y="4663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1"/>
                  <a:pt x="0" y="1841"/>
                </a:cubicBezTo>
                <a:lnTo>
                  <a:pt x="0" y="1843"/>
                </a:lnTo>
                <a:cubicBezTo>
                  <a:pt x="0" y="2863"/>
                  <a:pt x="821" y="3684"/>
                  <a:pt x="1841" y="3684"/>
                </a:cubicBezTo>
                <a:lnTo>
                  <a:pt x="1842" y="3684"/>
                </a:lnTo>
                <a:cubicBezTo>
                  <a:pt x="2862" y="3684"/>
                  <a:pt x="3683" y="2863"/>
                  <a:pt x="3683" y="1843"/>
                </a:cubicBezTo>
                <a:lnTo>
                  <a:pt x="3683" y="1841"/>
                </a:lnTo>
                <a:cubicBezTo>
                  <a:pt x="3683" y="821"/>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3" name="Google Shape;423;p 3"/>
          <p:cNvSpPr/>
          <p:nvPr/>
        </p:nvSpPr>
        <p:spPr>
          <a:xfrm>
            <a:off x="3878640" y="4761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0"/>
                </a:moveTo>
                <a:cubicBezTo>
                  <a:pt x="821" y="0"/>
                  <a:pt x="1" y="823"/>
                  <a:pt x="1" y="1843"/>
                </a:cubicBezTo>
                <a:cubicBezTo>
                  <a:pt x="1" y="2864"/>
                  <a:pt x="821" y="3685"/>
                  <a:pt x="1841" y="3685"/>
                </a:cubicBezTo>
                <a:lnTo>
                  <a:pt x="1843" y="3685"/>
                </a:lnTo>
                <a:cubicBezTo>
                  <a:pt x="2863" y="3685"/>
                  <a:pt x="3683" y="2864"/>
                  <a:pt x="3683" y="1843"/>
                </a:cubicBezTo>
                <a:cubicBezTo>
                  <a:pt x="3683" y="823"/>
                  <a:pt x="2863" y="0"/>
                  <a:pt x="1843"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64" name="Google Shape;424;p 3"/>
          <p:cNvSpPr/>
          <p:nvPr/>
        </p:nvSpPr>
        <p:spPr>
          <a:xfrm>
            <a:off x="3985920" y="4761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0"/>
                </a:moveTo>
                <a:cubicBezTo>
                  <a:pt x="823" y="0"/>
                  <a:pt x="1" y="823"/>
                  <a:pt x="1" y="1843"/>
                </a:cubicBezTo>
                <a:cubicBezTo>
                  <a:pt x="1" y="2864"/>
                  <a:pt x="823" y="3685"/>
                  <a:pt x="1843" y="3685"/>
                </a:cubicBezTo>
                <a:cubicBezTo>
                  <a:pt x="2863" y="3685"/>
                  <a:pt x="3684" y="2864"/>
                  <a:pt x="3684" y="1843"/>
                </a:cubicBezTo>
                <a:cubicBezTo>
                  <a:pt x="3684" y="823"/>
                  <a:pt x="2863" y="0"/>
                  <a:pt x="1843"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65" name="Google Shape;425;p 3"/>
          <p:cNvSpPr/>
          <p:nvPr/>
        </p:nvSpPr>
        <p:spPr>
          <a:xfrm>
            <a:off x="4093560" y="4761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0"/>
                </a:moveTo>
                <a:cubicBezTo>
                  <a:pt x="821" y="0"/>
                  <a:pt x="0" y="823"/>
                  <a:pt x="0" y="1843"/>
                </a:cubicBezTo>
                <a:cubicBezTo>
                  <a:pt x="0" y="2864"/>
                  <a:pt x="821" y="3685"/>
                  <a:pt x="1841" y="3685"/>
                </a:cubicBezTo>
                <a:lnTo>
                  <a:pt x="1842" y="3685"/>
                </a:lnTo>
                <a:cubicBezTo>
                  <a:pt x="2862" y="3685"/>
                  <a:pt x="3683" y="2864"/>
                  <a:pt x="3683" y="1843"/>
                </a:cubicBezTo>
                <a:cubicBezTo>
                  <a:pt x="3683" y="823"/>
                  <a:pt x="2862" y="0"/>
                  <a:pt x="18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66" name="Google Shape;426;p 3"/>
          <p:cNvSpPr/>
          <p:nvPr/>
        </p:nvSpPr>
        <p:spPr>
          <a:xfrm>
            <a:off x="3878640" y="48600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1"/>
                </a:moveTo>
                <a:cubicBezTo>
                  <a:pt x="821" y="1"/>
                  <a:pt x="1" y="822"/>
                  <a:pt x="1" y="1843"/>
                </a:cubicBezTo>
                <a:cubicBezTo>
                  <a:pt x="1" y="2863"/>
                  <a:pt x="821" y="3686"/>
                  <a:pt x="1841" y="3686"/>
                </a:cubicBezTo>
                <a:lnTo>
                  <a:pt x="1843" y="3686"/>
                </a:lnTo>
                <a:cubicBezTo>
                  <a:pt x="2863" y="3686"/>
                  <a:pt x="3683" y="2863"/>
                  <a:pt x="3683" y="1843"/>
                </a:cubicBezTo>
                <a:cubicBezTo>
                  <a:pt x="3683"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7" name="Google Shape;427;p 3"/>
          <p:cNvSpPr/>
          <p:nvPr/>
        </p:nvSpPr>
        <p:spPr>
          <a:xfrm>
            <a:off x="3985920" y="48600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3" y="1"/>
                  <a:pt x="1" y="822"/>
                  <a:pt x="1" y="1843"/>
                </a:cubicBezTo>
                <a:cubicBezTo>
                  <a:pt x="1" y="2863"/>
                  <a:pt x="823" y="3686"/>
                  <a:pt x="1843" y="3686"/>
                </a:cubicBezTo>
                <a:cubicBezTo>
                  <a:pt x="2863" y="3686"/>
                  <a:pt x="3684" y="2863"/>
                  <a:pt x="3684" y="1843"/>
                </a:cubicBezTo>
                <a:cubicBezTo>
                  <a:pt x="3684"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8" name="Google Shape;428;p 3"/>
          <p:cNvSpPr/>
          <p:nvPr/>
        </p:nvSpPr>
        <p:spPr>
          <a:xfrm>
            <a:off x="4093560" y="48600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1"/>
                </a:moveTo>
                <a:cubicBezTo>
                  <a:pt x="821" y="1"/>
                  <a:pt x="0" y="822"/>
                  <a:pt x="0" y="1843"/>
                </a:cubicBezTo>
                <a:cubicBezTo>
                  <a:pt x="0" y="2863"/>
                  <a:pt x="821" y="3686"/>
                  <a:pt x="1841" y="3686"/>
                </a:cubicBezTo>
                <a:lnTo>
                  <a:pt x="1842" y="3686"/>
                </a:lnTo>
                <a:cubicBezTo>
                  <a:pt x="2862" y="3686"/>
                  <a:pt x="3683" y="2863"/>
                  <a:pt x="3683" y="1843"/>
                </a:cubicBezTo>
                <a:cubicBezTo>
                  <a:pt x="3683" y="822"/>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9" name="Google Shape;429;p 3"/>
          <p:cNvSpPr/>
          <p:nvPr/>
        </p:nvSpPr>
        <p:spPr>
          <a:xfrm>
            <a:off x="3878640" y="495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0"/>
                </a:moveTo>
                <a:cubicBezTo>
                  <a:pt x="821" y="0"/>
                  <a:pt x="1" y="821"/>
                  <a:pt x="1" y="1841"/>
                </a:cubicBezTo>
                <a:lnTo>
                  <a:pt x="1" y="1843"/>
                </a:lnTo>
                <a:cubicBezTo>
                  <a:pt x="1" y="2863"/>
                  <a:pt x="821" y="3683"/>
                  <a:pt x="1841" y="3683"/>
                </a:cubicBezTo>
                <a:lnTo>
                  <a:pt x="1843" y="3683"/>
                </a:lnTo>
                <a:cubicBezTo>
                  <a:pt x="2863" y="3683"/>
                  <a:pt x="3683" y="2863"/>
                  <a:pt x="3683" y="1843"/>
                </a:cubicBezTo>
                <a:lnTo>
                  <a:pt x="3683" y="1841"/>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70" name="Google Shape;430;p 3"/>
          <p:cNvSpPr/>
          <p:nvPr/>
        </p:nvSpPr>
        <p:spPr>
          <a:xfrm>
            <a:off x="3985920" y="495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0"/>
                </a:moveTo>
                <a:cubicBezTo>
                  <a:pt x="823" y="0"/>
                  <a:pt x="1" y="821"/>
                  <a:pt x="1" y="1841"/>
                </a:cubicBezTo>
                <a:lnTo>
                  <a:pt x="1" y="1843"/>
                </a:lnTo>
                <a:cubicBezTo>
                  <a:pt x="1" y="2863"/>
                  <a:pt x="823" y="3683"/>
                  <a:pt x="1843" y="3683"/>
                </a:cubicBezTo>
                <a:cubicBezTo>
                  <a:pt x="2863" y="3683"/>
                  <a:pt x="3684" y="2863"/>
                  <a:pt x="3684" y="1843"/>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71" name="Google Shape;431;p 3"/>
          <p:cNvSpPr/>
          <p:nvPr/>
        </p:nvSpPr>
        <p:spPr>
          <a:xfrm>
            <a:off x="4093560" y="495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0"/>
                </a:moveTo>
                <a:cubicBezTo>
                  <a:pt x="821" y="0"/>
                  <a:pt x="0" y="821"/>
                  <a:pt x="0" y="1841"/>
                </a:cubicBezTo>
                <a:lnTo>
                  <a:pt x="0" y="1843"/>
                </a:lnTo>
                <a:cubicBezTo>
                  <a:pt x="0" y="2863"/>
                  <a:pt x="821" y="3683"/>
                  <a:pt x="1841" y="3683"/>
                </a:cubicBezTo>
                <a:lnTo>
                  <a:pt x="1842" y="3683"/>
                </a:lnTo>
                <a:cubicBezTo>
                  <a:pt x="2862" y="3683"/>
                  <a:pt x="3683" y="2863"/>
                  <a:pt x="3683" y="1843"/>
                </a:cubicBezTo>
                <a:lnTo>
                  <a:pt x="3683" y="1841"/>
                </a:lnTo>
                <a:cubicBezTo>
                  <a:pt x="3683" y="821"/>
                  <a:pt x="2862" y="0"/>
                  <a:pt x="184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72" name="Google Shape;432;p 3"/>
          <p:cNvSpPr/>
          <p:nvPr/>
        </p:nvSpPr>
        <p:spPr>
          <a:xfrm>
            <a:off x="3878640" y="4755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 y="0"/>
                </a:moveTo>
                <a:lnTo>
                  <a:pt x="1" y="3685"/>
                </a:lnTo>
                <a:lnTo>
                  <a:pt x="3683" y="3685"/>
                </a:lnTo>
                <a:lnTo>
                  <a:pt x="3683"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73" name="Google Shape;433;p 3"/>
          <p:cNvSpPr/>
          <p:nvPr/>
        </p:nvSpPr>
        <p:spPr>
          <a:xfrm>
            <a:off x="3985920" y="4755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 y="0"/>
                </a:moveTo>
                <a:lnTo>
                  <a:pt x="1" y="3685"/>
                </a:lnTo>
                <a:lnTo>
                  <a:pt x="3684" y="3685"/>
                </a:lnTo>
                <a:lnTo>
                  <a:pt x="3684"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74" name="Google Shape;434;p 3"/>
          <p:cNvSpPr/>
          <p:nvPr/>
        </p:nvSpPr>
        <p:spPr>
          <a:xfrm>
            <a:off x="4093560" y="4755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0" y="0"/>
                </a:moveTo>
                <a:lnTo>
                  <a:pt x="0" y="3685"/>
                </a:lnTo>
                <a:lnTo>
                  <a:pt x="3683" y="3685"/>
                </a:lnTo>
                <a:lnTo>
                  <a:pt x="3683"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75" name="Google Shape;435;p 3"/>
          <p:cNvSpPr/>
          <p:nvPr/>
        </p:nvSpPr>
        <p:spPr>
          <a:xfrm>
            <a:off x="3878640" y="3967560"/>
            <a:ext cx="274320" cy="58680"/>
          </a:xfrm>
          <a:custGeom>
            <a:avLst/>
            <a:gdLst>
              <a:gd name="textAreaLeft" fmla="*/ 0 w 274320"/>
              <a:gd name="textAreaRight" fmla="*/ 274680 w 274320"/>
              <a:gd name="textAreaTop" fmla="*/ 0 h 58680"/>
              <a:gd name="textAreaBottom" fmla="*/ 59040 h 58680"/>
            </a:gdLst>
            <a:ahLst/>
            <a:cxnLst/>
            <a:rect l="textAreaLeft" t="textAreaTop" r="textAreaRight" b="textAreaBottom"/>
            <a:pathLst>
              <a:path w="16916" h="3638">
                <a:moveTo>
                  <a:pt x="3638" y="1"/>
                </a:moveTo>
                <a:cubicBezTo>
                  <a:pt x="1628" y="1"/>
                  <a:pt x="1" y="1628"/>
                  <a:pt x="1" y="3638"/>
                </a:cubicBezTo>
                <a:lnTo>
                  <a:pt x="16916" y="3638"/>
                </a:lnTo>
                <a:cubicBezTo>
                  <a:pt x="16916" y="1628"/>
                  <a:pt x="15288" y="1"/>
                  <a:pt x="13279"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29520" bIns="29520" anchor="ctr">
            <a:noAutofit/>
          </a:bodyPr>
          <a:lstStyle/>
          <a:p>
            <a:endParaRPr lang="en-US" sz="1400" b="0" u="none" strike="noStrike">
              <a:solidFill>
                <a:srgbClr val="FFFFFF"/>
              </a:solidFill>
              <a:effectLst/>
              <a:uFillTx/>
              <a:latin typeface="Arial"/>
            </a:endParaRPr>
          </a:p>
        </p:txBody>
      </p:sp>
      <p:sp>
        <p:nvSpPr>
          <p:cNvPr id="776" name="Google Shape;436;p 3"/>
          <p:cNvSpPr/>
          <p:nvPr/>
        </p:nvSpPr>
        <p:spPr>
          <a:xfrm>
            <a:off x="4604400" y="3909240"/>
            <a:ext cx="351000" cy="1162440"/>
          </a:xfrm>
          <a:custGeom>
            <a:avLst/>
            <a:gdLst>
              <a:gd name="textAreaLeft" fmla="*/ 0 w 351000"/>
              <a:gd name="textAreaRight" fmla="*/ 351360 w 351000"/>
              <a:gd name="textAreaTop" fmla="*/ 0 h 1162440"/>
              <a:gd name="textAreaBottom" fmla="*/ 1162800 h 1162440"/>
            </a:gdLst>
            <a:ahLst/>
            <a:cxnLst/>
            <a:rect l="textAreaLeft" t="textAreaTop" r="textAreaRight" b="textAreaBottom"/>
            <a:pathLst>
              <a:path w="21648" h="71625">
                <a:moveTo>
                  <a:pt x="2448" y="0"/>
                </a:moveTo>
                <a:cubicBezTo>
                  <a:pt x="1096" y="0"/>
                  <a:pt x="0" y="1097"/>
                  <a:pt x="0" y="2450"/>
                </a:cubicBezTo>
                <a:lnTo>
                  <a:pt x="0" y="71624"/>
                </a:lnTo>
                <a:lnTo>
                  <a:pt x="21648" y="71624"/>
                </a:lnTo>
                <a:lnTo>
                  <a:pt x="21648" y="2450"/>
                </a:lnTo>
                <a:cubicBezTo>
                  <a:pt x="21648" y="1097"/>
                  <a:pt x="20551" y="0"/>
                  <a:pt x="1919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77" name="Google Shape;437;p 3"/>
          <p:cNvSpPr/>
          <p:nvPr/>
        </p:nvSpPr>
        <p:spPr>
          <a:xfrm>
            <a:off x="4642920" y="395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0"/>
                </a:moveTo>
                <a:cubicBezTo>
                  <a:pt x="821" y="0"/>
                  <a:pt x="0" y="821"/>
                  <a:pt x="0" y="1843"/>
                </a:cubicBezTo>
                <a:lnTo>
                  <a:pt x="0" y="1845"/>
                </a:lnTo>
                <a:cubicBezTo>
                  <a:pt x="0" y="2864"/>
                  <a:pt x="821" y="3685"/>
                  <a:pt x="1843" y="3685"/>
                </a:cubicBezTo>
                <a:cubicBezTo>
                  <a:pt x="2863" y="3685"/>
                  <a:pt x="3683" y="2864"/>
                  <a:pt x="3683" y="1845"/>
                </a:cubicBezTo>
                <a:lnTo>
                  <a:pt x="3683" y="1843"/>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78" name="Google Shape;438;p 3"/>
          <p:cNvSpPr/>
          <p:nvPr/>
        </p:nvSpPr>
        <p:spPr>
          <a:xfrm>
            <a:off x="4750200" y="395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0"/>
                </a:moveTo>
                <a:cubicBezTo>
                  <a:pt x="823" y="0"/>
                  <a:pt x="1" y="821"/>
                  <a:pt x="1" y="1843"/>
                </a:cubicBezTo>
                <a:lnTo>
                  <a:pt x="1" y="1845"/>
                </a:lnTo>
                <a:cubicBezTo>
                  <a:pt x="1" y="2864"/>
                  <a:pt x="823" y="3685"/>
                  <a:pt x="1843" y="3685"/>
                </a:cubicBezTo>
                <a:cubicBezTo>
                  <a:pt x="2865" y="3685"/>
                  <a:pt x="3685" y="2864"/>
                  <a:pt x="3685" y="1845"/>
                </a:cubicBezTo>
                <a:lnTo>
                  <a:pt x="3685" y="1843"/>
                </a:lnTo>
                <a:cubicBezTo>
                  <a:pt x="3685" y="821"/>
                  <a:pt x="2865"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79" name="Google Shape;439;p 3"/>
          <p:cNvSpPr/>
          <p:nvPr/>
        </p:nvSpPr>
        <p:spPr>
          <a:xfrm>
            <a:off x="4857480" y="395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0"/>
                </a:moveTo>
                <a:cubicBezTo>
                  <a:pt x="822" y="0"/>
                  <a:pt x="1" y="821"/>
                  <a:pt x="1" y="1843"/>
                </a:cubicBezTo>
                <a:lnTo>
                  <a:pt x="1" y="1845"/>
                </a:lnTo>
                <a:cubicBezTo>
                  <a:pt x="1" y="2864"/>
                  <a:pt x="822" y="3685"/>
                  <a:pt x="1843" y="3685"/>
                </a:cubicBezTo>
                <a:cubicBezTo>
                  <a:pt x="2863" y="3685"/>
                  <a:pt x="3686" y="2864"/>
                  <a:pt x="3686" y="1845"/>
                </a:cubicBezTo>
                <a:lnTo>
                  <a:pt x="3686" y="1843"/>
                </a:lnTo>
                <a:cubicBezTo>
                  <a:pt x="3686"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0" name="Google Shape;440;p 3"/>
          <p:cNvSpPr/>
          <p:nvPr/>
        </p:nvSpPr>
        <p:spPr>
          <a:xfrm>
            <a:off x="4642920" y="4049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1"/>
                  <a:pt x="0" y="1841"/>
                </a:cubicBezTo>
                <a:lnTo>
                  <a:pt x="0" y="1843"/>
                </a:lnTo>
                <a:cubicBezTo>
                  <a:pt x="0" y="2863"/>
                  <a:pt x="821" y="3685"/>
                  <a:pt x="1843" y="3685"/>
                </a:cubicBezTo>
                <a:cubicBezTo>
                  <a:pt x="2863" y="3685"/>
                  <a:pt x="3683" y="2863"/>
                  <a:pt x="3683" y="1843"/>
                </a:cubicBezTo>
                <a:lnTo>
                  <a:pt x="3683" y="1841"/>
                </a:lnTo>
                <a:cubicBezTo>
                  <a:pt x="3683"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1" name="Google Shape;441;p 3"/>
          <p:cNvSpPr/>
          <p:nvPr/>
        </p:nvSpPr>
        <p:spPr>
          <a:xfrm>
            <a:off x="4750200" y="4049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1"/>
                  <a:pt x="1" y="1841"/>
                </a:cubicBezTo>
                <a:lnTo>
                  <a:pt x="1" y="1843"/>
                </a:lnTo>
                <a:cubicBezTo>
                  <a:pt x="1" y="2863"/>
                  <a:pt x="823" y="3685"/>
                  <a:pt x="1843" y="3685"/>
                </a:cubicBezTo>
                <a:cubicBezTo>
                  <a:pt x="2865" y="3685"/>
                  <a:pt x="3685" y="2863"/>
                  <a:pt x="3685" y="1843"/>
                </a:cubicBezTo>
                <a:lnTo>
                  <a:pt x="3685" y="1841"/>
                </a:lnTo>
                <a:cubicBezTo>
                  <a:pt x="3685" y="821"/>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2" name="Google Shape;442;p 3"/>
          <p:cNvSpPr/>
          <p:nvPr/>
        </p:nvSpPr>
        <p:spPr>
          <a:xfrm>
            <a:off x="4857480" y="4049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1"/>
                  <a:pt x="1" y="1841"/>
                </a:cubicBezTo>
                <a:lnTo>
                  <a:pt x="1" y="1843"/>
                </a:lnTo>
                <a:cubicBezTo>
                  <a:pt x="1" y="2863"/>
                  <a:pt x="822" y="3685"/>
                  <a:pt x="1843" y="3685"/>
                </a:cubicBezTo>
                <a:cubicBezTo>
                  <a:pt x="2863" y="3685"/>
                  <a:pt x="3686" y="2863"/>
                  <a:pt x="3686" y="1843"/>
                </a:cubicBezTo>
                <a:lnTo>
                  <a:pt x="3686" y="1841"/>
                </a:lnTo>
                <a:cubicBezTo>
                  <a:pt x="3686"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3" name="Google Shape;443;p 3"/>
          <p:cNvSpPr/>
          <p:nvPr/>
        </p:nvSpPr>
        <p:spPr>
          <a:xfrm>
            <a:off x="4642920" y="414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3"/>
                  <a:pt x="0" y="1843"/>
                </a:cubicBezTo>
                <a:lnTo>
                  <a:pt x="0" y="1845"/>
                </a:lnTo>
                <a:cubicBezTo>
                  <a:pt x="0" y="2865"/>
                  <a:pt x="821" y="3685"/>
                  <a:pt x="1843" y="3685"/>
                </a:cubicBezTo>
                <a:cubicBezTo>
                  <a:pt x="2863" y="3685"/>
                  <a:pt x="3683" y="2865"/>
                  <a:pt x="3683" y="1845"/>
                </a:cubicBezTo>
                <a:lnTo>
                  <a:pt x="3683" y="1843"/>
                </a:lnTo>
                <a:cubicBezTo>
                  <a:pt x="3683"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4" name="Google Shape;444;p 3"/>
          <p:cNvSpPr/>
          <p:nvPr/>
        </p:nvSpPr>
        <p:spPr>
          <a:xfrm>
            <a:off x="4750200" y="414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3"/>
                  <a:pt x="1" y="1843"/>
                </a:cubicBezTo>
                <a:lnTo>
                  <a:pt x="1" y="1845"/>
                </a:lnTo>
                <a:cubicBezTo>
                  <a:pt x="1" y="2865"/>
                  <a:pt x="823" y="3685"/>
                  <a:pt x="1843" y="3685"/>
                </a:cubicBezTo>
                <a:cubicBezTo>
                  <a:pt x="2865" y="3685"/>
                  <a:pt x="3685" y="2865"/>
                  <a:pt x="3685" y="1845"/>
                </a:cubicBezTo>
                <a:lnTo>
                  <a:pt x="3685" y="1843"/>
                </a:lnTo>
                <a:cubicBezTo>
                  <a:pt x="3685" y="823"/>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5" name="Google Shape;445;p 3"/>
          <p:cNvSpPr/>
          <p:nvPr/>
        </p:nvSpPr>
        <p:spPr>
          <a:xfrm>
            <a:off x="4857480" y="414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3"/>
                  <a:pt x="1" y="1843"/>
                </a:cubicBezTo>
                <a:lnTo>
                  <a:pt x="1" y="1845"/>
                </a:lnTo>
                <a:cubicBezTo>
                  <a:pt x="1" y="2865"/>
                  <a:pt x="822" y="3685"/>
                  <a:pt x="1843" y="3685"/>
                </a:cubicBezTo>
                <a:cubicBezTo>
                  <a:pt x="2863" y="3685"/>
                  <a:pt x="3686" y="2865"/>
                  <a:pt x="3686" y="1845"/>
                </a:cubicBezTo>
                <a:lnTo>
                  <a:pt x="3686" y="1843"/>
                </a:lnTo>
                <a:cubicBezTo>
                  <a:pt x="3686"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6" name="Google Shape;446;p 3"/>
          <p:cNvSpPr/>
          <p:nvPr/>
        </p:nvSpPr>
        <p:spPr>
          <a:xfrm>
            <a:off x="4642920" y="4235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4"/>
                  <a:pt x="0" y="1843"/>
                </a:cubicBezTo>
                <a:lnTo>
                  <a:pt x="0" y="1845"/>
                </a:lnTo>
                <a:cubicBezTo>
                  <a:pt x="0" y="2865"/>
                  <a:pt x="821" y="3686"/>
                  <a:pt x="1843" y="3686"/>
                </a:cubicBezTo>
                <a:cubicBezTo>
                  <a:pt x="2863" y="3686"/>
                  <a:pt x="3683" y="2865"/>
                  <a:pt x="3683" y="1845"/>
                </a:cubicBezTo>
                <a:lnTo>
                  <a:pt x="3683" y="1843"/>
                </a:lnTo>
                <a:cubicBezTo>
                  <a:pt x="3683" y="824"/>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7" name="Google Shape;447;p 3"/>
          <p:cNvSpPr/>
          <p:nvPr/>
        </p:nvSpPr>
        <p:spPr>
          <a:xfrm>
            <a:off x="4750200" y="4235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4"/>
                  <a:pt x="1" y="1843"/>
                </a:cubicBezTo>
                <a:lnTo>
                  <a:pt x="1" y="1845"/>
                </a:lnTo>
                <a:cubicBezTo>
                  <a:pt x="1" y="2865"/>
                  <a:pt x="823" y="3686"/>
                  <a:pt x="1843" y="3686"/>
                </a:cubicBezTo>
                <a:cubicBezTo>
                  <a:pt x="2865" y="3686"/>
                  <a:pt x="3685" y="2865"/>
                  <a:pt x="3685" y="1845"/>
                </a:cubicBezTo>
                <a:lnTo>
                  <a:pt x="3685" y="1843"/>
                </a:lnTo>
                <a:cubicBezTo>
                  <a:pt x="3685" y="824"/>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8" name="Google Shape;448;p 3"/>
          <p:cNvSpPr/>
          <p:nvPr/>
        </p:nvSpPr>
        <p:spPr>
          <a:xfrm>
            <a:off x="4857480" y="4235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4"/>
                  <a:pt x="1" y="1843"/>
                </a:cubicBezTo>
                <a:lnTo>
                  <a:pt x="1" y="1845"/>
                </a:lnTo>
                <a:cubicBezTo>
                  <a:pt x="1" y="2865"/>
                  <a:pt x="822" y="3686"/>
                  <a:pt x="1843" y="3686"/>
                </a:cubicBezTo>
                <a:cubicBezTo>
                  <a:pt x="2863" y="3686"/>
                  <a:pt x="3686" y="2865"/>
                  <a:pt x="3686" y="1845"/>
                </a:cubicBezTo>
                <a:lnTo>
                  <a:pt x="3686" y="1843"/>
                </a:lnTo>
                <a:cubicBezTo>
                  <a:pt x="3686" y="824"/>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9" name="Google Shape;449;p 3"/>
          <p:cNvSpPr/>
          <p:nvPr/>
        </p:nvSpPr>
        <p:spPr>
          <a:xfrm>
            <a:off x="4642920" y="4327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3" y="0"/>
                </a:moveTo>
                <a:cubicBezTo>
                  <a:pt x="821" y="0"/>
                  <a:pt x="0" y="821"/>
                  <a:pt x="0" y="1841"/>
                </a:cubicBezTo>
                <a:lnTo>
                  <a:pt x="0" y="1842"/>
                </a:lnTo>
                <a:cubicBezTo>
                  <a:pt x="0" y="2864"/>
                  <a:pt x="821" y="3685"/>
                  <a:pt x="1843" y="3685"/>
                </a:cubicBezTo>
                <a:cubicBezTo>
                  <a:pt x="2863" y="3685"/>
                  <a:pt x="3683" y="2864"/>
                  <a:pt x="3683" y="1842"/>
                </a:cubicBezTo>
                <a:lnTo>
                  <a:pt x="3683" y="1841"/>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90" name="Google Shape;450;p 3"/>
          <p:cNvSpPr/>
          <p:nvPr/>
        </p:nvSpPr>
        <p:spPr>
          <a:xfrm>
            <a:off x="3944880" y="4149360"/>
            <a:ext cx="212040" cy="181800"/>
          </a:xfrm>
          <a:custGeom>
            <a:avLst/>
            <a:gdLst>
              <a:gd name="textAreaLeft" fmla="*/ 0 w 212040"/>
              <a:gd name="textAreaRight" fmla="*/ 212400 w 212040"/>
              <a:gd name="textAreaTop" fmla="*/ 0 h 181800"/>
              <a:gd name="textAreaBottom" fmla="*/ 182160 h 181800"/>
            </a:gdLst>
            <a:ahLst/>
            <a:cxnLst/>
            <a:rect l="textAreaLeft" t="textAreaTop" r="textAreaRight" b="textAreaBottom"/>
            <a:pathLst>
              <a:path w="6134" h="5261">
                <a:moveTo>
                  <a:pt x="874" y="1"/>
                </a:moveTo>
                <a:cubicBezTo>
                  <a:pt x="395" y="1"/>
                  <a:pt x="0" y="395"/>
                  <a:pt x="0" y="883"/>
                </a:cubicBezTo>
                <a:lnTo>
                  <a:pt x="0" y="5260"/>
                </a:lnTo>
                <a:lnTo>
                  <a:pt x="6133" y="5260"/>
                </a:lnTo>
                <a:lnTo>
                  <a:pt x="6133" y="883"/>
                </a:lnTo>
                <a:cubicBezTo>
                  <a:pt x="6133" y="395"/>
                  <a:pt x="5739" y="1"/>
                  <a:pt x="526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080" bIns="91080" anchor="ctr">
            <a:noAutofit/>
          </a:bodyPr>
          <a:lstStyle/>
          <a:p>
            <a:endParaRPr lang="en-US" sz="1400" b="0" u="none" strike="noStrike">
              <a:solidFill>
                <a:srgbClr val="000000"/>
              </a:solidFill>
              <a:effectLst/>
              <a:uFillTx/>
              <a:latin typeface="Arial"/>
            </a:endParaRPr>
          </a:p>
        </p:txBody>
      </p:sp>
      <p:sp>
        <p:nvSpPr>
          <p:cNvPr id="791" name="Google Shape;451;p 3"/>
          <p:cNvSpPr/>
          <p:nvPr/>
        </p:nvSpPr>
        <p:spPr>
          <a:xfrm>
            <a:off x="3823200" y="4270680"/>
            <a:ext cx="576360" cy="848880"/>
          </a:xfrm>
          <a:custGeom>
            <a:avLst/>
            <a:gdLst>
              <a:gd name="textAreaLeft" fmla="*/ 0 w 576360"/>
              <a:gd name="textAreaRight" fmla="*/ 576720 w 576360"/>
              <a:gd name="textAreaTop" fmla="*/ 0 h 848880"/>
              <a:gd name="textAreaBottom" fmla="*/ 849240 h 848880"/>
            </a:gdLst>
            <a:ahLst/>
            <a:cxnLst/>
            <a:rect l="textAreaLeft" t="textAreaTop" r="textAreaRight" b="textAreaBottom"/>
            <a:pathLst>
              <a:path w="16662" h="24542">
                <a:moveTo>
                  <a:pt x="883" y="0"/>
                </a:moveTo>
                <a:cubicBezTo>
                  <a:pt x="395" y="0"/>
                  <a:pt x="10" y="385"/>
                  <a:pt x="10" y="874"/>
                </a:cubicBezTo>
                <a:lnTo>
                  <a:pt x="10" y="23658"/>
                </a:lnTo>
                <a:cubicBezTo>
                  <a:pt x="1" y="24147"/>
                  <a:pt x="395" y="24541"/>
                  <a:pt x="883" y="24541"/>
                </a:cubicBezTo>
                <a:lnTo>
                  <a:pt x="16662" y="24541"/>
                </a:lnTo>
                <a:lnTo>
                  <a:pt x="16662"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92" name="Google Shape;452;p 3"/>
          <p:cNvSpPr/>
          <p:nvPr/>
        </p:nvSpPr>
        <p:spPr>
          <a:xfrm>
            <a:off x="3916080" y="4604040"/>
            <a:ext cx="148680" cy="60480"/>
          </a:xfrm>
          <a:custGeom>
            <a:avLst/>
            <a:gdLst>
              <a:gd name="textAreaLeft" fmla="*/ 0 w 148680"/>
              <a:gd name="textAreaRight" fmla="*/ 149040 w 148680"/>
              <a:gd name="textAreaTop" fmla="*/ 0 h 60480"/>
              <a:gd name="textAreaBottom" fmla="*/ 60840 h 60480"/>
            </a:gdLst>
            <a:ahLst/>
            <a:cxnLst/>
            <a:rect l="textAreaLeft" t="textAreaTop" r="textAreaRight" b="textAreaBottom"/>
            <a:pathLst>
              <a:path w="4303" h="1758">
                <a:moveTo>
                  <a:pt x="878" y="1"/>
                </a:moveTo>
                <a:cubicBezTo>
                  <a:pt x="395" y="1"/>
                  <a:pt x="1" y="388"/>
                  <a:pt x="1" y="875"/>
                </a:cubicBezTo>
                <a:cubicBezTo>
                  <a:pt x="1" y="1367"/>
                  <a:pt x="404" y="1758"/>
                  <a:pt x="894" y="1758"/>
                </a:cubicBezTo>
                <a:cubicBezTo>
                  <a:pt x="900" y="1758"/>
                  <a:pt x="906" y="1758"/>
                  <a:pt x="912" y="1758"/>
                </a:cubicBezTo>
                <a:lnTo>
                  <a:pt x="3457" y="1758"/>
                </a:lnTo>
                <a:cubicBezTo>
                  <a:pt x="3926" y="1739"/>
                  <a:pt x="4302" y="1344"/>
                  <a:pt x="4302" y="875"/>
                </a:cubicBezTo>
                <a:cubicBezTo>
                  <a:pt x="4302" y="405"/>
                  <a:pt x="3926" y="20"/>
                  <a:pt x="3457" y="1"/>
                </a:cubicBezTo>
                <a:lnTo>
                  <a:pt x="912" y="1"/>
                </a:lnTo>
                <a:cubicBezTo>
                  <a:pt x="900" y="1"/>
                  <a:pt x="889" y="1"/>
                  <a:pt x="87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3" name="Google Shape;453;p 3"/>
          <p:cNvSpPr/>
          <p:nvPr/>
        </p:nvSpPr>
        <p:spPr>
          <a:xfrm>
            <a:off x="3917520" y="4483080"/>
            <a:ext cx="148320" cy="60480"/>
          </a:xfrm>
          <a:custGeom>
            <a:avLst/>
            <a:gdLst>
              <a:gd name="textAreaLeft" fmla="*/ 0 w 148320"/>
              <a:gd name="textAreaRight" fmla="*/ 148680 w 148320"/>
              <a:gd name="textAreaTop" fmla="*/ 0 h 60480"/>
              <a:gd name="textAreaBottom" fmla="*/ 60840 h 60480"/>
            </a:gdLst>
            <a:ahLst/>
            <a:cxnLst/>
            <a:rect l="textAreaLeft" t="textAreaTop" r="textAreaRight" b="textAreaBottom"/>
            <a:pathLst>
              <a:path w="4293" h="1757">
                <a:moveTo>
                  <a:pt x="874" y="0"/>
                </a:moveTo>
                <a:cubicBezTo>
                  <a:pt x="395" y="0"/>
                  <a:pt x="0" y="395"/>
                  <a:pt x="0" y="874"/>
                </a:cubicBezTo>
                <a:cubicBezTo>
                  <a:pt x="0" y="1362"/>
                  <a:pt x="395" y="1747"/>
                  <a:pt x="874" y="1756"/>
                </a:cubicBezTo>
                <a:lnTo>
                  <a:pt x="3419" y="1756"/>
                </a:lnTo>
                <a:cubicBezTo>
                  <a:pt x="3898" y="1747"/>
                  <a:pt x="4292" y="1362"/>
                  <a:pt x="4292" y="874"/>
                </a:cubicBezTo>
                <a:cubicBezTo>
                  <a:pt x="4292" y="395"/>
                  <a:pt x="3898" y="0"/>
                  <a:pt x="3419"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4" name="Google Shape;454;p 3"/>
          <p:cNvSpPr/>
          <p:nvPr/>
        </p:nvSpPr>
        <p:spPr>
          <a:xfrm>
            <a:off x="3916080" y="4361760"/>
            <a:ext cx="148680" cy="60120"/>
          </a:xfrm>
          <a:custGeom>
            <a:avLst/>
            <a:gdLst>
              <a:gd name="textAreaLeft" fmla="*/ 0 w 148680"/>
              <a:gd name="textAreaRight" fmla="*/ 149040 w 148680"/>
              <a:gd name="textAreaTop" fmla="*/ 0 h 60120"/>
              <a:gd name="textAreaBottom" fmla="*/ 60480 h 60120"/>
            </a:gdLst>
            <a:ahLst/>
            <a:cxnLst/>
            <a:rect l="textAreaLeft" t="textAreaTop" r="textAreaRight" b="textAreaBottom"/>
            <a:pathLst>
              <a:path w="4303" h="1749">
                <a:moveTo>
                  <a:pt x="878" y="0"/>
                </a:moveTo>
                <a:cubicBezTo>
                  <a:pt x="395" y="0"/>
                  <a:pt x="1" y="388"/>
                  <a:pt x="1" y="874"/>
                </a:cubicBezTo>
                <a:cubicBezTo>
                  <a:pt x="1" y="1361"/>
                  <a:pt x="395" y="1748"/>
                  <a:pt x="878" y="1748"/>
                </a:cubicBezTo>
                <a:cubicBezTo>
                  <a:pt x="889" y="1748"/>
                  <a:pt x="900" y="1748"/>
                  <a:pt x="912" y="1748"/>
                </a:cubicBezTo>
                <a:lnTo>
                  <a:pt x="3457" y="1748"/>
                </a:lnTo>
                <a:cubicBezTo>
                  <a:pt x="3926" y="1729"/>
                  <a:pt x="4302" y="1344"/>
                  <a:pt x="4302" y="874"/>
                </a:cubicBezTo>
                <a:cubicBezTo>
                  <a:pt x="4302" y="405"/>
                  <a:pt x="3926" y="10"/>
                  <a:pt x="3457" y="1"/>
                </a:cubicBezTo>
                <a:lnTo>
                  <a:pt x="912" y="1"/>
                </a:lnTo>
                <a:cubicBezTo>
                  <a:pt x="900" y="1"/>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5" name="Google Shape;455;p 3"/>
          <p:cNvSpPr/>
          <p:nvPr/>
        </p:nvSpPr>
        <p:spPr>
          <a:xfrm>
            <a:off x="3916080" y="4725360"/>
            <a:ext cx="148680" cy="60480"/>
          </a:xfrm>
          <a:custGeom>
            <a:avLst/>
            <a:gdLst>
              <a:gd name="textAreaLeft" fmla="*/ 0 w 148680"/>
              <a:gd name="textAreaRight" fmla="*/ 149040 w 148680"/>
              <a:gd name="textAreaTop" fmla="*/ 0 h 60480"/>
              <a:gd name="textAreaBottom" fmla="*/ 60840 h 60480"/>
            </a:gdLst>
            <a:ahLst/>
            <a:cxnLst/>
            <a:rect l="textAreaLeft" t="textAreaTop" r="textAreaRight" b="textAreaBottom"/>
            <a:pathLst>
              <a:path w="4303" h="1759">
                <a:moveTo>
                  <a:pt x="878" y="1"/>
                </a:moveTo>
                <a:cubicBezTo>
                  <a:pt x="396" y="1"/>
                  <a:pt x="1" y="398"/>
                  <a:pt x="1" y="884"/>
                </a:cubicBezTo>
                <a:cubicBezTo>
                  <a:pt x="1" y="1371"/>
                  <a:pt x="395" y="1758"/>
                  <a:pt x="878" y="1758"/>
                </a:cubicBezTo>
                <a:cubicBezTo>
                  <a:pt x="889" y="1758"/>
                  <a:pt x="900" y="1758"/>
                  <a:pt x="912" y="1758"/>
                </a:cubicBezTo>
                <a:lnTo>
                  <a:pt x="3457" y="1758"/>
                </a:lnTo>
                <a:cubicBezTo>
                  <a:pt x="3926" y="1739"/>
                  <a:pt x="4302" y="1354"/>
                  <a:pt x="4302" y="884"/>
                </a:cubicBezTo>
                <a:cubicBezTo>
                  <a:pt x="4302" y="405"/>
                  <a:pt x="3926" y="20"/>
                  <a:pt x="3457" y="1"/>
                </a:cubicBezTo>
                <a:lnTo>
                  <a:pt x="912" y="1"/>
                </a:lnTo>
                <a:cubicBezTo>
                  <a:pt x="900" y="1"/>
                  <a:pt x="889" y="1"/>
                  <a:pt x="87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6" name="Google Shape;456;p 3"/>
          <p:cNvSpPr/>
          <p:nvPr/>
        </p:nvSpPr>
        <p:spPr>
          <a:xfrm>
            <a:off x="3916080" y="4847040"/>
            <a:ext cx="148680" cy="60120"/>
          </a:xfrm>
          <a:custGeom>
            <a:avLst/>
            <a:gdLst>
              <a:gd name="textAreaLeft" fmla="*/ 0 w 148680"/>
              <a:gd name="textAreaRight" fmla="*/ 149040 w 148680"/>
              <a:gd name="textAreaTop" fmla="*/ 0 h 60120"/>
              <a:gd name="textAreaBottom" fmla="*/ 60480 h 60120"/>
            </a:gdLst>
            <a:ahLst/>
            <a:cxnLst/>
            <a:rect l="textAreaLeft" t="textAreaTop" r="textAreaRight" b="textAreaBottom"/>
            <a:pathLst>
              <a:path w="4303" h="1749">
                <a:moveTo>
                  <a:pt x="878" y="0"/>
                </a:moveTo>
                <a:cubicBezTo>
                  <a:pt x="395" y="0"/>
                  <a:pt x="1" y="388"/>
                  <a:pt x="1" y="874"/>
                </a:cubicBezTo>
                <a:cubicBezTo>
                  <a:pt x="1" y="1361"/>
                  <a:pt x="395" y="1749"/>
                  <a:pt x="878" y="1749"/>
                </a:cubicBezTo>
                <a:cubicBezTo>
                  <a:pt x="889" y="1749"/>
                  <a:pt x="900" y="1748"/>
                  <a:pt x="912" y="1748"/>
                </a:cubicBezTo>
                <a:lnTo>
                  <a:pt x="3457" y="1748"/>
                </a:lnTo>
                <a:cubicBezTo>
                  <a:pt x="3926" y="1729"/>
                  <a:pt x="4302" y="1344"/>
                  <a:pt x="4302" y="874"/>
                </a:cubicBezTo>
                <a:cubicBezTo>
                  <a:pt x="4302" y="405"/>
                  <a:pt x="3926" y="10"/>
                  <a:pt x="3457" y="1"/>
                </a:cubicBezTo>
                <a:lnTo>
                  <a:pt x="912" y="1"/>
                </a:lnTo>
                <a:cubicBezTo>
                  <a:pt x="900" y="1"/>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7" name="Google Shape;457;p 3"/>
          <p:cNvSpPr/>
          <p:nvPr/>
        </p:nvSpPr>
        <p:spPr>
          <a:xfrm>
            <a:off x="3916080" y="4968360"/>
            <a:ext cx="148680" cy="60480"/>
          </a:xfrm>
          <a:custGeom>
            <a:avLst/>
            <a:gdLst>
              <a:gd name="textAreaLeft" fmla="*/ 0 w 148680"/>
              <a:gd name="textAreaRight" fmla="*/ 149040 w 148680"/>
              <a:gd name="textAreaTop" fmla="*/ 0 h 60480"/>
              <a:gd name="textAreaBottom" fmla="*/ 60840 h 60480"/>
            </a:gdLst>
            <a:ahLst/>
            <a:cxnLst/>
            <a:rect l="textAreaLeft" t="textAreaTop" r="textAreaRight" b="textAreaBottom"/>
            <a:pathLst>
              <a:path w="4303" h="1758">
                <a:moveTo>
                  <a:pt x="878" y="1"/>
                </a:moveTo>
                <a:cubicBezTo>
                  <a:pt x="395" y="1"/>
                  <a:pt x="1" y="388"/>
                  <a:pt x="1" y="875"/>
                </a:cubicBezTo>
                <a:cubicBezTo>
                  <a:pt x="1" y="1367"/>
                  <a:pt x="404" y="1758"/>
                  <a:pt x="894" y="1758"/>
                </a:cubicBezTo>
                <a:cubicBezTo>
                  <a:pt x="900" y="1758"/>
                  <a:pt x="906" y="1758"/>
                  <a:pt x="912" y="1757"/>
                </a:cubicBezTo>
                <a:lnTo>
                  <a:pt x="3457" y="1757"/>
                </a:lnTo>
                <a:cubicBezTo>
                  <a:pt x="3926" y="1739"/>
                  <a:pt x="4302" y="1344"/>
                  <a:pt x="4302" y="875"/>
                </a:cubicBezTo>
                <a:cubicBezTo>
                  <a:pt x="4302" y="405"/>
                  <a:pt x="3926" y="20"/>
                  <a:pt x="3457" y="1"/>
                </a:cubicBezTo>
                <a:lnTo>
                  <a:pt x="912" y="1"/>
                </a:lnTo>
                <a:cubicBezTo>
                  <a:pt x="900" y="1"/>
                  <a:pt x="889" y="1"/>
                  <a:pt x="87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8" name="Google Shape;458;p 3"/>
          <p:cNvSpPr/>
          <p:nvPr/>
        </p:nvSpPr>
        <p:spPr>
          <a:xfrm>
            <a:off x="4116240" y="436176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4">
                <a:moveTo>
                  <a:pt x="1191" y="1"/>
                </a:moveTo>
                <a:cubicBezTo>
                  <a:pt x="1185" y="1"/>
                  <a:pt x="1180" y="1"/>
                  <a:pt x="1174" y="1"/>
                </a:cubicBezTo>
                <a:cubicBezTo>
                  <a:pt x="395" y="1"/>
                  <a:pt x="0" y="940"/>
                  <a:pt x="554" y="1494"/>
                </a:cubicBezTo>
                <a:cubicBezTo>
                  <a:pt x="733" y="1673"/>
                  <a:pt x="952" y="1753"/>
                  <a:pt x="1167" y="1753"/>
                </a:cubicBezTo>
                <a:cubicBezTo>
                  <a:pt x="1617" y="1753"/>
                  <a:pt x="2047" y="1402"/>
                  <a:pt x="2047" y="874"/>
                </a:cubicBezTo>
                <a:cubicBezTo>
                  <a:pt x="2047" y="392"/>
                  <a:pt x="1671" y="1"/>
                  <a:pt x="119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9" name="Google Shape;459;p 3"/>
          <p:cNvSpPr/>
          <p:nvPr/>
        </p:nvSpPr>
        <p:spPr>
          <a:xfrm>
            <a:off x="4116240" y="448308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3">
                <a:moveTo>
                  <a:pt x="1174" y="0"/>
                </a:moveTo>
                <a:cubicBezTo>
                  <a:pt x="395" y="0"/>
                  <a:pt x="0" y="939"/>
                  <a:pt x="554" y="1493"/>
                </a:cubicBezTo>
                <a:cubicBezTo>
                  <a:pt x="733" y="1672"/>
                  <a:pt x="952" y="1752"/>
                  <a:pt x="1167" y="1752"/>
                </a:cubicBezTo>
                <a:cubicBezTo>
                  <a:pt x="1617" y="1752"/>
                  <a:pt x="2047" y="1401"/>
                  <a:pt x="2047" y="874"/>
                </a:cubicBezTo>
                <a:cubicBezTo>
                  <a:pt x="2047" y="395"/>
                  <a:pt x="1662" y="0"/>
                  <a:pt x="11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800" name="Google Shape;460;p 3"/>
          <p:cNvSpPr/>
          <p:nvPr/>
        </p:nvSpPr>
        <p:spPr>
          <a:xfrm>
            <a:off x="4116240" y="460440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8">
                <a:moveTo>
                  <a:pt x="1174" y="0"/>
                </a:moveTo>
                <a:cubicBezTo>
                  <a:pt x="395" y="0"/>
                  <a:pt x="0" y="949"/>
                  <a:pt x="554" y="1503"/>
                </a:cubicBezTo>
                <a:cubicBezTo>
                  <a:pt x="733" y="1679"/>
                  <a:pt x="951" y="1758"/>
                  <a:pt x="1166" y="1758"/>
                </a:cubicBezTo>
                <a:cubicBezTo>
                  <a:pt x="1616" y="1758"/>
                  <a:pt x="2047" y="1408"/>
                  <a:pt x="2047" y="874"/>
                </a:cubicBezTo>
                <a:cubicBezTo>
                  <a:pt x="2047" y="395"/>
                  <a:pt x="1662" y="0"/>
                  <a:pt x="11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801" name="Google Shape;461;p 3"/>
          <p:cNvSpPr/>
          <p:nvPr/>
        </p:nvSpPr>
        <p:spPr>
          <a:xfrm>
            <a:off x="4116240" y="472536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63">
                <a:moveTo>
                  <a:pt x="1174" y="0"/>
                </a:moveTo>
                <a:cubicBezTo>
                  <a:pt x="395" y="0"/>
                  <a:pt x="0" y="949"/>
                  <a:pt x="554" y="1503"/>
                </a:cubicBezTo>
                <a:cubicBezTo>
                  <a:pt x="733" y="1682"/>
                  <a:pt x="952" y="1762"/>
                  <a:pt x="1167" y="1762"/>
                </a:cubicBezTo>
                <a:cubicBezTo>
                  <a:pt x="1617" y="1762"/>
                  <a:pt x="2047" y="1411"/>
                  <a:pt x="2047" y="883"/>
                </a:cubicBezTo>
                <a:cubicBezTo>
                  <a:pt x="2047" y="395"/>
                  <a:pt x="1662" y="0"/>
                  <a:pt x="11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802" name="Google Shape;462;p 3"/>
          <p:cNvSpPr/>
          <p:nvPr/>
        </p:nvSpPr>
        <p:spPr>
          <a:xfrm>
            <a:off x="4116240" y="484704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4">
                <a:moveTo>
                  <a:pt x="1174" y="1"/>
                </a:moveTo>
                <a:cubicBezTo>
                  <a:pt x="395" y="1"/>
                  <a:pt x="0" y="940"/>
                  <a:pt x="554" y="1494"/>
                </a:cubicBezTo>
                <a:cubicBezTo>
                  <a:pt x="733" y="1673"/>
                  <a:pt x="952" y="1753"/>
                  <a:pt x="1167" y="1753"/>
                </a:cubicBezTo>
                <a:cubicBezTo>
                  <a:pt x="1617" y="1753"/>
                  <a:pt x="2047" y="1402"/>
                  <a:pt x="2047" y="874"/>
                </a:cubicBezTo>
                <a:cubicBezTo>
                  <a:pt x="2047" y="386"/>
                  <a:pt x="1662" y="1"/>
                  <a:pt x="11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803" name="Google Shape;463;p 3"/>
          <p:cNvSpPr/>
          <p:nvPr/>
        </p:nvSpPr>
        <p:spPr>
          <a:xfrm>
            <a:off x="4116240" y="496836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3">
                <a:moveTo>
                  <a:pt x="1174" y="0"/>
                </a:moveTo>
                <a:cubicBezTo>
                  <a:pt x="395" y="0"/>
                  <a:pt x="0" y="939"/>
                  <a:pt x="554" y="1493"/>
                </a:cubicBezTo>
                <a:cubicBezTo>
                  <a:pt x="733" y="1672"/>
                  <a:pt x="952" y="1752"/>
                  <a:pt x="1167" y="1752"/>
                </a:cubicBezTo>
                <a:cubicBezTo>
                  <a:pt x="1617" y="1752"/>
                  <a:pt x="2047" y="1401"/>
                  <a:pt x="2047" y="874"/>
                </a:cubicBezTo>
                <a:cubicBezTo>
                  <a:pt x="2047" y="395"/>
                  <a:pt x="1662" y="0"/>
                  <a:pt x="11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804" name="Google Shape;464;p 3"/>
          <p:cNvSpPr/>
          <p:nvPr/>
        </p:nvSpPr>
        <p:spPr>
          <a:xfrm>
            <a:off x="4750200" y="4327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3" y="0"/>
                  <a:pt x="1" y="821"/>
                  <a:pt x="1" y="1841"/>
                </a:cubicBezTo>
                <a:lnTo>
                  <a:pt x="1" y="1842"/>
                </a:lnTo>
                <a:cubicBezTo>
                  <a:pt x="1" y="2864"/>
                  <a:pt x="823" y="3685"/>
                  <a:pt x="1843" y="3685"/>
                </a:cubicBezTo>
                <a:cubicBezTo>
                  <a:pt x="2865" y="3685"/>
                  <a:pt x="3685" y="2864"/>
                  <a:pt x="3685" y="1842"/>
                </a:cubicBezTo>
                <a:lnTo>
                  <a:pt x="3685" y="1841"/>
                </a:lnTo>
                <a:cubicBezTo>
                  <a:pt x="3685" y="821"/>
                  <a:pt x="2865"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05" name="Google Shape;465;p 3"/>
          <p:cNvSpPr/>
          <p:nvPr/>
        </p:nvSpPr>
        <p:spPr>
          <a:xfrm>
            <a:off x="4857480" y="4327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1"/>
                  <a:pt x="1" y="1841"/>
                </a:cubicBezTo>
                <a:lnTo>
                  <a:pt x="1" y="1842"/>
                </a:lnTo>
                <a:cubicBezTo>
                  <a:pt x="1" y="2864"/>
                  <a:pt x="822" y="3685"/>
                  <a:pt x="1843" y="3685"/>
                </a:cubicBezTo>
                <a:cubicBezTo>
                  <a:pt x="2863" y="3685"/>
                  <a:pt x="3686" y="2864"/>
                  <a:pt x="3686" y="1842"/>
                </a:cubicBezTo>
                <a:lnTo>
                  <a:pt x="3686" y="1841"/>
                </a:lnTo>
                <a:cubicBezTo>
                  <a:pt x="3686"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06" name="Google Shape;466;p 3"/>
          <p:cNvSpPr/>
          <p:nvPr/>
        </p:nvSpPr>
        <p:spPr>
          <a:xfrm>
            <a:off x="4642920" y="4420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3" y="0"/>
                </a:moveTo>
                <a:cubicBezTo>
                  <a:pt x="821" y="0"/>
                  <a:pt x="0" y="821"/>
                  <a:pt x="0" y="1841"/>
                </a:cubicBezTo>
                <a:lnTo>
                  <a:pt x="0" y="1842"/>
                </a:lnTo>
                <a:cubicBezTo>
                  <a:pt x="0" y="2862"/>
                  <a:pt x="821" y="3685"/>
                  <a:pt x="1843" y="3685"/>
                </a:cubicBezTo>
                <a:cubicBezTo>
                  <a:pt x="2863" y="3685"/>
                  <a:pt x="3683" y="2862"/>
                  <a:pt x="3683" y="1842"/>
                </a:cubicBezTo>
                <a:lnTo>
                  <a:pt x="3683" y="1841"/>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07" name="Google Shape;467;p 3"/>
          <p:cNvSpPr/>
          <p:nvPr/>
        </p:nvSpPr>
        <p:spPr>
          <a:xfrm>
            <a:off x="4750200" y="4420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3" y="0"/>
                  <a:pt x="1" y="821"/>
                  <a:pt x="1" y="1841"/>
                </a:cubicBezTo>
                <a:lnTo>
                  <a:pt x="1" y="1842"/>
                </a:lnTo>
                <a:cubicBezTo>
                  <a:pt x="1" y="2862"/>
                  <a:pt x="823" y="3685"/>
                  <a:pt x="1843" y="3685"/>
                </a:cubicBezTo>
                <a:cubicBezTo>
                  <a:pt x="2865" y="3685"/>
                  <a:pt x="3685" y="2862"/>
                  <a:pt x="3685" y="1842"/>
                </a:cubicBezTo>
                <a:lnTo>
                  <a:pt x="3685" y="1841"/>
                </a:lnTo>
                <a:cubicBezTo>
                  <a:pt x="3685" y="821"/>
                  <a:pt x="2865"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08" name="Google Shape;468;p 3"/>
          <p:cNvSpPr/>
          <p:nvPr/>
        </p:nvSpPr>
        <p:spPr>
          <a:xfrm>
            <a:off x="4857480" y="4420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1"/>
                  <a:pt x="1" y="1841"/>
                </a:cubicBezTo>
                <a:lnTo>
                  <a:pt x="1" y="1842"/>
                </a:lnTo>
                <a:cubicBezTo>
                  <a:pt x="1" y="2862"/>
                  <a:pt x="822" y="3685"/>
                  <a:pt x="1843" y="3685"/>
                </a:cubicBezTo>
                <a:cubicBezTo>
                  <a:pt x="2863" y="3685"/>
                  <a:pt x="3686" y="2862"/>
                  <a:pt x="3686" y="1842"/>
                </a:cubicBezTo>
                <a:lnTo>
                  <a:pt x="3686" y="1841"/>
                </a:lnTo>
                <a:cubicBezTo>
                  <a:pt x="3686"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09" name="Google Shape;469;p 3"/>
          <p:cNvSpPr/>
          <p:nvPr/>
        </p:nvSpPr>
        <p:spPr>
          <a:xfrm>
            <a:off x="4642920" y="4513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3"/>
                  <a:pt x="0" y="1843"/>
                </a:cubicBezTo>
                <a:lnTo>
                  <a:pt x="0" y="1845"/>
                </a:lnTo>
                <a:cubicBezTo>
                  <a:pt x="0" y="2864"/>
                  <a:pt x="821" y="3685"/>
                  <a:pt x="1843" y="3685"/>
                </a:cubicBezTo>
                <a:cubicBezTo>
                  <a:pt x="2863" y="3685"/>
                  <a:pt x="3683" y="2864"/>
                  <a:pt x="3683" y="1845"/>
                </a:cubicBezTo>
                <a:lnTo>
                  <a:pt x="3683" y="1843"/>
                </a:lnTo>
                <a:cubicBezTo>
                  <a:pt x="3683"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0" name="Google Shape;470;p 3"/>
          <p:cNvSpPr/>
          <p:nvPr/>
        </p:nvSpPr>
        <p:spPr>
          <a:xfrm>
            <a:off x="4750200" y="4513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3"/>
                  <a:pt x="1" y="1843"/>
                </a:cubicBezTo>
                <a:lnTo>
                  <a:pt x="1" y="1845"/>
                </a:lnTo>
                <a:cubicBezTo>
                  <a:pt x="1" y="2864"/>
                  <a:pt x="823" y="3685"/>
                  <a:pt x="1843" y="3685"/>
                </a:cubicBezTo>
                <a:cubicBezTo>
                  <a:pt x="2865" y="3685"/>
                  <a:pt x="3685" y="2864"/>
                  <a:pt x="3685" y="1845"/>
                </a:cubicBezTo>
                <a:lnTo>
                  <a:pt x="3685" y="1843"/>
                </a:lnTo>
                <a:cubicBezTo>
                  <a:pt x="3685" y="823"/>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1" name="Google Shape;471;p 3"/>
          <p:cNvSpPr/>
          <p:nvPr/>
        </p:nvSpPr>
        <p:spPr>
          <a:xfrm>
            <a:off x="4857480" y="4513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3"/>
                  <a:pt x="1" y="1843"/>
                </a:cubicBezTo>
                <a:lnTo>
                  <a:pt x="1" y="1845"/>
                </a:lnTo>
                <a:cubicBezTo>
                  <a:pt x="1" y="2864"/>
                  <a:pt x="822" y="3685"/>
                  <a:pt x="1843" y="3685"/>
                </a:cubicBezTo>
                <a:cubicBezTo>
                  <a:pt x="2863" y="3685"/>
                  <a:pt x="3686" y="2864"/>
                  <a:pt x="3686" y="1845"/>
                </a:cubicBezTo>
                <a:lnTo>
                  <a:pt x="3686" y="1843"/>
                </a:lnTo>
                <a:cubicBezTo>
                  <a:pt x="3686"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2" name="Google Shape;472;p 3"/>
          <p:cNvSpPr/>
          <p:nvPr/>
        </p:nvSpPr>
        <p:spPr>
          <a:xfrm>
            <a:off x="4642920" y="460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1"/>
                  <a:pt x="0" y="1843"/>
                </a:cubicBezTo>
                <a:cubicBezTo>
                  <a:pt x="0" y="2864"/>
                  <a:pt x="821" y="3685"/>
                  <a:pt x="1843" y="3685"/>
                </a:cubicBezTo>
                <a:cubicBezTo>
                  <a:pt x="2863" y="3685"/>
                  <a:pt x="3683" y="2864"/>
                  <a:pt x="3683" y="1843"/>
                </a:cubicBezTo>
                <a:cubicBezTo>
                  <a:pt x="3683"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3" name="Google Shape;473;p 3"/>
          <p:cNvSpPr/>
          <p:nvPr/>
        </p:nvSpPr>
        <p:spPr>
          <a:xfrm>
            <a:off x="4750200" y="460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1"/>
                  <a:pt x="1" y="1843"/>
                </a:cubicBezTo>
                <a:cubicBezTo>
                  <a:pt x="1" y="2864"/>
                  <a:pt x="823" y="3685"/>
                  <a:pt x="1843" y="3685"/>
                </a:cubicBezTo>
                <a:cubicBezTo>
                  <a:pt x="2865" y="3685"/>
                  <a:pt x="3685" y="2864"/>
                  <a:pt x="3685" y="1843"/>
                </a:cubicBezTo>
                <a:cubicBezTo>
                  <a:pt x="3685" y="821"/>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4" name="Google Shape;474;p 3"/>
          <p:cNvSpPr/>
          <p:nvPr/>
        </p:nvSpPr>
        <p:spPr>
          <a:xfrm>
            <a:off x="4857480" y="460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1"/>
                  <a:pt x="1" y="1843"/>
                </a:cubicBezTo>
                <a:cubicBezTo>
                  <a:pt x="1" y="2864"/>
                  <a:pt x="822" y="3685"/>
                  <a:pt x="1843" y="3685"/>
                </a:cubicBezTo>
                <a:cubicBezTo>
                  <a:pt x="2863" y="3685"/>
                  <a:pt x="3686" y="2864"/>
                  <a:pt x="3686" y="1843"/>
                </a:cubicBezTo>
                <a:cubicBezTo>
                  <a:pt x="3686"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5" name="Google Shape;475;p 3"/>
          <p:cNvSpPr/>
          <p:nvPr/>
        </p:nvSpPr>
        <p:spPr>
          <a:xfrm>
            <a:off x="4642920" y="4699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2"/>
                  <a:pt x="0" y="1841"/>
                </a:cubicBezTo>
                <a:lnTo>
                  <a:pt x="0" y="1843"/>
                </a:lnTo>
                <a:cubicBezTo>
                  <a:pt x="0" y="2863"/>
                  <a:pt x="821" y="3685"/>
                  <a:pt x="1843" y="3685"/>
                </a:cubicBezTo>
                <a:cubicBezTo>
                  <a:pt x="2863" y="3685"/>
                  <a:pt x="3683" y="2863"/>
                  <a:pt x="3683" y="1843"/>
                </a:cubicBezTo>
                <a:lnTo>
                  <a:pt x="3683" y="1841"/>
                </a:lnTo>
                <a:cubicBezTo>
                  <a:pt x="3683" y="822"/>
                  <a:pt x="2863" y="1"/>
                  <a:pt x="1843"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16" name="Google Shape;476;p 3"/>
          <p:cNvSpPr/>
          <p:nvPr/>
        </p:nvSpPr>
        <p:spPr>
          <a:xfrm>
            <a:off x="4750200" y="4699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2"/>
                  <a:pt x="1" y="1841"/>
                </a:cubicBezTo>
                <a:lnTo>
                  <a:pt x="1" y="1843"/>
                </a:lnTo>
                <a:cubicBezTo>
                  <a:pt x="1" y="2863"/>
                  <a:pt x="823" y="3685"/>
                  <a:pt x="1843" y="3685"/>
                </a:cubicBezTo>
                <a:cubicBezTo>
                  <a:pt x="2865" y="3685"/>
                  <a:pt x="3685" y="2863"/>
                  <a:pt x="3685" y="1843"/>
                </a:cubicBezTo>
                <a:lnTo>
                  <a:pt x="3685" y="1841"/>
                </a:lnTo>
                <a:cubicBezTo>
                  <a:pt x="3685" y="822"/>
                  <a:pt x="2865" y="1"/>
                  <a:pt x="1843"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17" name="Google Shape;477;p 3"/>
          <p:cNvSpPr/>
          <p:nvPr/>
        </p:nvSpPr>
        <p:spPr>
          <a:xfrm>
            <a:off x="4857480" y="4699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2"/>
                  <a:pt x="1" y="1841"/>
                </a:cubicBezTo>
                <a:lnTo>
                  <a:pt x="1" y="1843"/>
                </a:lnTo>
                <a:cubicBezTo>
                  <a:pt x="1" y="2863"/>
                  <a:pt x="822" y="3685"/>
                  <a:pt x="1843" y="3685"/>
                </a:cubicBezTo>
                <a:cubicBezTo>
                  <a:pt x="2863" y="3685"/>
                  <a:pt x="3686" y="2863"/>
                  <a:pt x="3686" y="1843"/>
                </a:cubicBezTo>
                <a:lnTo>
                  <a:pt x="3686" y="1841"/>
                </a:lnTo>
                <a:cubicBezTo>
                  <a:pt x="3686" y="822"/>
                  <a:pt x="2863" y="1"/>
                  <a:pt x="1843"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18" name="Google Shape;478;p 3"/>
          <p:cNvSpPr/>
          <p:nvPr/>
        </p:nvSpPr>
        <p:spPr>
          <a:xfrm>
            <a:off x="4642920" y="4736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0" y="1"/>
                </a:moveTo>
                <a:lnTo>
                  <a:pt x="0" y="3686"/>
                </a:lnTo>
                <a:lnTo>
                  <a:pt x="3683" y="3686"/>
                </a:lnTo>
                <a:lnTo>
                  <a:pt x="3683"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19" name="Google Shape;479;p 3"/>
          <p:cNvSpPr/>
          <p:nvPr/>
        </p:nvSpPr>
        <p:spPr>
          <a:xfrm>
            <a:off x="4750200" y="4736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 y="1"/>
                </a:moveTo>
                <a:lnTo>
                  <a:pt x="1" y="3686"/>
                </a:lnTo>
                <a:lnTo>
                  <a:pt x="3685" y="3686"/>
                </a:lnTo>
                <a:lnTo>
                  <a:pt x="3685"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0" name="Google Shape;480;p 3"/>
          <p:cNvSpPr/>
          <p:nvPr/>
        </p:nvSpPr>
        <p:spPr>
          <a:xfrm>
            <a:off x="4857480" y="4736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 y="1"/>
                </a:moveTo>
                <a:lnTo>
                  <a:pt x="1" y="3686"/>
                </a:lnTo>
                <a:lnTo>
                  <a:pt x="3686" y="3686"/>
                </a:lnTo>
                <a:lnTo>
                  <a:pt x="36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1" name="Google Shape;481;p 3"/>
          <p:cNvSpPr/>
          <p:nvPr/>
        </p:nvSpPr>
        <p:spPr>
          <a:xfrm>
            <a:off x="4642920" y="4833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3">
                <a:moveTo>
                  <a:pt x="0" y="0"/>
                </a:moveTo>
                <a:lnTo>
                  <a:pt x="0" y="3683"/>
                </a:lnTo>
                <a:lnTo>
                  <a:pt x="3683" y="3683"/>
                </a:lnTo>
                <a:lnTo>
                  <a:pt x="3683"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2" name="Google Shape;482;p 3"/>
          <p:cNvSpPr/>
          <p:nvPr/>
        </p:nvSpPr>
        <p:spPr>
          <a:xfrm>
            <a:off x="4750200" y="4833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3">
                <a:moveTo>
                  <a:pt x="1" y="0"/>
                </a:moveTo>
                <a:lnTo>
                  <a:pt x="1" y="3683"/>
                </a:lnTo>
                <a:lnTo>
                  <a:pt x="3685" y="3683"/>
                </a:lnTo>
                <a:lnTo>
                  <a:pt x="368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3" name="Google Shape;483;p 3"/>
          <p:cNvSpPr/>
          <p:nvPr/>
        </p:nvSpPr>
        <p:spPr>
          <a:xfrm>
            <a:off x="4857480" y="4833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3">
                <a:moveTo>
                  <a:pt x="1" y="0"/>
                </a:moveTo>
                <a:lnTo>
                  <a:pt x="1" y="3683"/>
                </a:lnTo>
                <a:lnTo>
                  <a:pt x="3686" y="3683"/>
                </a:lnTo>
                <a:lnTo>
                  <a:pt x="3686"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4" name="Google Shape;484;p 3"/>
          <p:cNvSpPr/>
          <p:nvPr/>
        </p:nvSpPr>
        <p:spPr>
          <a:xfrm>
            <a:off x="4642920" y="4939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0" y="1"/>
                </a:moveTo>
                <a:lnTo>
                  <a:pt x="0" y="3684"/>
                </a:lnTo>
                <a:lnTo>
                  <a:pt x="3683" y="3684"/>
                </a:lnTo>
                <a:lnTo>
                  <a:pt x="3683"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5" name="Google Shape;485;p 3"/>
          <p:cNvSpPr/>
          <p:nvPr/>
        </p:nvSpPr>
        <p:spPr>
          <a:xfrm>
            <a:off x="4750200" y="4939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 y="1"/>
                </a:moveTo>
                <a:lnTo>
                  <a:pt x="1" y="3684"/>
                </a:lnTo>
                <a:lnTo>
                  <a:pt x="3685" y="3684"/>
                </a:lnTo>
                <a:lnTo>
                  <a:pt x="3685"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6" name="Google Shape;486;p 3"/>
          <p:cNvSpPr/>
          <p:nvPr/>
        </p:nvSpPr>
        <p:spPr>
          <a:xfrm>
            <a:off x="4857480" y="4939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 y="1"/>
                </a:moveTo>
                <a:lnTo>
                  <a:pt x="1" y="3684"/>
                </a:lnTo>
                <a:lnTo>
                  <a:pt x="3686" y="3684"/>
                </a:lnTo>
                <a:lnTo>
                  <a:pt x="36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7" name="Google Shape;487;p 3"/>
          <p:cNvSpPr/>
          <p:nvPr/>
        </p:nvSpPr>
        <p:spPr>
          <a:xfrm>
            <a:off x="4223880" y="3891240"/>
            <a:ext cx="351000" cy="1180440"/>
          </a:xfrm>
          <a:custGeom>
            <a:avLst/>
            <a:gdLst>
              <a:gd name="textAreaLeft" fmla="*/ 0 w 351000"/>
              <a:gd name="textAreaRight" fmla="*/ 351360 w 351000"/>
              <a:gd name="textAreaTop" fmla="*/ 0 h 1180440"/>
              <a:gd name="textAreaBottom" fmla="*/ 1180800 h 1180440"/>
            </a:gdLst>
            <a:ahLst/>
            <a:cxnLst/>
            <a:rect l="textAreaLeft" t="textAreaTop" r="textAreaRight" b="textAreaBottom"/>
            <a:pathLst>
              <a:path w="21649" h="72726">
                <a:moveTo>
                  <a:pt x="20164" y="0"/>
                </a:moveTo>
                <a:cubicBezTo>
                  <a:pt x="20161" y="0"/>
                  <a:pt x="20158" y="0"/>
                  <a:pt x="20155" y="0"/>
                </a:cubicBezTo>
                <a:lnTo>
                  <a:pt x="1517" y="104"/>
                </a:lnTo>
                <a:cubicBezTo>
                  <a:pt x="701" y="108"/>
                  <a:pt x="41" y="772"/>
                  <a:pt x="41" y="1589"/>
                </a:cubicBezTo>
                <a:lnTo>
                  <a:pt x="0" y="72725"/>
                </a:lnTo>
                <a:lnTo>
                  <a:pt x="21648" y="72725"/>
                </a:lnTo>
                <a:lnTo>
                  <a:pt x="21648" y="1485"/>
                </a:lnTo>
                <a:cubicBezTo>
                  <a:pt x="21648" y="666"/>
                  <a:pt x="20984" y="0"/>
                  <a:pt x="2016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28" name="Google Shape;488;p 3"/>
          <p:cNvSpPr/>
          <p:nvPr/>
        </p:nvSpPr>
        <p:spPr>
          <a:xfrm>
            <a:off x="4288680" y="3963600"/>
            <a:ext cx="32760" cy="1046520"/>
          </a:xfrm>
          <a:custGeom>
            <a:avLst/>
            <a:gdLst>
              <a:gd name="textAreaLeft" fmla="*/ 0 w 32760"/>
              <a:gd name="textAreaRight" fmla="*/ 33120 w 32760"/>
              <a:gd name="textAreaTop" fmla="*/ 0 h 1046520"/>
              <a:gd name="textAreaBottom" fmla="*/ 1046880 h 1046520"/>
            </a:gdLst>
            <a:ahLst/>
            <a:cxnLst/>
            <a:rect l="textAreaLeft" t="textAreaTop" r="textAreaRight" b="textAreaBottom"/>
            <a:pathLst>
              <a:path w="2038" h="64488">
                <a:moveTo>
                  <a:pt x="1018" y="1"/>
                </a:moveTo>
                <a:cubicBezTo>
                  <a:pt x="454" y="1"/>
                  <a:pt x="0" y="455"/>
                  <a:pt x="0" y="1019"/>
                </a:cubicBezTo>
                <a:lnTo>
                  <a:pt x="0" y="63470"/>
                </a:lnTo>
                <a:cubicBezTo>
                  <a:pt x="0" y="64035"/>
                  <a:pt x="454" y="64488"/>
                  <a:pt x="1018" y="64488"/>
                </a:cubicBezTo>
                <a:cubicBezTo>
                  <a:pt x="1583" y="64488"/>
                  <a:pt x="2038" y="64035"/>
                  <a:pt x="2038" y="63470"/>
                </a:cubicBezTo>
                <a:lnTo>
                  <a:pt x="2038" y="1019"/>
                </a:lnTo>
                <a:cubicBezTo>
                  <a:pt x="2038" y="455"/>
                  <a:pt x="1583" y="1"/>
                  <a:pt x="101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829" name="Google Shape;489;p 3"/>
          <p:cNvSpPr/>
          <p:nvPr/>
        </p:nvSpPr>
        <p:spPr>
          <a:xfrm>
            <a:off x="4383000" y="3963600"/>
            <a:ext cx="32760" cy="1046520"/>
          </a:xfrm>
          <a:custGeom>
            <a:avLst/>
            <a:gdLst>
              <a:gd name="textAreaLeft" fmla="*/ 0 w 32760"/>
              <a:gd name="textAreaRight" fmla="*/ 33120 w 32760"/>
              <a:gd name="textAreaTop" fmla="*/ 0 h 1046520"/>
              <a:gd name="textAreaBottom" fmla="*/ 1046880 h 1046520"/>
            </a:gdLst>
            <a:ahLst/>
            <a:cxnLst/>
            <a:rect l="textAreaLeft" t="textAreaTop" r="textAreaRight" b="textAreaBottom"/>
            <a:pathLst>
              <a:path w="2037" h="64488">
                <a:moveTo>
                  <a:pt x="1018" y="1"/>
                </a:moveTo>
                <a:cubicBezTo>
                  <a:pt x="454" y="1"/>
                  <a:pt x="0" y="455"/>
                  <a:pt x="0" y="1019"/>
                </a:cubicBezTo>
                <a:lnTo>
                  <a:pt x="0" y="63470"/>
                </a:lnTo>
                <a:cubicBezTo>
                  <a:pt x="0" y="64035"/>
                  <a:pt x="454" y="64488"/>
                  <a:pt x="1018" y="64488"/>
                </a:cubicBezTo>
                <a:cubicBezTo>
                  <a:pt x="1582" y="64488"/>
                  <a:pt x="2036" y="64035"/>
                  <a:pt x="2036" y="63470"/>
                </a:cubicBezTo>
                <a:lnTo>
                  <a:pt x="2036" y="1019"/>
                </a:lnTo>
                <a:cubicBezTo>
                  <a:pt x="2036" y="455"/>
                  <a:pt x="1582" y="1"/>
                  <a:pt x="101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830" name="Google Shape;490;p 3"/>
          <p:cNvSpPr/>
          <p:nvPr/>
        </p:nvSpPr>
        <p:spPr>
          <a:xfrm>
            <a:off x="4477680" y="3963600"/>
            <a:ext cx="32760" cy="1046520"/>
          </a:xfrm>
          <a:custGeom>
            <a:avLst/>
            <a:gdLst>
              <a:gd name="textAreaLeft" fmla="*/ 0 w 32760"/>
              <a:gd name="textAreaRight" fmla="*/ 33120 w 32760"/>
              <a:gd name="textAreaTop" fmla="*/ 0 h 1046520"/>
              <a:gd name="textAreaBottom" fmla="*/ 1046880 h 1046520"/>
            </a:gdLst>
            <a:ahLst/>
            <a:cxnLst/>
            <a:rect l="textAreaLeft" t="textAreaTop" r="textAreaRight" b="textAreaBottom"/>
            <a:pathLst>
              <a:path w="2039" h="64488">
                <a:moveTo>
                  <a:pt x="1018" y="1"/>
                </a:moveTo>
                <a:cubicBezTo>
                  <a:pt x="455" y="1"/>
                  <a:pt x="0" y="455"/>
                  <a:pt x="0" y="1019"/>
                </a:cubicBezTo>
                <a:lnTo>
                  <a:pt x="0" y="63470"/>
                </a:lnTo>
                <a:cubicBezTo>
                  <a:pt x="0" y="64035"/>
                  <a:pt x="455" y="64488"/>
                  <a:pt x="1018" y="64488"/>
                </a:cubicBezTo>
                <a:cubicBezTo>
                  <a:pt x="1584" y="64488"/>
                  <a:pt x="2038" y="64035"/>
                  <a:pt x="2038" y="63470"/>
                </a:cubicBezTo>
                <a:lnTo>
                  <a:pt x="2038" y="1019"/>
                </a:lnTo>
                <a:cubicBezTo>
                  <a:pt x="2038" y="455"/>
                  <a:pt x="1584" y="1"/>
                  <a:pt x="101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831" name="Google Shape;491;p 3"/>
          <p:cNvSpPr/>
          <p:nvPr/>
        </p:nvSpPr>
        <p:spPr>
          <a:xfrm>
            <a:off x="5004360" y="3535920"/>
            <a:ext cx="351000" cy="1535760"/>
          </a:xfrm>
          <a:custGeom>
            <a:avLst/>
            <a:gdLst>
              <a:gd name="textAreaLeft" fmla="*/ 0 w 351000"/>
              <a:gd name="textAreaRight" fmla="*/ 351360 w 351000"/>
              <a:gd name="textAreaTop" fmla="*/ 0 h 1535760"/>
              <a:gd name="textAreaBottom" fmla="*/ 1536120 h 1535760"/>
            </a:gdLst>
            <a:ahLst/>
            <a:cxnLst/>
            <a:rect l="textAreaLeft" t="textAreaTop" r="textAreaRight" b="textAreaBottom"/>
            <a:pathLst>
              <a:path w="21649" h="94628">
                <a:moveTo>
                  <a:pt x="1508" y="1"/>
                </a:moveTo>
                <a:cubicBezTo>
                  <a:pt x="675" y="1"/>
                  <a:pt x="0" y="675"/>
                  <a:pt x="0" y="1508"/>
                </a:cubicBezTo>
                <a:lnTo>
                  <a:pt x="0" y="94627"/>
                </a:lnTo>
                <a:lnTo>
                  <a:pt x="21648" y="94627"/>
                </a:lnTo>
                <a:lnTo>
                  <a:pt x="21648" y="1508"/>
                </a:lnTo>
                <a:cubicBezTo>
                  <a:pt x="21648" y="675"/>
                  <a:pt x="20974" y="1"/>
                  <a:pt x="20141"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32" name="Google Shape;492;p 3"/>
          <p:cNvSpPr/>
          <p:nvPr/>
        </p:nvSpPr>
        <p:spPr>
          <a:xfrm>
            <a:off x="5150160" y="369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0"/>
                </a:moveTo>
                <a:cubicBezTo>
                  <a:pt x="822" y="0"/>
                  <a:pt x="1" y="821"/>
                  <a:pt x="1" y="1841"/>
                </a:cubicBezTo>
                <a:lnTo>
                  <a:pt x="1" y="1843"/>
                </a:lnTo>
                <a:cubicBezTo>
                  <a:pt x="1" y="2863"/>
                  <a:pt x="822" y="3683"/>
                  <a:pt x="1841" y="3683"/>
                </a:cubicBezTo>
                <a:lnTo>
                  <a:pt x="1843" y="3683"/>
                </a:lnTo>
                <a:cubicBezTo>
                  <a:pt x="2863" y="3683"/>
                  <a:pt x="3684" y="2863"/>
                  <a:pt x="3684" y="1843"/>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3" name="Google Shape;493;p 3"/>
          <p:cNvSpPr/>
          <p:nvPr/>
        </p:nvSpPr>
        <p:spPr>
          <a:xfrm>
            <a:off x="5257800" y="3801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3">
                <a:moveTo>
                  <a:pt x="1841" y="0"/>
                </a:moveTo>
                <a:cubicBezTo>
                  <a:pt x="821" y="0"/>
                  <a:pt x="0" y="821"/>
                  <a:pt x="0" y="1841"/>
                </a:cubicBezTo>
                <a:lnTo>
                  <a:pt x="0" y="1842"/>
                </a:lnTo>
                <a:cubicBezTo>
                  <a:pt x="0" y="2862"/>
                  <a:pt x="821" y="3683"/>
                  <a:pt x="1841" y="3683"/>
                </a:cubicBezTo>
                <a:cubicBezTo>
                  <a:pt x="2860" y="3683"/>
                  <a:pt x="3683" y="2862"/>
                  <a:pt x="3683" y="1842"/>
                </a:cubicBezTo>
                <a:lnTo>
                  <a:pt x="3683" y="1841"/>
                </a:lnTo>
                <a:cubicBezTo>
                  <a:pt x="3683" y="821"/>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4" name="Google Shape;494;p 3"/>
          <p:cNvSpPr/>
          <p:nvPr/>
        </p:nvSpPr>
        <p:spPr>
          <a:xfrm>
            <a:off x="5042880" y="3910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3"/>
                  <a:pt x="1" y="1843"/>
                </a:cubicBezTo>
                <a:cubicBezTo>
                  <a:pt x="1" y="2864"/>
                  <a:pt x="822" y="3685"/>
                  <a:pt x="1843" y="3685"/>
                </a:cubicBezTo>
                <a:lnTo>
                  <a:pt x="1845" y="3685"/>
                </a:lnTo>
                <a:cubicBezTo>
                  <a:pt x="2865" y="3685"/>
                  <a:pt x="3685" y="2864"/>
                  <a:pt x="3685" y="1843"/>
                </a:cubicBezTo>
                <a:cubicBezTo>
                  <a:pt x="3685" y="823"/>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5" name="Google Shape;495;p 3"/>
          <p:cNvSpPr/>
          <p:nvPr/>
        </p:nvSpPr>
        <p:spPr>
          <a:xfrm>
            <a:off x="5257800" y="3910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1"/>
                </a:moveTo>
                <a:cubicBezTo>
                  <a:pt x="821" y="1"/>
                  <a:pt x="0" y="823"/>
                  <a:pt x="0" y="1843"/>
                </a:cubicBezTo>
                <a:cubicBezTo>
                  <a:pt x="0" y="2864"/>
                  <a:pt x="821" y="3685"/>
                  <a:pt x="1841" y="3685"/>
                </a:cubicBezTo>
                <a:cubicBezTo>
                  <a:pt x="2860" y="3685"/>
                  <a:pt x="3683" y="2864"/>
                  <a:pt x="3683" y="1843"/>
                </a:cubicBezTo>
                <a:cubicBezTo>
                  <a:pt x="3683" y="823"/>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6" name="Google Shape;496;p 3"/>
          <p:cNvSpPr/>
          <p:nvPr/>
        </p:nvSpPr>
        <p:spPr>
          <a:xfrm>
            <a:off x="5042880" y="4019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1"/>
                </a:moveTo>
                <a:cubicBezTo>
                  <a:pt x="822" y="1"/>
                  <a:pt x="1" y="822"/>
                  <a:pt x="1" y="1841"/>
                </a:cubicBezTo>
                <a:lnTo>
                  <a:pt x="1" y="1843"/>
                </a:lnTo>
                <a:cubicBezTo>
                  <a:pt x="1" y="2863"/>
                  <a:pt x="822" y="3684"/>
                  <a:pt x="1843" y="3684"/>
                </a:cubicBezTo>
                <a:lnTo>
                  <a:pt x="1845" y="3684"/>
                </a:lnTo>
                <a:cubicBezTo>
                  <a:pt x="2865" y="3684"/>
                  <a:pt x="3685" y="2863"/>
                  <a:pt x="3685" y="1843"/>
                </a:cubicBezTo>
                <a:lnTo>
                  <a:pt x="3685" y="1841"/>
                </a:lnTo>
                <a:cubicBezTo>
                  <a:pt x="3685" y="822"/>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7" name="Google Shape;497;p 3"/>
          <p:cNvSpPr/>
          <p:nvPr/>
        </p:nvSpPr>
        <p:spPr>
          <a:xfrm>
            <a:off x="5150160" y="4019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2" y="1"/>
                  <a:pt x="1" y="822"/>
                  <a:pt x="1" y="1841"/>
                </a:cubicBezTo>
                <a:lnTo>
                  <a:pt x="1" y="1843"/>
                </a:lnTo>
                <a:cubicBezTo>
                  <a:pt x="1" y="2863"/>
                  <a:pt x="822" y="3684"/>
                  <a:pt x="1841" y="3684"/>
                </a:cubicBezTo>
                <a:lnTo>
                  <a:pt x="1843" y="3684"/>
                </a:lnTo>
                <a:cubicBezTo>
                  <a:pt x="2863" y="3684"/>
                  <a:pt x="3684" y="2863"/>
                  <a:pt x="3684" y="1843"/>
                </a:cubicBezTo>
                <a:lnTo>
                  <a:pt x="3684" y="1841"/>
                </a:lnTo>
                <a:cubicBezTo>
                  <a:pt x="3684"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8" name="Google Shape;498;p 3"/>
          <p:cNvSpPr/>
          <p:nvPr/>
        </p:nvSpPr>
        <p:spPr>
          <a:xfrm>
            <a:off x="5257800" y="4019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2"/>
                  <a:pt x="0" y="1841"/>
                </a:cubicBezTo>
                <a:lnTo>
                  <a:pt x="0" y="1843"/>
                </a:lnTo>
                <a:cubicBezTo>
                  <a:pt x="0" y="2863"/>
                  <a:pt x="821" y="3684"/>
                  <a:pt x="1841" y="3684"/>
                </a:cubicBezTo>
                <a:cubicBezTo>
                  <a:pt x="2860" y="3684"/>
                  <a:pt x="3683" y="2863"/>
                  <a:pt x="3683" y="1843"/>
                </a:cubicBezTo>
                <a:lnTo>
                  <a:pt x="3683" y="1841"/>
                </a:lnTo>
                <a:cubicBezTo>
                  <a:pt x="3683" y="822"/>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9" name="Google Shape;499;p 3"/>
          <p:cNvSpPr/>
          <p:nvPr/>
        </p:nvSpPr>
        <p:spPr>
          <a:xfrm>
            <a:off x="5042880" y="412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0"/>
                </a:moveTo>
                <a:cubicBezTo>
                  <a:pt x="822" y="0"/>
                  <a:pt x="1" y="823"/>
                  <a:pt x="1" y="1843"/>
                </a:cubicBezTo>
                <a:cubicBezTo>
                  <a:pt x="1" y="2864"/>
                  <a:pt x="822" y="3685"/>
                  <a:pt x="1843" y="3685"/>
                </a:cubicBezTo>
                <a:lnTo>
                  <a:pt x="1845" y="3685"/>
                </a:lnTo>
                <a:cubicBezTo>
                  <a:pt x="2865" y="3685"/>
                  <a:pt x="3685" y="2864"/>
                  <a:pt x="3685" y="1843"/>
                </a:cubicBezTo>
                <a:cubicBezTo>
                  <a:pt x="3685" y="823"/>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0" name="Google Shape;500;p 3"/>
          <p:cNvSpPr/>
          <p:nvPr/>
        </p:nvSpPr>
        <p:spPr>
          <a:xfrm>
            <a:off x="5150160" y="412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0"/>
                </a:moveTo>
                <a:cubicBezTo>
                  <a:pt x="822" y="0"/>
                  <a:pt x="1" y="823"/>
                  <a:pt x="1" y="1843"/>
                </a:cubicBezTo>
                <a:cubicBezTo>
                  <a:pt x="1" y="2864"/>
                  <a:pt x="822" y="3685"/>
                  <a:pt x="1841" y="3685"/>
                </a:cubicBezTo>
                <a:lnTo>
                  <a:pt x="1843" y="3685"/>
                </a:lnTo>
                <a:cubicBezTo>
                  <a:pt x="2863" y="3685"/>
                  <a:pt x="3684" y="2864"/>
                  <a:pt x="3684" y="1843"/>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1" name="Google Shape;501;p 3"/>
          <p:cNvSpPr/>
          <p:nvPr/>
        </p:nvSpPr>
        <p:spPr>
          <a:xfrm>
            <a:off x="5257800" y="412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0"/>
                </a:moveTo>
                <a:cubicBezTo>
                  <a:pt x="821" y="0"/>
                  <a:pt x="0" y="823"/>
                  <a:pt x="0" y="1843"/>
                </a:cubicBezTo>
                <a:cubicBezTo>
                  <a:pt x="0" y="2864"/>
                  <a:pt x="821" y="3685"/>
                  <a:pt x="1841" y="3685"/>
                </a:cubicBezTo>
                <a:cubicBezTo>
                  <a:pt x="2860" y="3685"/>
                  <a:pt x="3683" y="2864"/>
                  <a:pt x="3683" y="1843"/>
                </a:cubicBezTo>
                <a:cubicBezTo>
                  <a:pt x="3683" y="823"/>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2" name="Google Shape;502;p 3"/>
          <p:cNvSpPr/>
          <p:nvPr/>
        </p:nvSpPr>
        <p:spPr>
          <a:xfrm>
            <a:off x="5042880" y="423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1"/>
                </a:moveTo>
                <a:cubicBezTo>
                  <a:pt x="822" y="1"/>
                  <a:pt x="1" y="822"/>
                  <a:pt x="1" y="1841"/>
                </a:cubicBezTo>
                <a:lnTo>
                  <a:pt x="1" y="1843"/>
                </a:lnTo>
                <a:cubicBezTo>
                  <a:pt x="1" y="2863"/>
                  <a:pt x="822" y="3684"/>
                  <a:pt x="1843" y="3684"/>
                </a:cubicBezTo>
                <a:lnTo>
                  <a:pt x="1845" y="3684"/>
                </a:lnTo>
                <a:cubicBezTo>
                  <a:pt x="2865" y="3684"/>
                  <a:pt x="3685" y="2863"/>
                  <a:pt x="3685" y="1843"/>
                </a:cubicBezTo>
                <a:lnTo>
                  <a:pt x="3685" y="1841"/>
                </a:lnTo>
                <a:cubicBezTo>
                  <a:pt x="3685" y="822"/>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3" name="Google Shape;503;p 3"/>
          <p:cNvSpPr/>
          <p:nvPr/>
        </p:nvSpPr>
        <p:spPr>
          <a:xfrm>
            <a:off x="5150160" y="423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2" y="1"/>
                  <a:pt x="1" y="822"/>
                  <a:pt x="1" y="1841"/>
                </a:cubicBezTo>
                <a:lnTo>
                  <a:pt x="1" y="1843"/>
                </a:lnTo>
                <a:cubicBezTo>
                  <a:pt x="1" y="2863"/>
                  <a:pt x="822" y="3684"/>
                  <a:pt x="1841" y="3684"/>
                </a:cubicBezTo>
                <a:lnTo>
                  <a:pt x="1843" y="3684"/>
                </a:lnTo>
                <a:cubicBezTo>
                  <a:pt x="2863" y="3684"/>
                  <a:pt x="3684" y="2863"/>
                  <a:pt x="3684" y="1843"/>
                </a:cubicBezTo>
                <a:lnTo>
                  <a:pt x="3684" y="1841"/>
                </a:lnTo>
                <a:cubicBezTo>
                  <a:pt x="3684"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4" name="Google Shape;504;p 3"/>
          <p:cNvSpPr/>
          <p:nvPr/>
        </p:nvSpPr>
        <p:spPr>
          <a:xfrm>
            <a:off x="5257800" y="423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2"/>
                  <a:pt x="0" y="1841"/>
                </a:cubicBezTo>
                <a:lnTo>
                  <a:pt x="0" y="1843"/>
                </a:lnTo>
                <a:cubicBezTo>
                  <a:pt x="0" y="2863"/>
                  <a:pt x="821" y="3684"/>
                  <a:pt x="1841" y="3684"/>
                </a:cubicBezTo>
                <a:cubicBezTo>
                  <a:pt x="2860" y="3684"/>
                  <a:pt x="3683" y="2863"/>
                  <a:pt x="3683" y="1843"/>
                </a:cubicBezTo>
                <a:lnTo>
                  <a:pt x="3683" y="1841"/>
                </a:lnTo>
                <a:cubicBezTo>
                  <a:pt x="3683" y="822"/>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5" name="Google Shape;505;p 3"/>
          <p:cNvSpPr/>
          <p:nvPr/>
        </p:nvSpPr>
        <p:spPr>
          <a:xfrm>
            <a:off x="5042880" y="4347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3"/>
                  <a:pt x="1" y="1843"/>
                </a:cubicBezTo>
                <a:cubicBezTo>
                  <a:pt x="1" y="2864"/>
                  <a:pt x="822" y="3685"/>
                  <a:pt x="1843" y="3685"/>
                </a:cubicBezTo>
                <a:lnTo>
                  <a:pt x="1845" y="3685"/>
                </a:lnTo>
                <a:cubicBezTo>
                  <a:pt x="2865" y="3685"/>
                  <a:pt x="3685" y="2864"/>
                  <a:pt x="3685" y="1843"/>
                </a:cubicBezTo>
                <a:cubicBezTo>
                  <a:pt x="3685" y="823"/>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6" name="Google Shape;506;p 3"/>
          <p:cNvSpPr/>
          <p:nvPr/>
        </p:nvSpPr>
        <p:spPr>
          <a:xfrm>
            <a:off x="5150160" y="4347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2" y="0"/>
                  <a:pt x="1" y="823"/>
                  <a:pt x="1" y="1843"/>
                </a:cubicBezTo>
                <a:cubicBezTo>
                  <a:pt x="1" y="2864"/>
                  <a:pt x="822" y="3685"/>
                  <a:pt x="1841" y="3685"/>
                </a:cubicBezTo>
                <a:lnTo>
                  <a:pt x="1843" y="3685"/>
                </a:lnTo>
                <a:cubicBezTo>
                  <a:pt x="2863" y="3685"/>
                  <a:pt x="3684" y="2864"/>
                  <a:pt x="3684" y="1843"/>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7" name="Google Shape;507;p 3"/>
          <p:cNvSpPr/>
          <p:nvPr/>
        </p:nvSpPr>
        <p:spPr>
          <a:xfrm>
            <a:off x="5257800" y="4347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3"/>
                  <a:pt x="0" y="1843"/>
                </a:cubicBezTo>
                <a:cubicBezTo>
                  <a:pt x="0" y="2864"/>
                  <a:pt x="821" y="3685"/>
                  <a:pt x="1841" y="3685"/>
                </a:cubicBezTo>
                <a:cubicBezTo>
                  <a:pt x="2860" y="3685"/>
                  <a:pt x="3683" y="2864"/>
                  <a:pt x="3683" y="1843"/>
                </a:cubicBezTo>
                <a:cubicBezTo>
                  <a:pt x="3683" y="823"/>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8" name="Google Shape;508;p 3"/>
          <p:cNvSpPr/>
          <p:nvPr/>
        </p:nvSpPr>
        <p:spPr>
          <a:xfrm>
            <a:off x="5042880" y="4456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1"/>
                </a:moveTo>
                <a:cubicBezTo>
                  <a:pt x="822" y="1"/>
                  <a:pt x="1" y="821"/>
                  <a:pt x="1" y="1841"/>
                </a:cubicBezTo>
                <a:lnTo>
                  <a:pt x="1" y="1843"/>
                </a:lnTo>
                <a:cubicBezTo>
                  <a:pt x="1" y="2863"/>
                  <a:pt x="822" y="3683"/>
                  <a:pt x="1843" y="3683"/>
                </a:cubicBezTo>
                <a:lnTo>
                  <a:pt x="1845" y="3683"/>
                </a:lnTo>
                <a:cubicBezTo>
                  <a:pt x="2865" y="3683"/>
                  <a:pt x="3685" y="2863"/>
                  <a:pt x="3685" y="1843"/>
                </a:cubicBezTo>
                <a:lnTo>
                  <a:pt x="3685" y="1841"/>
                </a:lnTo>
                <a:cubicBezTo>
                  <a:pt x="3685" y="821"/>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9" name="Google Shape;509;p 3"/>
          <p:cNvSpPr/>
          <p:nvPr/>
        </p:nvSpPr>
        <p:spPr>
          <a:xfrm>
            <a:off x="5150160" y="4456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2" y="1"/>
                  <a:pt x="1" y="821"/>
                  <a:pt x="1" y="1841"/>
                </a:cubicBezTo>
                <a:lnTo>
                  <a:pt x="1" y="1843"/>
                </a:lnTo>
                <a:cubicBezTo>
                  <a:pt x="1" y="2863"/>
                  <a:pt x="822" y="3683"/>
                  <a:pt x="1841" y="3683"/>
                </a:cubicBezTo>
                <a:lnTo>
                  <a:pt x="1843" y="3683"/>
                </a:lnTo>
                <a:cubicBezTo>
                  <a:pt x="2863" y="3683"/>
                  <a:pt x="3684" y="2863"/>
                  <a:pt x="3684" y="1843"/>
                </a:cubicBezTo>
                <a:lnTo>
                  <a:pt x="3684" y="1841"/>
                </a:lnTo>
                <a:cubicBezTo>
                  <a:pt x="3684"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0" name="Google Shape;510;p 3"/>
          <p:cNvSpPr/>
          <p:nvPr/>
        </p:nvSpPr>
        <p:spPr>
          <a:xfrm>
            <a:off x="5257800" y="4456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1"/>
                  <a:pt x="0" y="1841"/>
                </a:cubicBezTo>
                <a:lnTo>
                  <a:pt x="0" y="1843"/>
                </a:lnTo>
                <a:cubicBezTo>
                  <a:pt x="0" y="2863"/>
                  <a:pt x="821" y="3683"/>
                  <a:pt x="1841" y="3683"/>
                </a:cubicBezTo>
                <a:cubicBezTo>
                  <a:pt x="2860" y="3683"/>
                  <a:pt x="3683" y="2863"/>
                  <a:pt x="3683" y="1843"/>
                </a:cubicBezTo>
                <a:lnTo>
                  <a:pt x="3683" y="1841"/>
                </a:lnTo>
                <a:cubicBezTo>
                  <a:pt x="3683" y="821"/>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1" name="Google Shape;511;p 3"/>
          <p:cNvSpPr/>
          <p:nvPr/>
        </p:nvSpPr>
        <p:spPr>
          <a:xfrm>
            <a:off x="5042880" y="4565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3"/>
                  <a:pt x="1" y="1842"/>
                </a:cubicBezTo>
                <a:cubicBezTo>
                  <a:pt x="1" y="2864"/>
                  <a:pt x="822" y="3685"/>
                  <a:pt x="1843" y="3685"/>
                </a:cubicBezTo>
                <a:lnTo>
                  <a:pt x="1845" y="3685"/>
                </a:lnTo>
                <a:cubicBezTo>
                  <a:pt x="2865" y="3685"/>
                  <a:pt x="3685" y="2864"/>
                  <a:pt x="3685" y="1842"/>
                </a:cubicBezTo>
                <a:cubicBezTo>
                  <a:pt x="3685" y="823"/>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2" name="Google Shape;512;p 3"/>
          <p:cNvSpPr/>
          <p:nvPr/>
        </p:nvSpPr>
        <p:spPr>
          <a:xfrm>
            <a:off x="5150160" y="4565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2" y="0"/>
                  <a:pt x="1" y="823"/>
                  <a:pt x="1" y="1842"/>
                </a:cubicBezTo>
                <a:cubicBezTo>
                  <a:pt x="1" y="2864"/>
                  <a:pt x="822" y="3685"/>
                  <a:pt x="1841" y="3685"/>
                </a:cubicBezTo>
                <a:lnTo>
                  <a:pt x="1843" y="3685"/>
                </a:lnTo>
                <a:cubicBezTo>
                  <a:pt x="2863" y="3685"/>
                  <a:pt x="3684" y="2864"/>
                  <a:pt x="3684" y="1842"/>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3" name="Google Shape;513;p 3"/>
          <p:cNvSpPr/>
          <p:nvPr/>
        </p:nvSpPr>
        <p:spPr>
          <a:xfrm>
            <a:off x="5257800" y="4565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3"/>
                  <a:pt x="0" y="1842"/>
                </a:cubicBezTo>
                <a:cubicBezTo>
                  <a:pt x="0" y="2864"/>
                  <a:pt x="821" y="3685"/>
                  <a:pt x="1841" y="3685"/>
                </a:cubicBezTo>
                <a:cubicBezTo>
                  <a:pt x="2860" y="3685"/>
                  <a:pt x="3683" y="2864"/>
                  <a:pt x="3683" y="1842"/>
                </a:cubicBezTo>
                <a:cubicBezTo>
                  <a:pt x="3683" y="823"/>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4" name="Google Shape;514;p 3"/>
          <p:cNvSpPr/>
          <p:nvPr/>
        </p:nvSpPr>
        <p:spPr>
          <a:xfrm>
            <a:off x="5042880" y="467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1"/>
                </a:moveTo>
                <a:cubicBezTo>
                  <a:pt x="822" y="1"/>
                  <a:pt x="1" y="821"/>
                  <a:pt x="1" y="1841"/>
                </a:cubicBezTo>
                <a:lnTo>
                  <a:pt x="1" y="1843"/>
                </a:lnTo>
                <a:cubicBezTo>
                  <a:pt x="1" y="2863"/>
                  <a:pt x="822" y="3683"/>
                  <a:pt x="1843" y="3683"/>
                </a:cubicBezTo>
                <a:lnTo>
                  <a:pt x="1845" y="3683"/>
                </a:lnTo>
                <a:cubicBezTo>
                  <a:pt x="2865" y="3683"/>
                  <a:pt x="3685" y="2863"/>
                  <a:pt x="3685" y="1843"/>
                </a:cubicBezTo>
                <a:lnTo>
                  <a:pt x="3685" y="1841"/>
                </a:lnTo>
                <a:cubicBezTo>
                  <a:pt x="3685" y="821"/>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5" name="Google Shape;515;p 3"/>
          <p:cNvSpPr/>
          <p:nvPr/>
        </p:nvSpPr>
        <p:spPr>
          <a:xfrm>
            <a:off x="5150160" y="467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2" y="1"/>
                  <a:pt x="1" y="821"/>
                  <a:pt x="1" y="1841"/>
                </a:cubicBezTo>
                <a:lnTo>
                  <a:pt x="1" y="1843"/>
                </a:lnTo>
                <a:cubicBezTo>
                  <a:pt x="1" y="2863"/>
                  <a:pt x="822" y="3683"/>
                  <a:pt x="1841" y="3683"/>
                </a:cubicBezTo>
                <a:lnTo>
                  <a:pt x="1843" y="3683"/>
                </a:lnTo>
                <a:cubicBezTo>
                  <a:pt x="2863" y="3683"/>
                  <a:pt x="3684" y="2863"/>
                  <a:pt x="3684" y="1843"/>
                </a:cubicBezTo>
                <a:lnTo>
                  <a:pt x="3684" y="1841"/>
                </a:lnTo>
                <a:cubicBezTo>
                  <a:pt x="3684"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6" name="Google Shape;516;p 3"/>
          <p:cNvSpPr/>
          <p:nvPr/>
        </p:nvSpPr>
        <p:spPr>
          <a:xfrm>
            <a:off x="5257800" y="467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1"/>
                  <a:pt x="0" y="1841"/>
                </a:cubicBezTo>
                <a:lnTo>
                  <a:pt x="0" y="1843"/>
                </a:lnTo>
                <a:cubicBezTo>
                  <a:pt x="0" y="2863"/>
                  <a:pt x="821" y="3683"/>
                  <a:pt x="1841" y="3683"/>
                </a:cubicBezTo>
                <a:cubicBezTo>
                  <a:pt x="2860" y="3683"/>
                  <a:pt x="3683" y="2863"/>
                  <a:pt x="3683" y="1843"/>
                </a:cubicBezTo>
                <a:lnTo>
                  <a:pt x="3683" y="1841"/>
                </a:lnTo>
                <a:cubicBezTo>
                  <a:pt x="3683" y="821"/>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7" name="Google Shape;517;p 3"/>
          <p:cNvSpPr/>
          <p:nvPr/>
        </p:nvSpPr>
        <p:spPr>
          <a:xfrm>
            <a:off x="5042880" y="4784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3"/>
                  <a:pt x="1" y="1842"/>
                </a:cubicBezTo>
                <a:cubicBezTo>
                  <a:pt x="1" y="2864"/>
                  <a:pt x="822" y="3685"/>
                  <a:pt x="1843" y="3685"/>
                </a:cubicBezTo>
                <a:lnTo>
                  <a:pt x="1845" y="3685"/>
                </a:lnTo>
                <a:cubicBezTo>
                  <a:pt x="2865" y="3685"/>
                  <a:pt x="3685" y="2864"/>
                  <a:pt x="3685" y="1842"/>
                </a:cubicBezTo>
                <a:cubicBezTo>
                  <a:pt x="3685" y="823"/>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8" name="Google Shape;518;p 3"/>
          <p:cNvSpPr/>
          <p:nvPr/>
        </p:nvSpPr>
        <p:spPr>
          <a:xfrm>
            <a:off x="5150160" y="4784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2" y="0"/>
                  <a:pt x="1" y="823"/>
                  <a:pt x="1" y="1842"/>
                </a:cubicBezTo>
                <a:cubicBezTo>
                  <a:pt x="1" y="2864"/>
                  <a:pt x="822" y="3685"/>
                  <a:pt x="1841" y="3685"/>
                </a:cubicBezTo>
                <a:lnTo>
                  <a:pt x="1843" y="3685"/>
                </a:lnTo>
                <a:cubicBezTo>
                  <a:pt x="2863" y="3685"/>
                  <a:pt x="3684" y="2864"/>
                  <a:pt x="3684" y="1842"/>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9" name="Google Shape;519;p 3"/>
          <p:cNvSpPr/>
          <p:nvPr/>
        </p:nvSpPr>
        <p:spPr>
          <a:xfrm>
            <a:off x="5257800" y="4784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3"/>
                  <a:pt x="0" y="1842"/>
                </a:cubicBezTo>
                <a:cubicBezTo>
                  <a:pt x="0" y="2864"/>
                  <a:pt x="821" y="3685"/>
                  <a:pt x="1841" y="3685"/>
                </a:cubicBezTo>
                <a:cubicBezTo>
                  <a:pt x="2860" y="3685"/>
                  <a:pt x="3683" y="2864"/>
                  <a:pt x="3683" y="1842"/>
                </a:cubicBezTo>
                <a:cubicBezTo>
                  <a:pt x="3683" y="823"/>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0" name="Google Shape;520;p 3"/>
          <p:cNvSpPr/>
          <p:nvPr/>
        </p:nvSpPr>
        <p:spPr>
          <a:xfrm>
            <a:off x="5042880" y="48931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0"/>
                </a:moveTo>
                <a:cubicBezTo>
                  <a:pt x="822" y="0"/>
                  <a:pt x="1" y="821"/>
                  <a:pt x="1" y="1841"/>
                </a:cubicBezTo>
                <a:lnTo>
                  <a:pt x="1" y="1843"/>
                </a:lnTo>
                <a:cubicBezTo>
                  <a:pt x="1" y="2862"/>
                  <a:pt x="822" y="3683"/>
                  <a:pt x="1843" y="3683"/>
                </a:cubicBezTo>
                <a:lnTo>
                  <a:pt x="1845" y="3683"/>
                </a:lnTo>
                <a:cubicBezTo>
                  <a:pt x="2865" y="3683"/>
                  <a:pt x="3685" y="2862"/>
                  <a:pt x="3685" y="1843"/>
                </a:cubicBezTo>
                <a:lnTo>
                  <a:pt x="3685" y="1841"/>
                </a:lnTo>
                <a:cubicBezTo>
                  <a:pt x="3685" y="821"/>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1" name="Google Shape;521;p 3"/>
          <p:cNvSpPr/>
          <p:nvPr/>
        </p:nvSpPr>
        <p:spPr>
          <a:xfrm>
            <a:off x="5150160" y="48931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0"/>
                </a:moveTo>
                <a:cubicBezTo>
                  <a:pt x="822" y="0"/>
                  <a:pt x="1" y="821"/>
                  <a:pt x="1" y="1841"/>
                </a:cubicBezTo>
                <a:lnTo>
                  <a:pt x="1" y="1843"/>
                </a:lnTo>
                <a:cubicBezTo>
                  <a:pt x="1" y="2862"/>
                  <a:pt x="822" y="3683"/>
                  <a:pt x="1841" y="3683"/>
                </a:cubicBezTo>
                <a:lnTo>
                  <a:pt x="1843" y="3683"/>
                </a:lnTo>
                <a:cubicBezTo>
                  <a:pt x="2863" y="3683"/>
                  <a:pt x="3684" y="2862"/>
                  <a:pt x="3684" y="1843"/>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2" name="Google Shape;522;p 3"/>
          <p:cNvSpPr/>
          <p:nvPr/>
        </p:nvSpPr>
        <p:spPr>
          <a:xfrm>
            <a:off x="5257800" y="48931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0"/>
                </a:moveTo>
                <a:cubicBezTo>
                  <a:pt x="821" y="0"/>
                  <a:pt x="0" y="821"/>
                  <a:pt x="0" y="1841"/>
                </a:cubicBezTo>
                <a:lnTo>
                  <a:pt x="0" y="1843"/>
                </a:lnTo>
                <a:cubicBezTo>
                  <a:pt x="0" y="2862"/>
                  <a:pt x="821" y="3683"/>
                  <a:pt x="1841" y="3683"/>
                </a:cubicBezTo>
                <a:cubicBezTo>
                  <a:pt x="2860" y="3683"/>
                  <a:pt x="3683" y="2862"/>
                  <a:pt x="3683" y="1843"/>
                </a:cubicBezTo>
                <a:lnTo>
                  <a:pt x="3683" y="1841"/>
                </a:lnTo>
                <a:cubicBezTo>
                  <a:pt x="3683" y="821"/>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3" name="Google Shape;523;p 3"/>
          <p:cNvSpPr/>
          <p:nvPr/>
        </p:nvSpPr>
        <p:spPr>
          <a:xfrm>
            <a:off x="3431160" y="3096720"/>
            <a:ext cx="388080" cy="169920"/>
          </a:xfrm>
          <a:custGeom>
            <a:avLst/>
            <a:gdLst>
              <a:gd name="textAreaLeft" fmla="*/ 0 w 388080"/>
              <a:gd name="textAreaRight" fmla="*/ 388440 w 388080"/>
              <a:gd name="textAreaTop" fmla="*/ 0 h 169920"/>
              <a:gd name="textAreaBottom" fmla="*/ 170280 h 169920"/>
            </a:gdLst>
            <a:ahLst/>
            <a:cxnLst/>
            <a:rect l="textAreaLeft" t="textAreaTop" r="textAreaRight" b="textAreaBottom"/>
            <a:pathLst>
              <a:path w="23923" h="10487">
                <a:moveTo>
                  <a:pt x="1077" y="0"/>
                </a:moveTo>
                <a:cubicBezTo>
                  <a:pt x="480" y="0"/>
                  <a:pt x="1" y="479"/>
                  <a:pt x="1" y="1075"/>
                </a:cubicBezTo>
                <a:lnTo>
                  <a:pt x="1" y="9412"/>
                </a:lnTo>
                <a:cubicBezTo>
                  <a:pt x="1" y="10008"/>
                  <a:pt x="480" y="10487"/>
                  <a:pt x="1077" y="10487"/>
                </a:cubicBezTo>
                <a:lnTo>
                  <a:pt x="22848" y="10487"/>
                </a:lnTo>
                <a:cubicBezTo>
                  <a:pt x="23443" y="10487"/>
                  <a:pt x="23922" y="10008"/>
                  <a:pt x="23922" y="9412"/>
                </a:cubicBezTo>
                <a:lnTo>
                  <a:pt x="23922" y="1075"/>
                </a:lnTo>
                <a:cubicBezTo>
                  <a:pt x="23922" y="479"/>
                  <a:pt x="23443" y="0"/>
                  <a:pt x="22848"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84960" bIns="84960" anchor="ctr">
            <a:noAutofit/>
          </a:bodyPr>
          <a:lstStyle/>
          <a:p>
            <a:endParaRPr lang="en-US" sz="1400" b="0" u="none" strike="noStrike">
              <a:solidFill>
                <a:srgbClr val="000000"/>
              </a:solidFill>
              <a:effectLst/>
              <a:uFillTx/>
              <a:latin typeface="Arial"/>
            </a:endParaRPr>
          </a:p>
        </p:txBody>
      </p:sp>
      <p:sp>
        <p:nvSpPr>
          <p:cNvPr id="864" name="Google Shape;524;p 3"/>
          <p:cNvSpPr/>
          <p:nvPr/>
        </p:nvSpPr>
        <p:spPr>
          <a:xfrm>
            <a:off x="3449520" y="3265560"/>
            <a:ext cx="351000" cy="1806120"/>
          </a:xfrm>
          <a:custGeom>
            <a:avLst/>
            <a:gdLst>
              <a:gd name="textAreaLeft" fmla="*/ 0 w 351000"/>
              <a:gd name="textAreaRight" fmla="*/ 351360 w 351000"/>
              <a:gd name="textAreaTop" fmla="*/ 0 h 1806120"/>
              <a:gd name="textAreaBottom" fmla="*/ 1806480 h 1806120"/>
            </a:gdLst>
            <a:ahLst/>
            <a:cxnLst/>
            <a:rect l="textAreaLeft" t="textAreaTop" r="textAreaRight" b="textAreaBottom"/>
            <a:pathLst>
              <a:path w="21649" h="111275">
                <a:moveTo>
                  <a:pt x="1" y="0"/>
                </a:moveTo>
                <a:lnTo>
                  <a:pt x="1" y="111274"/>
                </a:lnTo>
                <a:lnTo>
                  <a:pt x="21648" y="111274"/>
                </a:lnTo>
                <a:lnTo>
                  <a:pt x="2164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65" name="Google Shape;525;p 3"/>
          <p:cNvSpPr/>
          <p:nvPr/>
        </p:nvSpPr>
        <p:spPr>
          <a:xfrm>
            <a:off x="3491640" y="3312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6"/>
                  <a:pt x="1" y="1719"/>
                </a:cubicBezTo>
                <a:lnTo>
                  <a:pt x="1" y="1964"/>
                </a:lnTo>
                <a:cubicBezTo>
                  <a:pt x="1" y="2917"/>
                  <a:pt x="767" y="3683"/>
                  <a:pt x="1720" y="3683"/>
                </a:cubicBezTo>
                <a:lnTo>
                  <a:pt x="1964" y="3683"/>
                </a:lnTo>
                <a:cubicBezTo>
                  <a:pt x="2917" y="3683"/>
                  <a:pt x="3683" y="2917"/>
                  <a:pt x="3683" y="1964"/>
                </a:cubicBezTo>
                <a:lnTo>
                  <a:pt x="3683" y="1719"/>
                </a:lnTo>
                <a:cubicBezTo>
                  <a:pt x="3683" y="766"/>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6" name="Google Shape;526;p 3"/>
          <p:cNvSpPr/>
          <p:nvPr/>
        </p:nvSpPr>
        <p:spPr>
          <a:xfrm>
            <a:off x="3598920" y="3312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6"/>
                  <a:pt x="0" y="1719"/>
                </a:cubicBezTo>
                <a:lnTo>
                  <a:pt x="0" y="1964"/>
                </a:lnTo>
                <a:cubicBezTo>
                  <a:pt x="0" y="2917"/>
                  <a:pt x="768" y="3683"/>
                  <a:pt x="1721" y="3683"/>
                </a:cubicBezTo>
                <a:lnTo>
                  <a:pt x="1966" y="3683"/>
                </a:lnTo>
                <a:cubicBezTo>
                  <a:pt x="2918" y="3683"/>
                  <a:pt x="3685" y="2917"/>
                  <a:pt x="3685" y="1964"/>
                </a:cubicBezTo>
                <a:lnTo>
                  <a:pt x="3685" y="1719"/>
                </a:lnTo>
                <a:cubicBezTo>
                  <a:pt x="3685" y="766"/>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7" name="Google Shape;527;p 3"/>
          <p:cNvSpPr/>
          <p:nvPr/>
        </p:nvSpPr>
        <p:spPr>
          <a:xfrm>
            <a:off x="3706560" y="3312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6"/>
                  <a:pt x="0" y="1719"/>
                </a:cubicBezTo>
                <a:lnTo>
                  <a:pt x="0" y="1964"/>
                </a:lnTo>
                <a:cubicBezTo>
                  <a:pt x="0" y="2917"/>
                  <a:pt x="766" y="3683"/>
                  <a:pt x="1719" y="3683"/>
                </a:cubicBezTo>
                <a:lnTo>
                  <a:pt x="1964" y="3683"/>
                </a:lnTo>
                <a:cubicBezTo>
                  <a:pt x="2917" y="3683"/>
                  <a:pt x="3683" y="2917"/>
                  <a:pt x="3683" y="1964"/>
                </a:cubicBezTo>
                <a:lnTo>
                  <a:pt x="3683" y="1719"/>
                </a:lnTo>
                <a:cubicBezTo>
                  <a:pt x="3683" y="766"/>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8" name="Google Shape;528;p 3"/>
          <p:cNvSpPr/>
          <p:nvPr/>
        </p:nvSpPr>
        <p:spPr>
          <a:xfrm>
            <a:off x="3491640" y="341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0"/>
                </a:moveTo>
                <a:cubicBezTo>
                  <a:pt x="767" y="0"/>
                  <a:pt x="1" y="768"/>
                  <a:pt x="1" y="1719"/>
                </a:cubicBezTo>
                <a:lnTo>
                  <a:pt x="1" y="1966"/>
                </a:lnTo>
                <a:cubicBezTo>
                  <a:pt x="1" y="2917"/>
                  <a:pt x="767" y="3685"/>
                  <a:pt x="1720" y="3685"/>
                </a:cubicBezTo>
                <a:lnTo>
                  <a:pt x="1964" y="3685"/>
                </a:lnTo>
                <a:cubicBezTo>
                  <a:pt x="2917" y="3685"/>
                  <a:pt x="3683" y="2917"/>
                  <a:pt x="3683" y="1966"/>
                </a:cubicBezTo>
                <a:lnTo>
                  <a:pt x="3683" y="1719"/>
                </a:lnTo>
                <a:cubicBezTo>
                  <a:pt x="3683" y="768"/>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9" name="Google Shape;529;p 3"/>
          <p:cNvSpPr/>
          <p:nvPr/>
        </p:nvSpPr>
        <p:spPr>
          <a:xfrm>
            <a:off x="3598920" y="341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0"/>
                </a:moveTo>
                <a:cubicBezTo>
                  <a:pt x="768" y="0"/>
                  <a:pt x="0" y="768"/>
                  <a:pt x="0" y="1719"/>
                </a:cubicBezTo>
                <a:lnTo>
                  <a:pt x="0" y="1966"/>
                </a:lnTo>
                <a:cubicBezTo>
                  <a:pt x="0" y="2917"/>
                  <a:pt x="768" y="3685"/>
                  <a:pt x="1721" y="3685"/>
                </a:cubicBezTo>
                <a:lnTo>
                  <a:pt x="1966" y="3685"/>
                </a:lnTo>
                <a:cubicBezTo>
                  <a:pt x="2918" y="3685"/>
                  <a:pt x="3685" y="2917"/>
                  <a:pt x="3685" y="1966"/>
                </a:cubicBezTo>
                <a:lnTo>
                  <a:pt x="3685" y="1719"/>
                </a:lnTo>
                <a:cubicBezTo>
                  <a:pt x="3685" y="768"/>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0" name="Google Shape;530;p 3"/>
          <p:cNvSpPr/>
          <p:nvPr/>
        </p:nvSpPr>
        <p:spPr>
          <a:xfrm>
            <a:off x="3706560" y="341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0"/>
                </a:moveTo>
                <a:cubicBezTo>
                  <a:pt x="766" y="0"/>
                  <a:pt x="0" y="768"/>
                  <a:pt x="0" y="1719"/>
                </a:cubicBezTo>
                <a:lnTo>
                  <a:pt x="0" y="1966"/>
                </a:lnTo>
                <a:cubicBezTo>
                  <a:pt x="0" y="2917"/>
                  <a:pt x="766" y="3685"/>
                  <a:pt x="1719" y="3685"/>
                </a:cubicBezTo>
                <a:lnTo>
                  <a:pt x="1964" y="3685"/>
                </a:lnTo>
                <a:cubicBezTo>
                  <a:pt x="2917" y="3685"/>
                  <a:pt x="3683" y="2917"/>
                  <a:pt x="3683" y="1966"/>
                </a:cubicBezTo>
                <a:lnTo>
                  <a:pt x="3683" y="1719"/>
                </a:lnTo>
                <a:cubicBezTo>
                  <a:pt x="3683" y="768"/>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1" name="Google Shape;531;p 3"/>
          <p:cNvSpPr/>
          <p:nvPr/>
        </p:nvSpPr>
        <p:spPr>
          <a:xfrm>
            <a:off x="3491640" y="3520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2" name="Google Shape;532;p 3"/>
          <p:cNvSpPr/>
          <p:nvPr/>
        </p:nvSpPr>
        <p:spPr>
          <a:xfrm>
            <a:off x="3598920" y="3520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3" name="Google Shape;533;p 3"/>
          <p:cNvSpPr/>
          <p:nvPr/>
        </p:nvSpPr>
        <p:spPr>
          <a:xfrm>
            <a:off x="3706560" y="3520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4" name="Google Shape;534;p 3"/>
          <p:cNvSpPr/>
          <p:nvPr/>
        </p:nvSpPr>
        <p:spPr>
          <a:xfrm>
            <a:off x="3491640" y="362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8"/>
                  <a:pt x="1" y="1720"/>
                </a:cubicBezTo>
                <a:lnTo>
                  <a:pt x="1" y="1966"/>
                </a:lnTo>
                <a:cubicBezTo>
                  <a:pt x="1" y="2919"/>
                  <a:pt x="767" y="3685"/>
                  <a:pt x="1720" y="3685"/>
                </a:cubicBezTo>
                <a:lnTo>
                  <a:pt x="1964" y="3685"/>
                </a:lnTo>
                <a:cubicBezTo>
                  <a:pt x="2917" y="3685"/>
                  <a:pt x="3683" y="2919"/>
                  <a:pt x="3683" y="1966"/>
                </a:cubicBezTo>
                <a:lnTo>
                  <a:pt x="3683" y="1720"/>
                </a:lnTo>
                <a:cubicBezTo>
                  <a:pt x="3683" y="768"/>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5" name="Google Shape;535;p 3"/>
          <p:cNvSpPr/>
          <p:nvPr/>
        </p:nvSpPr>
        <p:spPr>
          <a:xfrm>
            <a:off x="3598920" y="362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8"/>
                  <a:pt x="0" y="1720"/>
                </a:cubicBezTo>
                <a:lnTo>
                  <a:pt x="0" y="1966"/>
                </a:lnTo>
                <a:cubicBezTo>
                  <a:pt x="0" y="2919"/>
                  <a:pt x="768" y="3685"/>
                  <a:pt x="1721" y="3685"/>
                </a:cubicBezTo>
                <a:lnTo>
                  <a:pt x="1966" y="3685"/>
                </a:lnTo>
                <a:cubicBezTo>
                  <a:pt x="2918" y="3685"/>
                  <a:pt x="3685" y="2919"/>
                  <a:pt x="3685" y="1966"/>
                </a:cubicBezTo>
                <a:lnTo>
                  <a:pt x="3685" y="1720"/>
                </a:lnTo>
                <a:cubicBezTo>
                  <a:pt x="3685" y="768"/>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6" name="Google Shape;536;p 3"/>
          <p:cNvSpPr/>
          <p:nvPr/>
        </p:nvSpPr>
        <p:spPr>
          <a:xfrm>
            <a:off x="3706560" y="362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8"/>
                  <a:pt x="0" y="1720"/>
                </a:cubicBezTo>
                <a:lnTo>
                  <a:pt x="0" y="1966"/>
                </a:lnTo>
                <a:cubicBezTo>
                  <a:pt x="0" y="2919"/>
                  <a:pt x="766" y="3685"/>
                  <a:pt x="1719" y="3685"/>
                </a:cubicBezTo>
                <a:lnTo>
                  <a:pt x="1964" y="3685"/>
                </a:lnTo>
                <a:cubicBezTo>
                  <a:pt x="2917" y="3685"/>
                  <a:pt x="3683" y="2919"/>
                  <a:pt x="3683" y="1966"/>
                </a:cubicBezTo>
                <a:lnTo>
                  <a:pt x="3683" y="1720"/>
                </a:lnTo>
                <a:cubicBezTo>
                  <a:pt x="3683" y="768"/>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7" name="Google Shape;537;p 3"/>
          <p:cNvSpPr/>
          <p:nvPr/>
        </p:nvSpPr>
        <p:spPr>
          <a:xfrm>
            <a:off x="3491640" y="3727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8" name="Google Shape;538;p 3"/>
          <p:cNvSpPr/>
          <p:nvPr/>
        </p:nvSpPr>
        <p:spPr>
          <a:xfrm>
            <a:off x="3598920" y="3727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9" name="Google Shape;539;p 3"/>
          <p:cNvSpPr/>
          <p:nvPr/>
        </p:nvSpPr>
        <p:spPr>
          <a:xfrm>
            <a:off x="3706560" y="3727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0" name="Google Shape;540;p 3"/>
          <p:cNvSpPr/>
          <p:nvPr/>
        </p:nvSpPr>
        <p:spPr>
          <a:xfrm>
            <a:off x="3491640" y="38314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8"/>
                  <a:pt x="1" y="1721"/>
                </a:cubicBezTo>
                <a:lnTo>
                  <a:pt x="1" y="1966"/>
                </a:lnTo>
                <a:cubicBezTo>
                  <a:pt x="1" y="2919"/>
                  <a:pt x="767" y="3685"/>
                  <a:pt x="1720" y="3685"/>
                </a:cubicBezTo>
                <a:lnTo>
                  <a:pt x="1964" y="3685"/>
                </a:lnTo>
                <a:cubicBezTo>
                  <a:pt x="2917" y="3685"/>
                  <a:pt x="3683" y="2919"/>
                  <a:pt x="3683" y="1966"/>
                </a:cubicBezTo>
                <a:lnTo>
                  <a:pt x="3683" y="1721"/>
                </a:lnTo>
                <a:cubicBezTo>
                  <a:pt x="3683" y="768"/>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1" name="Google Shape;541;p 3"/>
          <p:cNvSpPr/>
          <p:nvPr/>
        </p:nvSpPr>
        <p:spPr>
          <a:xfrm>
            <a:off x="3598920" y="38314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8"/>
                  <a:pt x="0" y="1721"/>
                </a:cubicBezTo>
                <a:lnTo>
                  <a:pt x="0" y="1966"/>
                </a:lnTo>
                <a:cubicBezTo>
                  <a:pt x="0" y="2919"/>
                  <a:pt x="768" y="3685"/>
                  <a:pt x="1721" y="3685"/>
                </a:cubicBezTo>
                <a:lnTo>
                  <a:pt x="1966" y="3685"/>
                </a:lnTo>
                <a:cubicBezTo>
                  <a:pt x="2918" y="3685"/>
                  <a:pt x="3685" y="2919"/>
                  <a:pt x="3685" y="1966"/>
                </a:cubicBezTo>
                <a:lnTo>
                  <a:pt x="3685" y="1721"/>
                </a:lnTo>
                <a:cubicBezTo>
                  <a:pt x="3685" y="768"/>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2" name="Google Shape;542;p 3"/>
          <p:cNvSpPr/>
          <p:nvPr/>
        </p:nvSpPr>
        <p:spPr>
          <a:xfrm>
            <a:off x="3706560" y="38314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8"/>
                  <a:pt x="0" y="1721"/>
                </a:cubicBezTo>
                <a:lnTo>
                  <a:pt x="0" y="1966"/>
                </a:lnTo>
                <a:cubicBezTo>
                  <a:pt x="0" y="2919"/>
                  <a:pt x="766" y="3685"/>
                  <a:pt x="1719" y="3685"/>
                </a:cubicBezTo>
                <a:lnTo>
                  <a:pt x="1964" y="3685"/>
                </a:lnTo>
                <a:cubicBezTo>
                  <a:pt x="2917" y="3685"/>
                  <a:pt x="3683" y="2919"/>
                  <a:pt x="3683" y="1966"/>
                </a:cubicBezTo>
                <a:lnTo>
                  <a:pt x="3683" y="1721"/>
                </a:lnTo>
                <a:cubicBezTo>
                  <a:pt x="3683" y="768"/>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3" name="Google Shape;543;p 3"/>
          <p:cNvSpPr/>
          <p:nvPr/>
        </p:nvSpPr>
        <p:spPr>
          <a:xfrm>
            <a:off x="3491640" y="393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0"/>
                </a:moveTo>
                <a:cubicBezTo>
                  <a:pt x="767" y="0"/>
                  <a:pt x="1" y="767"/>
                  <a:pt x="1" y="1719"/>
                </a:cubicBezTo>
                <a:lnTo>
                  <a:pt x="1" y="1964"/>
                </a:lnTo>
                <a:cubicBezTo>
                  <a:pt x="1" y="2917"/>
                  <a:pt x="767" y="3685"/>
                  <a:pt x="1720" y="3685"/>
                </a:cubicBezTo>
                <a:lnTo>
                  <a:pt x="1964" y="3685"/>
                </a:lnTo>
                <a:cubicBezTo>
                  <a:pt x="2917" y="3685"/>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4" name="Google Shape;544;p 3"/>
          <p:cNvSpPr/>
          <p:nvPr/>
        </p:nvSpPr>
        <p:spPr>
          <a:xfrm>
            <a:off x="3598920" y="393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0"/>
                </a:moveTo>
                <a:cubicBezTo>
                  <a:pt x="768" y="0"/>
                  <a:pt x="0" y="767"/>
                  <a:pt x="0" y="1719"/>
                </a:cubicBezTo>
                <a:lnTo>
                  <a:pt x="0" y="1964"/>
                </a:lnTo>
                <a:cubicBezTo>
                  <a:pt x="0" y="2917"/>
                  <a:pt x="768" y="3685"/>
                  <a:pt x="1721" y="3685"/>
                </a:cubicBezTo>
                <a:lnTo>
                  <a:pt x="1966" y="3685"/>
                </a:lnTo>
                <a:cubicBezTo>
                  <a:pt x="2918" y="3685"/>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5" name="Google Shape;545;p 3"/>
          <p:cNvSpPr/>
          <p:nvPr/>
        </p:nvSpPr>
        <p:spPr>
          <a:xfrm>
            <a:off x="3706560" y="393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0"/>
                </a:moveTo>
                <a:cubicBezTo>
                  <a:pt x="766" y="0"/>
                  <a:pt x="0" y="767"/>
                  <a:pt x="0" y="1719"/>
                </a:cubicBezTo>
                <a:lnTo>
                  <a:pt x="0" y="1964"/>
                </a:lnTo>
                <a:cubicBezTo>
                  <a:pt x="0" y="2917"/>
                  <a:pt x="766" y="3685"/>
                  <a:pt x="1719" y="3685"/>
                </a:cubicBezTo>
                <a:lnTo>
                  <a:pt x="1964" y="3685"/>
                </a:lnTo>
                <a:cubicBezTo>
                  <a:pt x="2917" y="3685"/>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6" name="Google Shape;546;p 3"/>
          <p:cNvSpPr/>
          <p:nvPr/>
        </p:nvSpPr>
        <p:spPr>
          <a:xfrm>
            <a:off x="3491640" y="403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7" name="Google Shape;547;p 3"/>
          <p:cNvSpPr/>
          <p:nvPr/>
        </p:nvSpPr>
        <p:spPr>
          <a:xfrm>
            <a:off x="3598920" y="403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8" name="Google Shape;548;p 3"/>
          <p:cNvSpPr/>
          <p:nvPr/>
        </p:nvSpPr>
        <p:spPr>
          <a:xfrm>
            <a:off x="3706560" y="403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9" name="Google Shape;549;p 3"/>
          <p:cNvSpPr/>
          <p:nvPr/>
        </p:nvSpPr>
        <p:spPr>
          <a:xfrm>
            <a:off x="3491640" y="4142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7"/>
                  <a:pt x="1" y="1720"/>
                </a:cubicBezTo>
                <a:lnTo>
                  <a:pt x="1" y="1966"/>
                </a:lnTo>
                <a:cubicBezTo>
                  <a:pt x="1" y="2917"/>
                  <a:pt x="767" y="3685"/>
                  <a:pt x="1720" y="3685"/>
                </a:cubicBezTo>
                <a:lnTo>
                  <a:pt x="1964" y="3685"/>
                </a:lnTo>
                <a:cubicBezTo>
                  <a:pt x="2917" y="3685"/>
                  <a:pt x="3683" y="2917"/>
                  <a:pt x="3683" y="1966"/>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0" name="Google Shape;550;p 3"/>
          <p:cNvSpPr/>
          <p:nvPr/>
        </p:nvSpPr>
        <p:spPr>
          <a:xfrm>
            <a:off x="3598920" y="4142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7"/>
                  <a:pt x="0" y="1720"/>
                </a:cubicBezTo>
                <a:lnTo>
                  <a:pt x="0" y="1966"/>
                </a:lnTo>
                <a:cubicBezTo>
                  <a:pt x="0" y="2917"/>
                  <a:pt x="768" y="3685"/>
                  <a:pt x="1721" y="3685"/>
                </a:cubicBezTo>
                <a:lnTo>
                  <a:pt x="1966" y="3685"/>
                </a:lnTo>
                <a:cubicBezTo>
                  <a:pt x="2918" y="3685"/>
                  <a:pt x="3685" y="2917"/>
                  <a:pt x="3685" y="1966"/>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1" name="Google Shape;551;p 3"/>
          <p:cNvSpPr/>
          <p:nvPr/>
        </p:nvSpPr>
        <p:spPr>
          <a:xfrm>
            <a:off x="3706560" y="4142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7"/>
                  <a:pt x="0" y="1720"/>
                </a:cubicBezTo>
                <a:lnTo>
                  <a:pt x="0" y="1966"/>
                </a:lnTo>
                <a:cubicBezTo>
                  <a:pt x="0" y="2917"/>
                  <a:pt x="766" y="3685"/>
                  <a:pt x="1719" y="3685"/>
                </a:cubicBezTo>
                <a:lnTo>
                  <a:pt x="1964" y="3685"/>
                </a:lnTo>
                <a:cubicBezTo>
                  <a:pt x="2917" y="3685"/>
                  <a:pt x="3683" y="2917"/>
                  <a:pt x="3683" y="1966"/>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2" name="Google Shape;552;p 3"/>
          <p:cNvSpPr/>
          <p:nvPr/>
        </p:nvSpPr>
        <p:spPr>
          <a:xfrm>
            <a:off x="3491640" y="424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3" name="Google Shape;553;p 3"/>
          <p:cNvSpPr/>
          <p:nvPr/>
        </p:nvSpPr>
        <p:spPr>
          <a:xfrm>
            <a:off x="3598920" y="424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4" name="Google Shape;554;p 3"/>
          <p:cNvSpPr/>
          <p:nvPr/>
        </p:nvSpPr>
        <p:spPr>
          <a:xfrm>
            <a:off x="3706560" y="424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5" name="Google Shape;555;p 3"/>
          <p:cNvSpPr/>
          <p:nvPr/>
        </p:nvSpPr>
        <p:spPr>
          <a:xfrm>
            <a:off x="3491640" y="4349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9"/>
                  <a:pt x="1" y="1720"/>
                </a:cubicBezTo>
                <a:lnTo>
                  <a:pt x="1" y="1966"/>
                </a:lnTo>
                <a:cubicBezTo>
                  <a:pt x="1" y="2917"/>
                  <a:pt x="767" y="3685"/>
                  <a:pt x="1720" y="3685"/>
                </a:cubicBezTo>
                <a:lnTo>
                  <a:pt x="1964" y="3685"/>
                </a:lnTo>
                <a:cubicBezTo>
                  <a:pt x="2917" y="3685"/>
                  <a:pt x="3683" y="2917"/>
                  <a:pt x="3683" y="1966"/>
                </a:cubicBezTo>
                <a:lnTo>
                  <a:pt x="3683" y="1720"/>
                </a:lnTo>
                <a:cubicBezTo>
                  <a:pt x="3683" y="769"/>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6" name="Google Shape;556;p 3"/>
          <p:cNvSpPr/>
          <p:nvPr/>
        </p:nvSpPr>
        <p:spPr>
          <a:xfrm>
            <a:off x="3598920" y="4349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9"/>
                  <a:pt x="0" y="1720"/>
                </a:cubicBezTo>
                <a:lnTo>
                  <a:pt x="0" y="1966"/>
                </a:lnTo>
                <a:cubicBezTo>
                  <a:pt x="0" y="2917"/>
                  <a:pt x="768" y="3685"/>
                  <a:pt x="1721" y="3685"/>
                </a:cubicBezTo>
                <a:lnTo>
                  <a:pt x="1966" y="3685"/>
                </a:lnTo>
                <a:cubicBezTo>
                  <a:pt x="2918" y="3685"/>
                  <a:pt x="3685" y="2917"/>
                  <a:pt x="3685" y="1966"/>
                </a:cubicBezTo>
                <a:lnTo>
                  <a:pt x="3685" y="1720"/>
                </a:lnTo>
                <a:cubicBezTo>
                  <a:pt x="3685" y="769"/>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7" name="Google Shape;557;p 3"/>
          <p:cNvSpPr/>
          <p:nvPr/>
        </p:nvSpPr>
        <p:spPr>
          <a:xfrm>
            <a:off x="3706560" y="4349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9"/>
                  <a:pt x="0" y="1720"/>
                </a:cubicBezTo>
                <a:lnTo>
                  <a:pt x="0" y="1966"/>
                </a:lnTo>
                <a:cubicBezTo>
                  <a:pt x="0" y="2917"/>
                  <a:pt x="766" y="3685"/>
                  <a:pt x="1719" y="3685"/>
                </a:cubicBezTo>
                <a:lnTo>
                  <a:pt x="1964" y="3685"/>
                </a:lnTo>
                <a:cubicBezTo>
                  <a:pt x="2917" y="3685"/>
                  <a:pt x="3683" y="2917"/>
                  <a:pt x="3683" y="1966"/>
                </a:cubicBezTo>
                <a:lnTo>
                  <a:pt x="3683" y="1720"/>
                </a:lnTo>
                <a:cubicBezTo>
                  <a:pt x="3683" y="769"/>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8" name="Google Shape;558;p 3"/>
          <p:cNvSpPr/>
          <p:nvPr/>
        </p:nvSpPr>
        <p:spPr>
          <a:xfrm>
            <a:off x="3491640" y="4453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9" name="Google Shape;559;p 3"/>
          <p:cNvSpPr/>
          <p:nvPr/>
        </p:nvSpPr>
        <p:spPr>
          <a:xfrm>
            <a:off x="3598920" y="4453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0" name="Google Shape;560;p 3"/>
          <p:cNvSpPr/>
          <p:nvPr/>
        </p:nvSpPr>
        <p:spPr>
          <a:xfrm>
            <a:off x="3706560" y="4453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1" name="Google Shape;561;p 3"/>
          <p:cNvSpPr/>
          <p:nvPr/>
        </p:nvSpPr>
        <p:spPr>
          <a:xfrm>
            <a:off x="3491640" y="45572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9"/>
                  <a:pt x="1" y="1721"/>
                </a:cubicBezTo>
                <a:lnTo>
                  <a:pt x="1" y="1966"/>
                </a:lnTo>
                <a:cubicBezTo>
                  <a:pt x="1" y="2919"/>
                  <a:pt x="767" y="3685"/>
                  <a:pt x="1720" y="3685"/>
                </a:cubicBezTo>
                <a:lnTo>
                  <a:pt x="1964" y="3685"/>
                </a:lnTo>
                <a:cubicBezTo>
                  <a:pt x="2917" y="3685"/>
                  <a:pt x="3683" y="2919"/>
                  <a:pt x="3683" y="1966"/>
                </a:cubicBezTo>
                <a:lnTo>
                  <a:pt x="3683" y="1721"/>
                </a:lnTo>
                <a:cubicBezTo>
                  <a:pt x="3683" y="769"/>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2" name="Google Shape;562;p 3"/>
          <p:cNvSpPr/>
          <p:nvPr/>
        </p:nvSpPr>
        <p:spPr>
          <a:xfrm>
            <a:off x="3598920" y="45572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9"/>
                  <a:pt x="0" y="1721"/>
                </a:cubicBezTo>
                <a:lnTo>
                  <a:pt x="0" y="1966"/>
                </a:lnTo>
                <a:cubicBezTo>
                  <a:pt x="0" y="2919"/>
                  <a:pt x="768" y="3685"/>
                  <a:pt x="1721" y="3685"/>
                </a:cubicBezTo>
                <a:lnTo>
                  <a:pt x="1966" y="3685"/>
                </a:lnTo>
                <a:cubicBezTo>
                  <a:pt x="2918" y="3685"/>
                  <a:pt x="3685" y="2919"/>
                  <a:pt x="3685" y="1966"/>
                </a:cubicBezTo>
                <a:lnTo>
                  <a:pt x="3685" y="1721"/>
                </a:lnTo>
                <a:cubicBezTo>
                  <a:pt x="3685" y="769"/>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3" name="Google Shape;563;p 3"/>
          <p:cNvSpPr/>
          <p:nvPr/>
        </p:nvSpPr>
        <p:spPr>
          <a:xfrm>
            <a:off x="3706560" y="45572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9"/>
                  <a:pt x="0" y="1721"/>
                </a:cubicBezTo>
                <a:lnTo>
                  <a:pt x="0" y="1966"/>
                </a:lnTo>
                <a:cubicBezTo>
                  <a:pt x="0" y="2919"/>
                  <a:pt x="766" y="3685"/>
                  <a:pt x="1719" y="3685"/>
                </a:cubicBezTo>
                <a:lnTo>
                  <a:pt x="1964" y="3685"/>
                </a:lnTo>
                <a:cubicBezTo>
                  <a:pt x="2917" y="3685"/>
                  <a:pt x="3683" y="2919"/>
                  <a:pt x="3683" y="1966"/>
                </a:cubicBezTo>
                <a:lnTo>
                  <a:pt x="3683" y="1721"/>
                </a:lnTo>
                <a:cubicBezTo>
                  <a:pt x="3683" y="769"/>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4" name="Google Shape;564;p 3"/>
          <p:cNvSpPr/>
          <p:nvPr/>
        </p:nvSpPr>
        <p:spPr>
          <a:xfrm>
            <a:off x="3491640" y="4661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5" name="Google Shape;565;p 3"/>
          <p:cNvSpPr/>
          <p:nvPr/>
        </p:nvSpPr>
        <p:spPr>
          <a:xfrm>
            <a:off x="3598920" y="4661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6" name="Google Shape;566;p 3"/>
          <p:cNvSpPr/>
          <p:nvPr/>
        </p:nvSpPr>
        <p:spPr>
          <a:xfrm>
            <a:off x="3706560" y="4661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7" name="Google Shape;567;p 3"/>
          <p:cNvSpPr/>
          <p:nvPr/>
        </p:nvSpPr>
        <p:spPr>
          <a:xfrm>
            <a:off x="3491640" y="476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8" name="Google Shape;568;p 3"/>
          <p:cNvSpPr/>
          <p:nvPr/>
        </p:nvSpPr>
        <p:spPr>
          <a:xfrm>
            <a:off x="3598920" y="476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9" name="Google Shape;569;p 3"/>
          <p:cNvSpPr/>
          <p:nvPr/>
        </p:nvSpPr>
        <p:spPr>
          <a:xfrm>
            <a:off x="3706560" y="476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0" name="Google Shape;570;p 3"/>
          <p:cNvSpPr/>
          <p:nvPr/>
        </p:nvSpPr>
        <p:spPr>
          <a:xfrm>
            <a:off x="3491640" y="48686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1" name="Google Shape;571;p 3"/>
          <p:cNvSpPr/>
          <p:nvPr/>
        </p:nvSpPr>
        <p:spPr>
          <a:xfrm>
            <a:off x="3598920" y="48686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2" name="Google Shape;572;p 3"/>
          <p:cNvSpPr/>
          <p:nvPr/>
        </p:nvSpPr>
        <p:spPr>
          <a:xfrm>
            <a:off x="3706560" y="48686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3" name="Google Shape;573;p 3"/>
          <p:cNvSpPr/>
          <p:nvPr/>
        </p:nvSpPr>
        <p:spPr>
          <a:xfrm>
            <a:off x="3491640" y="4972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4" name="Google Shape;574;p 3"/>
          <p:cNvSpPr/>
          <p:nvPr/>
        </p:nvSpPr>
        <p:spPr>
          <a:xfrm>
            <a:off x="3598920" y="4972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5" name="Google Shape;575;p 3"/>
          <p:cNvSpPr/>
          <p:nvPr/>
        </p:nvSpPr>
        <p:spPr>
          <a:xfrm>
            <a:off x="3706560" y="4972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6" name="Google Shape;576;p 3"/>
          <p:cNvSpPr/>
          <p:nvPr/>
        </p:nvSpPr>
        <p:spPr>
          <a:xfrm>
            <a:off x="3488040" y="315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517" y="0"/>
                </a:moveTo>
                <a:cubicBezTo>
                  <a:pt x="677" y="0"/>
                  <a:pt x="1" y="677"/>
                  <a:pt x="1" y="1517"/>
                </a:cubicBezTo>
                <a:lnTo>
                  <a:pt x="1" y="2167"/>
                </a:lnTo>
                <a:cubicBezTo>
                  <a:pt x="1" y="3008"/>
                  <a:pt x="677" y="3685"/>
                  <a:pt x="1517" y="3685"/>
                </a:cubicBezTo>
                <a:lnTo>
                  <a:pt x="2167" y="3685"/>
                </a:lnTo>
                <a:cubicBezTo>
                  <a:pt x="3007" y="3685"/>
                  <a:pt x="3684" y="3008"/>
                  <a:pt x="3684" y="2167"/>
                </a:cubicBezTo>
                <a:lnTo>
                  <a:pt x="3684" y="1517"/>
                </a:lnTo>
                <a:cubicBezTo>
                  <a:pt x="3684" y="677"/>
                  <a:pt x="3007" y="0"/>
                  <a:pt x="2167"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7" name="Google Shape;577;p 3"/>
          <p:cNvSpPr/>
          <p:nvPr/>
        </p:nvSpPr>
        <p:spPr>
          <a:xfrm>
            <a:off x="3595320" y="315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517" y="0"/>
                </a:moveTo>
                <a:cubicBezTo>
                  <a:pt x="676" y="0"/>
                  <a:pt x="0" y="677"/>
                  <a:pt x="0" y="1517"/>
                </a:cubicBezTo>
                <a:lnTo>
                  <a:pt x="0" y="2167"/>
                </a:lnTo>
                <a:cubicBezTo>
                  <a:pt x="0" y="3008"/>
                  <a:pt x="676" y="3685"/>
                  <a:pt x="1517" y="3685"/>
                </a:cubicBezTo>
                <a:lnTo>
                  <a:pt x="2166" y="3685"/>
                </a:lnTo>
                <a:cubicBezTo>
                  <a:pt x="3007" y="3685"/>
                  <a:pt x="3683" y="3008"/>
                  <a:pt x="3683" y="2167"/>
                </a:cubicBezTo>
                <a:lnTo>
                  <a:pt x="3683" y="1517"/>
                </a:lnTo>
                <a:cubicBezTo>
                  <a:pt x="3683" y="677"/>
                  <a:pt x="3007" y="0"/>
                  <a:pt x="21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8" name="Google Shape;578;p 3"/>
          <p:cNvSpPr/>
          <p:nvPr/>
        </p:nvSpPr>
        <p:spPr>
          <a:xfrm>
            <a:off x="3702600" y="315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5">
                <a:moveTo>
                  <a:pt x="1519" y="0"/>
                </a:moveTo>
                <a:cubicBezTo>
                  <a:pt x="679" y="0"/>
                  <a:pt x="0" y="677"/>
                  <a:pt x="0" y="1517"/>
                </a:cubicBezTo>
                <a:lnTo>
                  <a:pt x="0" y="2167"/>
                </a:lnTo>
                <a:cubicBezTo>
                  <a:pt x="0" y="3008"/>
                  <a:pt x="679" y="3685"/>
                  <a:pt x="1519" y="3685"/>
                </a:cubicBezTo>
                <a:lnTo>
                  <a:pt x="2167" y="3685"/>
                </a:lnTo>
                <a:cubicBezTo>
                  <a:pt x="3009" y="3685"/>
                  <a:pt x="3685" y="3008"/>
                  <a:pt x="3685" y="2167"/>
                </a:cubicBezTo>
                <a:lnTo>
                  <a:pt x="3685" y="1517"/>
                </a:lnTo>
                <a:cubicBezTo>
                  <a:pt x="3685" y="677"/>
                  <a:pt x="3009" y="0"/>
                  <a:pt x="2167"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9" name="Google Shape;579;p 3"/>
          <p:cNvSpPr/>
          <p:nvPr/>
        </p:nvSpPr>
        <p:spPr>
          <a:xfrm>
            <a:off x="3928320" y="5160240"/>
            <a:ext cx="549000" cy="24480"/>
          </a:xfrm>
          <a:custGeom>
            <a:avLst/>
            <a:gdLst>
              <a:gd name="textAreaLeft" fmla="*/ 0 w 549000"/>
              <a:gd name="textAreaRight" fmla="*/ 549360 w 549000"/>
              <a:gd name="textAreaTop" fmla="*/ 0 h 24480"/>
              <a:gd name="textAreaBottom" fmla="*/ 24840 h 24480"/>
            </a:gdLst>
            <a:ahLst/>
            <a:cxnLst/>
            <a:rect l="textAreaLeft" t="textAreaTop" r="textAreaRight" b="textAreaBottom"/>
            <a:pathLst>
              <a:path w="33849" h="1519">
                <a:moveTo>
                  <a:pt x="0" y="0"/>
                </a:moveTo>
                <a:lnTo>
                  <a:pt x="0" y="1518"/>
                </a:lnTo>
                <a:lnTo>
                  <a:pt x="33848" y="1518"/>
                </a:lnTo>
                <a:lnTo>
                  <a:pt x="33848" y="0"/>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12240" bIns="12240" anchor="ctr">
            <a:noAutofit/>
          </a:bodyPr>
          <a:lstStyle/>
          <a:p>
            <a:endParaRPr lang="en-US" sz="1400" b="0" u="none" strike="noStrike">
              <a:solidFill>
                <a:srgbClr val="FFFFFF"/>
              </a:solidFill>
              <a:effectLst/>
              <a:uFillTx/>
              <a:latin typeface="Arial"/>
            </a:endParaRPr>
          </a:p>
        </p:txBody>
      </p:sp>
      <p:sp>
        <p:nvSpPr>
          <p:cNvPr id="920" name="Google Shape;580;p 3"/>
          <p:cNvSpPr/>
          <p:nvPr/>
        </p:nvSpPr>
        <p:spPr>
          <a:xfrm>
            <a:off x="2940120" y="5127480"/>
            <a:ext cx="549360" cy="24480"/>
          </a:xfrm>
          <a:custGeom>
            <a:avLst/>
            <a:gdLst>
              <a:gd name="textAreaLeft" fmla="*/ 0 w 549360"/>
              <a:gd name="textAreaRight" fmla="*/ 549720 w 549360"/>
              <a:gd name="textAreaTop" fmla="*/ 0 h 24480"/>
              <a:gd name="textAreaBottom" fmla="*/ 24840 h 24480"/>
            </a:gdLst>
            <a:ahLst/>
            <a:cxnLst/>
            <a:rect l="textAreaLeft" t="textAreaTop" r="textAreaRight" b="textAreaBottom"/>
            <a:pathLst>
              <a:path w="33850" h="1519">
                <a:moveTo>
                  <a:pt x="1" y="1"/>
                </a:moveTo>
                <a:lnTo>
                  <a:pt x="1" y="1519"/>
                </a:lnTo>
                <a:lnTo>
                  <a:pt x="33849" y="1519"/>
                </a:lnTo>
                <a:lnTo>
                  <a:pt x="33849" y="1"/>
                </a:lnTo>
                <a:close/>
              </a:path>
            </a:pathLst>
          </a:custGeom>
          <a:solidFill>
            <a:srgbClr val="FFCB64"/>
          </a:solidFill>
          <a:ln w="0">
            <a:noFill/>
          </a:ln>
        </p:spPr>
        <p:style>
          <a:lnRef idx="0">
            <a:scrgbClr r="0" g="0" b="0"/>
          </a:lnRef>
          <a:fillRef idx="0">
            <a:scrgbClr r="0" g="0" b="0"/>
          </a:fillRef>
          <a:effectRef idx="0">
            <a:scrgbClr r="0" g="0" b="0"/>
          </a:effectRef>
          <a:fontRef idx="minor"/>
        </p:style>
        <p:txBody>
          <a:bodyPr tIns="12240" bIns="12240" anchor="ctr">
            <a:noAutofit/>
          </a:bodyPr>
          <a:lstStyle/>
          <a:p>
            <a:endParaRPr lang="en-US" sz="1400" b="0" u="none" strike="noStrike">
              <a:solidFill>
                <a:srgbClr val="000000"/>
              </a:solidFill>
              <a:effectLst/>
              <a:uFillTx/>
              <a:latin typeface="Arial"/>
            </a:endParaRPr>
          </a:p>
        </p:txBody>
      </p:sp>
      <p:sp>
        <p:nvSpPr>
          <p:cNvPr id="921" name="Google Shape;581;p 3"/>
          <p:cNvSpPr/>
          <p:nvPr/>
        </p:nvSpPr>
        <p:spPr>
          <a:xfrm>
            <a:off x="4416120" y="4568400"/>
            <a:ext cx="529920" cy="615960"/>
          </a:xfrm>
          <a:custGeom>
            <a:avLst/>
            <a:gdLst>
              <a:gd name="textAreaLeft" fmla="*/ 0 w 529920"/>
              <a:gd name="textAreaRight" fmla="*/ 530280 w 529920"/>
              <a:gd name="textAreaTop" fmla="*/ 0 h 615960"/>
              <a:gd name="textAreaBottom" fmla="*/ 616320 h 615960"/>
            </a:gdLst>
            <a:ahLst/>
            <a:cxnLst/>
            <a:rect l="textAreaLeft" t="textAreaTop" r="textAreaRight" b="textAreaBottom"/>
            <a:pathLst>
              <a:path w="32665" h="37969">
                <a:moveTo>
                  <a:pt x="16333" y="1"/>
                </a:moveTo>
                <a:lnTo>
                  <a:pt x="0" y="11718"/>
                </a:lnTo>
                <a:lnTo>
                  <a:pt x="0" y="37968"/>
                </a:lnTo>
                <a:lnTo>
                  <a:pt x="32665" y="37968"/>
                </a:lnTo>
                <a:lnTo>
                  <a:pt x="32665" y="11718"/>
                </a:lnTo>
                <a:lnTo>
                  <a:pt x="16333"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22" name="Google Shape;582;p 3"/>
          <p:cNvSpPr/>
          <p:nvPr/>
        </p:nvSpPr>
        <p:spPr>
          <a:xfrm>
            <a:off x="4416120" y="5152680"/>
            <a:ext cx="529920" cy="31680"/>
          </a:xfrm>
          <a:custGeom>
            <a:avLst/>
            <a:gdLst>
              <a:gd name="textAreaLeft" fmla="*/ 0 w 529920"/>
              <a:gd name="textAreaRight" fmla="*/ 530280 w 529920"/>
              <a:gd name="textAreaTop" fmla="*/ 0 h 31680"/>
              <a:gd name="textAreaBottom" fmla="*/ 32040 h 31680"/>
            </a:gdLst>
            <a:ahLst/>
            <a:cxnLst/>
            <a:rect l="textAreaLeft" t="textAreaTop" r="textAreaRight" b="textAreaBottom"/>
            <a:pathLst>
              <a:path w="32665" h="1977">
                <a:moveTo>
                  <a:pt x="0" y="0"/>
                </a:moveTo>
                <a:lnTo>
                  <a:pt x="0" y="1976"/>
                </a:lnTo>
                <a:lnTo>
                  <a:pt x="32665" y="1976"/>
                </a:lnTo>
                <a:lnTo>
                  <a:pt x="32665" y="0"/>
                </a:lnTo>
                <a:close/>
              </a:path>
            </a:pathLst>
          </a:custGeom>
          <a:solidFill>
            <a:srgbClr val="E2A334"/>
          </a:solidFill>
          <a:ln w="0">
            <a:noFill/>
          </a:ln>
        </p:spPr>
        <p:style>
          <a:lnRef idx="0">
            <a:scrgbClr r="0" g="0" b="0"/>
          </a:lnRef>
          <a:fillRef idx="0">
            <a:scrgbClr r="0" g="0" b="0"/>
          </a:fillRef>
          <a:effectRef idx="0">
            <a:scrgbClr r="0" g="0" b="0"/>
          </a:effectRef>
          <a:fontRef idx="minor"/>
        </p:style>
        <p:txBody>
          <a:bodyPr tIns="15840" bIns="15840" anchor="ctr">
            <a:noAutofit/>
          </a:bodyPr>
          <a:lstStyle/>
          <a:p>
            <a:endParaRPr lang="en-US" sz="1400" b="0" u="none" strike="noStrike">
              <a:solidFill>
                <a:srgbClr val="000000"/>
              </a:solidFill>
              <a:effectLst/>
              <a:uFillTx/>
              <a:latin typeface="Arial"/>
            </a:endParaRPr>
          </a:p>
        </p:txBody>
      </p:sp>
      <p:sp>
        <p:nvSpPr>
          <p:cNvPr id="923" name="Google Shape;583;p 3"/>
          <p:cNvSpPr/>
          <p:nvPr/>
        </p:nvSpPr>
        <p:spPr>
          <a:xfrm>
            <a:off x="4603680" y="4920120"/>
            <a:ext cx="155160" cy="264240"/>
          </a:xfrm>
          <a:custGeom>
            <a:avLst/>
            <a:gdLst>
              <a:gd name="textAreaLeft" fmla="*/ 0 w 155160"/>
              <a:gd name="textAreaRight" fmla="*/ 155520 w 155160"/>
              <a:gd name="textAreaTop" fmla="*/ 0 h 264240"/>
              <a:gd name="textAreaBottom" fmla="*/ 264600 h 264240"/>
            </a:gdLst>
            <a:ahLst/>
            <a:cxnLst/>
            <a:rect l="textAreaLeft" t="textAreaTop" r="textAreaRight" b="textAreaBottom"/>
            <a:pathLst>
              <a:path w="9572" h="16307">
                <a:moveTo>
                  <a:pt x="3082" y="0"/>
                </a:moveTo>
                <a:cubicBezTo>
                  <a:pt x="1381" y="0"/>
                  <a:pt x="0" y="1381"/>
                  <a:pt x="0" y="3083"/>
                </a:cubicBezTo>
                <a:lnTo>
                  <a:pt x="0" y="16306"/>
                </a:lnTo>
                <a:lnTo>
                  <a:pt x="9571" y="16306"/>
                </a:lnTo>
                <a:lnTo>
                  <a:pt x="9569" y="3083"/>
                </a:lnTo>
                <a:cubicBezTo>
                  <a:pt x="9569" y="1381"/>
                  <a:pt x="8188" y="0"/>
                  <a:pt x="6487"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24" name="Google Shape;584;p 3"/>
          <p:cNvSpPr/>
          <p:nvPr/>
        </p:nvSpPr>
        <p:spPr>
          <a:xfrm>
            <a:off x="4347000" y="4554720"/>
            <a:ext cx="664920" cy="269280"/>
          </a:xfrm>
          <a:custGeom>
            <a:avLst/>
            <a:gdLst>
              <a:gd name="textAreaLeft" fmla="*/ 0 w 664920"/>
              <a:gd name="textAreaRight" fmla="*/ 665280 w 664920"/>
              <a:gd name="textAreaTop" fmla="*/ 0 h 269280"/>
              <a:gd name="textAreaBottom" fmla="*/ 269640 h 269280"/>
            </a:gdLst>
            <a:ahLst/>
            <a:cxnLst/>
            <a:rect l="textAreaLeft" t="textAreaTop" r="textAreaRight" b="textAreaBottom"/>
            <a:pathLst>
              <a:path w="40972" h="16600">
                <a:moveTo>
                  <a:pt x="20603" y="1"/>
                </a:moveTo>
                <a:cubicBezTo>
                  <a:pt x="20077" y="1"/>
                  <a:pt x="19551" y="167"/>
                  <a:pt x="19107" y="498"/>
                </a:cubicBezTo>
                <a:lnTo>
                  <a:pt x="570" y="14483"/>
                </a:lnTo>
                <a:cubicBezTo>
                  <a:pt x="165" y="14787"/>
                  <a:pt x="1" y="15316"/>
                  <a:pt x="163" y="15797"/>
                </a:cubicBezTo>
                <a:cubicBezTo>
                  <a:pt x="323" y="16276"/>
                  <a:pt x="772" y="16600"/>
                  <a:pt x="1280" y="16600"/>
                </a:cubicBezTo>
                <a:cubicBezTo>
                  <a:pt x="1535" y="16600"/>
                  <a:pt x="1783" y="16515"/>
                  <a:pt x="1988" y="16362"/>
                </a:cubicBezTo>
                <a:lnTo>
                  <a:pt x="20525" y="2376"/>
                </a:lnTo>
                <a:cubicBezTo>
                  <a:pt x="20548" y="2358"/>
                  <a:pt x="20575" y="2349"/>
                  <a:pt x="20603" y="2349"/>
                </a:cubicBezTo>
                <a:cubicBezTo>
                  <a:pt x="20630" y="2349"/>
                  <a:pt x="20657" y="2358"/>
                  <a:pt x="20680" y="2376"/>
                </a:cubicBezTo>
                <a:lnTo>
                  <a:pt x="38941" y="15841"/>
                </a:lnTo>
                <a:cubicBezTo>
                  <a:pt x="39151" y="15996"/>
                  <a:pt x="39396" y="16071"/>
                  <a:pt x="39639" y="16071"/>
                </a:cubicBezTo>
                <a:cubicBezTo>
                  <a:pt x="40000" y="16071"/>
                  <a:pt x="40356" y="15905"/>
                  <a:pt x="40586" y="15592"/>
                </a:cubicBezTo>
                <a:cubicBezTo>
                  <a:pt x="40972" y="15069"/>
                  <a:pt x="40861" y="14333"/>
                  <a:pt x="40338" y="13947"/>
                </a:cubicBezTo>
                <a:lnTo>
                  <a:pt x="22079" y="482"/>
                </a:lnTo>
                <a:cubicBezTo>
                  <a:pt x="21639" y="161"/>
                  <a:pt x="21121" y="1"/>
                  <a:pt x="20603"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25" name="Google Shape;585;p 3"/>
          <p:cNvSpPr/>
          <p:nvPr/>
        </p:nvSpPr>
        <p:spPr>
          <a:xfrm>
            <a:off x="4632840" y="4724640"/>
            <a:ext cx="93240" cy="89640"/>
          </a:xfrm>
          <a:custGeom>
            <a:avLst/>
            <a:gdLst>
              <a:gd name="textAreaLeft" fmla="*/ 0 w 93240"/>
              <a:gd name="textAreaRight" fmla="*/ 93600 w 93240"/>
              <a:gd name="textAreaTop" fmla="*/ 0 h 89640"/>
              <a:gd name="textAreaBottom" fmla="*/ 90000 h 89640"/>
            </a:gdLst>
            <a:ahLst/>
            <a:cxnLst/>
            <a:rect l="textAreaLeft" t="textAreaTop" r="textAreaRight" b="textAreaBottom"/>
            <a:pathLst>
              <a:path w="5761" h="5542">
                <a:moveTo>
                  <a:pt x="2990" y="0"/>
                </a:moveTo>
                <a:cubicBezTo>
                  <a:pt x="1868" y="0"/>
                  <a:pt x="858" y="675"/>
                  <a:pt x="429" y="1711"/>
                </a:cubicBezTo>
                <a:cubicBezTo>
                  <a:pt x="1" y="2746"/>
                  <a:pt x="237" y="3937"/>
                  <a:pt x="1029" y="4729"/>
                </a:cubicBezTo>
                <a:cubicBezTo>
                  <a:pt x="1559" y="5259"/>
                  <a:pt x="2268" y="5541"/>
                  <a:pt x="2990" y="5541"/>
                </a:cubicBezTo>
                <a:cubicBezTo>
                  <a:pt x="3347" y="5541"/>
                  <a:pt x="3707" y="5472"/>
                  <a:pt x="4050" y="5330"/>
                </a:cubicBezTo>
                <a:cubicBezTo>
                  <a:pt x="5086" y="4902"/>
                  <a:pt x="5760" y="3891"/>
                  <a:pt x="5760" y="2771"/>
                </a:cubicBezTo>
                <a:cubicBezTo>
                  <a:pt x="5760" y="1240"/>
                  <a:pt x="4520" y="0"/>
                  <a:pt x="2990"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5000" bIns="45000" anchor="ctr">
            <a:noAutofit/>
          </a:bodyPr>
          <a:lstStyle/>
          <a:p>
            <a:endParaRPr lang="en-US" sz="1400" b="0" u="none" strike="noStrike">
              <a:solidFill>
                <a:srgbClr val="FFFFFF"/>
              </a:solidFill>
              <a:effectLst/>
              <a:uFillTx/>
              <a:latin typeface="Arial"/>
            </a:endParaRPr>
          </a:p>
        </p:txBody>
      </p:sp>
      <p:sp>
        <p:nvSpPr>
          <p:cNvPr id="926" name="Google Shape;586;p 3"/>
          <p:cNvSpPr/>
          <p:nvPr/>
        </p:nvSpPr>
        <p:spPr>
          <a:xfrm>
            <a:off x="4521600" y="4985640"/>
            <a:ext cx="68760" cy="129960"/>
          </a:xfrm>
          <a:custGeom>
            <a:avLst/>
            <a:gdLst>
              <a:gd name="textAreaLeft" fmla="*/ 0 w 68760"/>
              <a:gd name="textAreaRight" fmla="*/ 69120 w 68760"/>
              <a:gd name="textAreaTop" fmla="*/ 0 h 129960"/>
              <a:gd name="textAreaBottom" fmla="*/ 130320 h 129960"/>
            </a:gdLst>
            <a:ahLst/>
            <a:cxnLst/>
            <a:rect l="textAreaLeft" t="textAreaTop" r="textAreaRight" b="textAreaBottom"/>
            <a:pathLst>
              <a:path w="4249" h="8034">
                <a:moveTo>
                  <a:pt x="2125" y="0"/>
                </a:moveTo>
                <a:cubicBezTo>
                  <a:pt x="980" y="0"/>
                  <a:pt x="52" y="367"/>
                  <a:pt x="6" y="826"/>
                </a:cubicBezTo>
                <a:lnTo>
                  <a:pt x="1" y="826"/>
                </a:lnTo>
                <a:lnTo>
                  <a:pt x="1" y="8033"/>
                </a:lnTo>
                <a:lnTo>
                  <a:pt x="4249" y="8033"/>
                </a:lnTo>
                <a:lnTo>
                  <a:pt x="4249" y="826"/>
                </a:lnTo>
                <a:lnTo>
                  <a:pt x="4244" y="826"/>
                </a:lnTo>
                <a:cubicBezTo>
                  <a:pt x="4198" y="367"/>
                  <a:pt x="3268" y="0"/>
                  <a:pt x="212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65160" bIns="65160" anchor="ctr">
            <a:noAutofit/>
          </a:bodyPr>
          <a:lstStyle/>
          <a:p>
            <a:endParaRPr lang="en-US" sz="1400" b="0" u="none" strike="noStrike">
              <a:solidFill>
                <a:srgbClr val="FFFFFF"/>
              </a:solidFill>
              <a:effectLst/>
              <a:uFillTx/>
              <a:latin typeface="Arial"/>
            </a:endParaRPr>
          </a:p>
        </p:txBody>
      </p:sp>
      <p:sp>
        <p:nvSpPr>
          <p:cNvPr id="927" name="Google Shape;587;p 3"/>
          <p:cNvSpPr/>
          <p:nvPr/>
        </p:nvSpPr>
        <p:spPr>
          <a:xfrm>
            <a:off x="4551840" y="4935960"/>
            <a:ext cx="8280" cy="205200"/>
          </a:xfrm>
          <a:custGeom>
            <a:avLst/>
            <a:gdLst>
              <a:gd name="textAreaLeft" fmla="*/ 0 w 8280"/>
              <a:gd name="textAreaRight" fmla="*/ 8640 w 8280"/>
              <a:gd name="textAreaTop" fmla="*/ 0 h 205200"/>
              <a:gd name="textAreaBottom" fmla="*/ 205560 h 205200"/>
            </a:gdLst>
            <a:ahLst/>
            <a:cxnLst/>
            <a:rect l="textAreaLeft" t="textAreaTop" r="textAreaRight" b="textAreaBottom"/>
            <a:pathLst>
              <a:path w="534" h="12666">
                <a:moveTo>
                  <a:pt x="0" y="0"/>
                </a:moveTo>
                <a:lnTo>
                  <a:pt x="0" y="12666"/>
                </a:lnTo>
                <a:lnTo>
                  <a:pt x="534" y="12666"/>
                </a:lnTo>
                <a:lnTo>
                  <a:pt x="534"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28" name="Google Shape;588;p 3"/>
          <p:cNvSpPr/>
          <p:nvPr/>
        </p:nvSpPr>
        <p:spPr>
          <a:xfrm>
            <a:off x="4521600" y="501408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9" h="399">
                <a:moveTo>
                  <a:pt x="1" y="1"/>
                </a:moveTo>
                <a:lnTo>
                  <a:pt x="1" y="399"/>
                </a:lnTo>
                <a:lnTo>
                  <a:pt x="4249" y="399"/>
                </a:lnTo>
                <a:lnTo>
                  <a:pt x="4249"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29" name="Google Shape;589;p 3"/>
          <p:cNvSpPr/>
          <p:nvPr/>
        </p:nvSpPr>
        <p:spPr>
          <a:xfrm>
            <a:off x="4521600" y="504756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9" h="399">
                <a:moveTo>
                  <a:pt x="1" y="1"/>
                </a:moveTo>
                <a:lnTo>
                  <a:pt x="1" y="399"/>
                </a:lnTo>
                <a:lnTo>
                  <a:pt x="4249" y="399"/>
                </a:lnTo>
                <a:lnTo>
                  <a:pt x="4249"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0" name="Google Shape;590;p 3"/>
          <p:cNvSpPr/>
          <p:nvPr/>
        </p:nvSpPr>
        <p:spPr>
          <a:xfrm>
            <a:off x="4521600" y="508104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9" h="400">
                <a:moveTo>
                  <a:pt x="1" y="0"/>
                </a:moveTo>
                <a:lnTo>
                  <a:pt x="1" y="400"/>
                </a:lnTo>
                <a:lnTo>
                  <a:pt x="4249" y="400"/>
                </a:lnTo>
                <a:lnTo>
                  <a:pt x="4249"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1" name="Google Shape;591;p 3"/>
          <p:cNvSpPr/>
          <p:nvPr/>
        </p:nvSpPr>
        <p:spPr>
          <a:xfrm>
            <a:off x="4521600" y="511452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9" h="399">
                <a:moveTo>
                  <a:pt x="1" y="0"/>
                </a:moveTo>
                <a:lnTo>
                  <a:pt x="1" y="398"/>
                </a:lnTo>
                <a:lnTo>
                  <a:pt x="4249" y="398"/>
                </a:lnTo>
                <a:lnTo>
                  <a:pt x="4249"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2" name="Google Shape;592;p 3"/>
          <p:cNvSpPr/>
          <p:nvPr/>
        </p:nvSpPr>
        <p:spPr>
          <a:xfrm>
            <a:off x="4767480" y="4985640"/>
            <a:ext cx="68760" cy="129960"/>
          </a:xfrm>
          <a:custGeom>
            <a:avLst/>
            <a:gdLst>
              <a:gd name="textAreaLeft" fmla="*/ 0 w 68760"/>
              <a:gd name="textAreaRight" fmla="*/ 69120 w 68760"/>
              <a:gd name="textAreaTop" fmla="*/ 0 h 129960"/>
              <a:gd name="textAreaBottom" fmla="*/ 130320 h 129960"/>
            </a:gdLst>
            <a:ahLst/>
            <a:cxnLst/>
            <a:rect l="textAreaLeft" t="textAreaTop" r="textAreaRight" b="textAreaBottom"/>
            <a:pathLst>
              <a:path w="4249" h="8034">
                <a:moveTo>
                  <a:pt x="2123" y="0"/>
                </a:moveTo>
                <a:cubicBezTo>
                  <a:pt x="979" y="0"/>
                  <a:pt x="49" y="367"/>
                  <a:pt x="4" y="826"/>
                </a:cubicBezTo>
                <a:lnTo>
                  <a:pt x="0" y="826"/>
                </a:lnTo>
                <a:lnTo>
                  <a:pt x="0" y="8033"/>
                </a:lnTo>
                <a:lnTo>
                  <a:pt x="4248" y="8033"/>
                </a:lnTo>
                <a:lnTo>
                  <a:pt x="4248" y="826"/>
                </a:lnTo>
                <a:lnTo>
                  <a:pt x="4243" y="826"/>
                </a:lnTo>
                <a:cubicBezTo>
                  <a:pt x="4196" y="367"/>
                  <a:pt x="3267" y="0"/>
                  <a:pt x="212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65160" bIns="65160" anchor="ctr">
            <a:noAutofit/>
          </a:bodyPr>
          <a:lstStyle/>
          <a:p>
            <a:endParaRPr lang="en-US" sz="1400" b="0" u="none" strike="noStrike">
              <a:solidFill>
                <a:srgbClr val="FFFFFF"/>
              </a:solidFill>
              <a:effectLst/>
              <a:uFillTx/>
              <a:latin typeface="Arial"/>
            </a:endParaRPr>
          </a:p>
        </p:txBody>
      </p:sp>
      <p:sp>
        <p:nvSpPr>
          <p:cNvPr id="933" name="Google Shape;593;p 3"/>
          <p:cNvSpPr/>
          <p:nvPr/>
        </p:nvSpPr>
        <p:spPr>
          <a:xfrm>
            <a:off x="4797720" y="4930200"/>
            <a:ext cx="8280" cy="205200"/>
          </a:xfrm>
          <a:custGeom>
            <a:avLst/>
            <a:gdLst>
              <a:gd name="textAreaLeft" fmla="*/ 0 w 8280"/>
              <a:gd name="textAreaRight" fmla="*/ 8640 w 8280"/>
              <a:gd name="textAreaTop" fmla="*/ 0 h 205200"/>
              <a:gd name="textAreaBottom" fmla="*/ 205560 h 205200"/>
            </a:gdLst>
            <a:ahLst/>
            <a:cxnLst/>
            <a:rect l="textAreaLeft" t="textAreaTop" r="textAreaRight" b="textAreaBottom"/>
            <a:pathLst>
              <a:path w="535" h="12667">
                <a:moveTo>
                  <a:pt x="1" y="1"/>
                </a:moveTo>
                <a:lnTo>
                  <a:pt x="1" y="12666"/>
                </a:lnTo>
                <a:lnTo>
                  <a:pt x="534" y="12666"/>
                </a:lnTo>
                <a:lnTo>
                  <a:pt x="534"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34" name="Google Shape;594;p 3"/>
          <p:cNvSpPr/>
          <p:nvPr/>
        </p:nvSpPr>
        <p:spPr>
          <a:xfrm>
            <a:off x="4767480" y="501408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7" h="399">
                <a:moveTo>
                  <a:pt x="0" y="1"/>
                </a:moveTo>
                <a:lnTo>
                  <a:pt x="0" y="399"/>
                </a:lnTo>
                <a:lnTo>
                  <a:pt x="4247" y="399"/>
                </a:lnTo>
                <a:lnTo>
                  <a:pt x="4247"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5" name="Google Shape;595;p 3"/>
          <p:cNvSpPr/>
          <p:nvPr/>
        </p:nvSpPr>
        <p:spPr>
          <a:xfrm>
            <a:off x="4767480" y="504756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7" h="399">
                <a:moveTo>
                  <a:pt x="0" y="1"/>
                </a:moveTo>
                <a:lnTo>
                  <a:pt x="0" y="399"/>
                </a:lnTo>
                <a:lnTo>
                  <a:pt x="4247" y="399"/>
                </a:lnTo>
                <a:lnTo>
                  <a:pt x="4247"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6" name="Google Shape;596;p 3"/>
          <p:cNvSpPr/>
          <p:nvPr/>
        </p:nvSpPr>
        <p:spPr>
          <a:xfrm>
            <a:off x="4767480" y="508104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7" h="400">
                <a:moveTo>
                  <a:pt x="0" y="0"/>
                </a:moveTo>
                <a:lnTo>
                  <a:pt x="0" y="400"/>
                </a:lnTo>
                <a:lnTo>
                  <a:pt x="4247" y="400"/>
                </a:lnTo>
                <a:lnTo>
                  <a:pt x="4247"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7" name="Google Shape;597;p 3"/>
          <p:cNvSpPr/>
          <p:nvPr/>
        </p:nvSpPr>
        <p:spPr>
          <a:xfrm>
            <a:off x="4767480" y="511452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7" h="399">
                <a:moveTo>
                  <a:pt x="0" y="0"/>
                </a:moveTo>
                <a:lnTo>
                  <a:pt x="0" y="398"/>
                </a:lnTo>
                <a:lnTo>
                  <a:pt x="4247" y="398"/>
                </a:lnTo>
                <a:lnTo>
                  <a:pt x="4247"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8" name="Google Shape;598;p 3"/>
          <p:cNvSpPr/>
          <p:nvPr/>
        </p:nvSpPr>
        <p:spPr>
          <a:xfrm>
            <a:off x="5292720" y="5145840"/>
            <a:ext cx="919080" cy="38880"/>
          </a:xfrm>
          <a:custGeom>
            <a:avLst/>
            <a:gdLst>
              <a:gd name="textAreaLeft" fmla="*/ 0 w 919080"/>
              <a:gd name="textAreaRight" fmla="*/ 919440 w 919080"/>
              <a:gd name="textAreaTop" fmla="*/ 0 h 38880"/>
              <a:gd name="textAreaBottom" fmla="*/ 39240 h 38880"/>
            </a:gdLst>
            <a:ahLst/>
            <a:cxnLst/>
            <a:rect l="textAreaLeft" t="textAreaTop" r="textAreaRight" b="textAreaBottom"/>
            <a:pathLst>
              <a:path w="56636" h="2417">
                <a:moveTo>
                  <a:pt x="0" y="0"/>
                </a:moveTo>
                <a:lnTo>
                  <a:pt x="0" y="2417"/>
                </a:lnTo>
                <a:lnTo>
                  <a:pt x="56636" y="2417"/>
                </a:lnTo>
                <a:lnTo>
                  <a:pt x="56636" y="0"/>
                </a:lnTo>
                <a:close/>
              </a:path>
            </a:pathLst>
          </a:custGeom>
          <a:solidFill>
            <a:srgbClr val="E2A334"/>
          </a:solidFill>
          <a:ln w="0">
            <a:noFill/>
          </a:ln>
        </p:spPr>
        <p:style>
          <a:lnRef idx="0">
            <a:scrgbClr r="0" g="0" b="0"/>
          </a:lnRef>
          <a:fillRef idx="0">
            <a:scrgbClr r="0" g="0" b="0"/>
          </a:fillRef>
          <a:effectRef idx="0">
            <a:scrgbClr r="0" g="0" b="0"/>
          </a:effectRef>
          <a:fontRef idx="minor"/>
        </p:style>
        <p:txBody>
          <a:bodyPr tIns="19440" bIns="19440" anchor="ctr">
            <a:noAutofit/>
          </a:bodyPr>
          <a:lstStyle/>
          <a:p>
            <a:endParaRPr lang="en-US" sz="1400" b="0" u="none" strike="noStrike">
              <a:solidFill>
                <a:srgbClr val="000000"/>
              </a:solidFill>
              <a:effectLst/>
              <a:uFillTx/>
              <a:latin typeface="Arial"/>
            </a:endParaRPr>
          </a:p>
        </p:txBody>
      </p:sp>
      <p:sp>
        <p:nvSpPr>
          <p:cNvPr id="939" name="Google Shape;599;p 3"/>
          <p:cNvSpPr/>
          <p:nvPr/>
        </p:nvSpPr>
        <p:spPr>
          <a:xfrm>
            <a:off x="5110560" y="4549320"/>
            <a:ext cx="439200" cy="635400"/>
          </a:xfrm>
          <a:custGeom>
            <a:avLst/>
            <a:gdLst>
              <a:gd name="textAreaLeft" fmla="*/ 0 w 439200"/>
              <a:gd name="textAreaRight" fmla="*/ 439560 w 439200"/>
              <a:gd name="textAreaTop" fmla="*/ 0 h 635400"/>
              <a:gd name="textAreaBottom" fmla="*/ 635760 h 635400"/>
            </a:gdLst>
            <a:ahLst/>
            <a:cxnLst/>
            <a:rect l="textAreaLeft" t="textAreaTop" r="textAreaRight" b="textAreaBottom"/>
            <a:pathLst>
              <a:path w="27074" h="39159">
                <a:moveTo>
                  <a:pt x="13536" y="1"/>
                </a:moveTo>
                <a:lnTo>
                  <a:pt x="1" y="12086"/>
                </a:lnTo>
                <a:lnTo>
                  <a:pt x="1" y="39159"/>
                </a:lnTo>
                <a:lnTo>
                  <a:pt x="27073" y="39159"/>
                </a:lnTo>
                <a:lnTo>
                  <a:pt x="27073" y="12086"/>
                </a:lnTo>
                <a:lnTo>
                  <a:pt x="13536"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0" name="Google Shape;600;p 3"/>
          <p:cNvSpPr/>
          <p:nvPr/>
        </p:nvSpPr>
        <p:spPr>
          <a:xfrm>
            <a:off x="5110560" y="5151960"/>
            <a:ext cx="439200" cy="32760"/>
          </a:xfrm>
          <a:custGeom>
            <a:avLst/>
            <a:gdLst>
              <a:gd name="textAreaLeft" fmla="*/ 0 w 439200"/>
              <a:gd name="textAreaRight" fmla="*/ 439560 w 439200"/>
              <a:gd name="textAreaTop" fmla="*/ 0 h 32760"/>
              <a:gd name="textAreaBottom" fmla="*/ 33120 h 32760"/>
            </a:gdLst>
            <a:ahLst/>
            <a:cxnLst/>
            <a:rect l="textAreaLeft" t="textAreaTop" r="textAreaRight" b="textAreaBottom"/>
            <a:pathLst>
              <a:path w="27074" h="2037">
                <a:moveTo>
                  <a:pt x="1" y="1"/>
                </a:moveTo>
                <a:lnTo>
                  <a:pt x="1" y="2037"/>
                </a:lnTo>
                <a:lnTo>
                  <a:pt x="27073" y="2037"/>
                </a:lnTo>
                <a:lnTo>
                  <a:pt x="27073" y="1"/>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16560" bIns="16560" anchor="ctr">
            <a:noAutofit/>
          </a:bodyPr>
          <a:lstStyle/>
          <a:p>
            <a:endParaRPr lang="en-US" sz="1400" b="0" u="none" strike="noStrike">
              <a:solidFill>
                <a:srgbClr val="FFFFFF"/>
              </a:solidFill>
              <a:effectLst/>
              <a:uFillTx/>
              <a:latin typeface="Arial"/>
            </a:endParaRPr>
          </a:p>
        </p:txBody>
      </p:sp>
      <p:sp>
        <p:nvSpPr>
          <p:cNvPr id="941" name="Google Shape;601;p 3"/>
          <p:cNvSpPr/>
          <p:nvPr/>
        </p:nvSpPr>
        <p:spPr>
          <a:xfrm>
            <a:off x="5250240" y="4912200"/>
            <a:ext cx="159840" cy="272520"/>
          </a:xfrm>
          <a:custGeom>
            <a:avLst/>
            <a:gdLst>
              <a:gd name="textAreaLeft" fmla="*/ 0 w 159840"/>
              <a:gd name="textAreaRight" fmla="*/ 160200 w 159840"/>
              <a:gd name="textAreaTop" fmla="*/ 0 h 272520"/>
              <a:gd name="textAreaBottom" fmla="*/ 272880 h 272520"/>
            </a:gdLst>
            <a:ahLst/>
            <a:cxnLst/>
            <a:rect l="textAreaLeft" t="textAreaTop" r="textAreaRight" b="textAreaBottom"/>
            <a:pathLst>
              <a:path w="9873" h="16817">
                <a:moveTo>
                  <a:pt x="2239" y="0"/>
                </a:moveTo>
                <a:cubicBezTo>
                  <a:pt x="1002" y="0"/>
                  <a:pt x="0" y="1002"/>
                  <a:pt x="0" y="2239"/>
                </a:cubicBezTo>
                <a:lnTo>
                  <a:pt x="0" y="16817"/>
                </a:lnTo>
                <a:lnTo>
                  <a:pt x="9872" y="16817"/>
                </a:lnTo>
                <a:lnTo>
                  <a:pt x="9872" y="2239"/>
                </a:lnTo>
                <a:cubicBezTo>
                  <a:pt x="9872" y="1002"/>
                  <a:pt x="8870" y="0"/>
                  <a:pt x="763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42" name="Google Shape;602;p 3"/>
          <p:cNvSpPr/>
          <p:nvPr/>
        </p:nvSpPr>
        <p:spPr>
          <a:xfrm>
            <a:off x="5040000" y="4538160"/>
            <a:ext cx="576360" cy="273960"/>
          </a:xfrm>
          <a:custGeom>
            <a:avLst/>
            <a:gdLst>
              <a:gd name="textAreaLeft" fmla="*/ 0 w 576360"/>
              <a:gd name="textAreaRight" fmla="*/ 576720 w 576360"/>
              <a:gd name="textAreaTop" fmla="*/ 0 h 273960"/>
              <a:gd name="textAreaBottom" fmla="*/ 274320 h 273960"/>
            </a:gdLst>
            <a:ahLst/>
            <a:cxnLst/>
            <a:rect l="textAreaLeft" t="textAreaTop" r="textAreaRight" b="textAreaBottom"/>
            <a:pathLst>
              <a:path w="35516" h="16894">
                <a:moveTo>
                  <a:pt x="17897" y="0"/>
                </a:moveTo>
                <a:cubicBezTo>
                  <a:pt x="17270" y="0"/>
                  <a:pt x="16644" y="225"/>
                  <a:pt x="16148" y="676"/>
                </a:cubicBezTo>
                <a:lnTo>
                  <a:pt x="483" y="14844"/>
                </a:lnTo>
                <a:cubicBezTo>
                  <a:pt x="122" y="15169"/>
                  <a:pt x="1" y="15686"/>
                  <a:pt x="175" y="16138"/>
                </a:cubicBezTo>
                <a:cubicBezTo>
                  <a:pt x="349" y="16593"/>
                  <a:pt x="786" y="16894"/>
                  <a:pt x="1274" y="16894"/>
                </a:cubicBezTo>
                <a:cubicBezTo>
                  <a:pt x="1565" y="16894"/>
                  <a:pt x="1846" y="16785"/>
                  <a:pt x="2063" y="16587"/>
                </a:cubicBezTo>
                <a:lnTo>
                  <a:pt x="17728" y="2420"/>
                </a:lnTo>
                <a:cubicBezTo>
                  <a:pt x="17776" y="2375"/>
                  <a:pt x="17836" y="2353"/>
                  <a:pt x="17897" y="2353"/>
                </a:cubicBezTo>
                <a:cubicBezTo>
                  <a:pt x="17958" y="2353"/>
                  <a:pt x="18018" y="2375"/>
                  <a:pt x="18066" y="2418"/>
                </a:cubicBezTo>
                <a:lnTo>
                  <a:pt x="33442" y="16052"/>
                </a:lnTo>
                <a:cubicBezTo>
                  <a:pt x="33664" y="16241"/>
                  <a:pt x="33936" y="16334"/>
                  <a:pt x="34207" y="16334"/>
                </a:cubicBezTo>
                <a:cubicBezTo>
                  <a:pt x="34533" y="16334"/>
                  <a:pt x="34856" y="16200"/>
                  <a:pt x="35089" y="15937"/>
                </a:cubicBezTo>
                <a:cubicBezTo>
                  <a:pt x="35515" y="15457"/>
                  <a:pt x="35476" y="14724"/>
                  <a:pt x="35004" y="14291"/>
                </a:cubicBezTo>
                <a:lnTo>
                  <a:pt x="19628" y="658"/>
                </a:lnTo>
                <a:cubicBezTo>
                  <a:pt x="19134" y="219"/>
                  <a:pt x="18515" y="0"/>
                  <a:pt x="1789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3" name="Google Shape;603;p 3"/>
          <p:cNvSpPr/>
          <p:nvPr/>
        </p:nvSpPr>
        <p:spPr>
          <a:xfrm>
            <a:off x="2608560" y="5090400"/>
            <a:ext cx="4285080" cy="279360"/>
          </a:xfrm>
          <a:custGeom>
            <a:avLst/>
            <a:gdLst>
              <a:gd name="textAreaLeft" fmla="*/ 0 w 4285080"/>
              <a:gd name="textAreaRight" fmla="*/ 4285440 w 4285080"/>
              <a:gd name="textAreaTop" fmla="*/ 0 h 279360"/>
              <a:gd name="textAreaBottom" fmla="*/ 279720 h 279360"/>
            </a:gdLst>
            <a:ahLst/>
            <a:cxnLst/>
            <a:rect l="textAreaLeft" t="textAreaTop" r="textAreaRight" b="textAreaBottom"/>
            <a:pathLst>
              <a:path w="263973" h="17230">
                <a:moveTo>
                  <a:pt x="11995" y="0"/>
                </a:moveTo>
                <a:cubicBezTo>
                  <a:pt x="5371" y="0"/>
                  <a:pt x="1" y="7715"/>
                  <a:pt x="1" y="17229"/>
                </a:cubicBezTo>
                <a:lnTo>
                  <a:pt x="263972" y="17229"/>
                </a:lnTo>
                <a:cubicBezTo>
                  <a:pt x="263972" y="7715"/>
                  <a:pt x="258602" y="0"/>
                  <a:pt x="25197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4" name="Google Shape;604;p 3"/>
          <p:cNvSpPr/>
          <p:nvPr/>
        </p:nvSpPr>
        <p:spPr>
          <a:xfrm>
            <a:off x="2249640" y="4391640"/>
            <a:ext cx="498600" cy="645840"/>
          </a:xfrm>
          <a:custGeom>
            <a:avLst/>
            <a:gdLst>
              <a:gd name="textAreaLeft" fmla="*/ 0 w 498600"/>
              <a:gd name="textAreaRight" fmla="*/ 498960 w 498600"/>
              <a:gd name="textAreaTop" fmla="*/ 0 h 645840"/>
              <a:gd name="textAreaBottom" fmla="*/ 646200 h 645840"/>
            </a:gdLst>
            <a:ahLst/>
            <a:cxnLst/>
            <a:rect l="textAreaLeft" t="textAreaTop" r="textAreaRight" b="textAreaBottom"/>
            <a:pathLst>
              <a:path w="30743" h="39805">
                <a:moveTo>
                  <a:pt x="15545" y="0"/>
                </a:moveTo>
                <a:cubicBezTo>
                  <a:pt x="14946" y="0"/>
                  <a:pt x="14339" y="33"/>
                  <a:pt x="13727" y="99"/>
                </a:cubicBezTo>
                <a:cubicBezTo>
                  <a:pt x="6771" y="851"/>
                  <a:pt x="1243" y="6003"/>
                  <a:pt x="461" y="12465"/>
                </a:cubicBezTo>
                <a:cubicBezTo>
                  <a:pt x="1" y="16273"/>
                  <a:pt x="1172" y="19816"/>
                  <a:pt x="3407" y="22571"/>
                </a:cubicBezTo>
                <a:cubicBezTo>
                  <a:pt x="5174" y="24750"/>
                  <a:pt x="6010" y="27434"/>
                  <a:pt x="5838" y="30155"/>
                </a:cubicBezTo>
                <a:cubicBezTo>
                  <a:pt x="5825" y="30349"/>
                  <a:pt x="5820" y="30543"/>
                  <a:pt x="5822" y="30740"/>
                </a:cubicBezTo>
                <a:cubicBezTo>
                  <a:pt x="5847" y="35714"/>
                  <a:pt x="10162" y="39736"/>
                  <a:pt x="15495" y="39803"/>
                </a:cubicBezTo>
                <a:cubicBezTo>
                  <a:pt x="15538" y="39804"/>
                  <a:pt x="15581" y="39804"/>
                  <a:pt x="15624" y="39804"/>
                </a:cubicBezTo>
                <a:cubicBezTo>
                  <a:pt x="20909" y="39804"/>
                  <a:pt x="25308" y="35836"/>
                  <a:pt x="25430" y="30912"/>
                </a:cubicBezTo>
                <a:cubicBezTo>
                  <a:pt x="25443" y="30462"/>
                  <a:pt x="25418" y="30009"/>
                  <a:pt x="25358" y="29562"/>
                </a:cubicBezTo>
                <a:cubicBezTo>
                  <a:pt x="25036" y="27154"/>
                  <a:pt x="25828" y="24748"/>
                  <a:pt x="27450" y="22848"/>
                </a:cubicBezTo>
                <a:cubicBezTo>
                  <a:pt x="29516" y="20428"/>
                  <a:pt x="30742" y="17363"/>
                  <a:pt x="30725" y="14036"/>
                </a:cubicBezTo>
                <a:cubicBezTo>
                  <a:pt x="30685" y="6271"/>
                  <a:pt x="23895" y="0"/>
                  <a:pt x="15545"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5" name="Google Shape;605;p 3"/>
          <p:cNvSpPr/>
          <p:nvPr/>
        </p:nvSpPr>
        <p:spPr>
          <a:xfrm>
            <a:off x="2403720" y="4640040"/>
            <a:ext cx="199440" cy="609120"/>
          </a:xfrm>
          <a:custGeom>
            <a:avLst/>
            <a:gdLst>
              <a:gd name="textAreaLeft" fmla="*/ 0 w 199440"/>
              <a:gd name="textAreaRight" fmla="*/ 199800 w 199440"/>
              <a:gd name="textAreaTop" fmla="*/ 0 h 609120"/>
              <a:gd name="textAreaBottom" fmla="*/ 609480 h 609120"/>
            </a:gdLst>
            <a:ahLst/>
            <a:cxnLst/>
            <a:rect l="textAreaLeft" t="textAreaTop" r="textAreaRight" b="textAreaBottom"/>
            <a:pathLst>
              <a:path w="12300" h="37551">
                <a:moveTo>
                  <a:pt x="5994" y="0"/>
                </a:moveTo>
                <a:cubicBezTo>
                  <a:pt x="5993" y="0"/>
                  <a:pt x="5992" y="0"/>
                  <a:pt x="5991" y="0"/>
                </a:cubicBezTo>
                <a:cubicBezTo>
                  <a:pt x="5541" y="2"/>
                  <a:pt x="5179" y="368"/>
                  <a:pt x="5180" y="817"/>
                </a:cubicBezTo>
                <a:lnTo>
                  <a:pt x="5216" y="8213"/>
                </a:lnTo>
                <a:lnTo>
                  <a:pt x="1579" y="3260"/>
                </a:lnTo>
                <a:cubicBezTo>
                  <a:pt x="1419" y="3044"/>
                  <a:pt x="1173" y="2929"/>
                  <a:pt x="923" y="2929"/>
                </a:cubicBezTo>
                <a:cubicBezTo>
                  <a:pt x="755" y="2929"/>
                  <a:pt x="586" y="2981"/>
                  <a:pt x="441" y="3088"/>
                </a:cubicBezTo>
                <a:cubicBezTo>
                  <a:pt x="80" y="3354"/>
                  <a:pt x="0" y="3863"/>
                  <a:pt x="268" y="4224"/>
                </a:cubicBezTo>
                <a:lnTo>
                  <a:pt x="4946" y="10594"/>
                </a:lnTo>
                <a:cubicBezTo>
                  <a:pt x="5020" y="10695"/>
                  <a:pt x="5117" y="10776"/>
                  <a:pt x="5228" y="10834"/>
                </a:cubicBezTo>
                <a:lnTo>
                  <a:pt x="5349" y="36742"/>
                </a:lnTo>
                <a:cubicBezTo>
                  <a:pt x="5351" y="37189"/>
                  <a:pt x="5714" y="37550"/>
                  <a:pt x="6160" y="37550"/>
                </a:cubicBezTo>
                <a:cubicBezTo>
                  <a:pt x="6162" y="37550"/>
                  <a:pt x="6165" y="37550"/>
                  <a:pt x="6167" y="37550"/>
                </a:cubicBezTo>
                <a:cubicBezTo>
                  <a:pt x="6616" y="37549"/>
                  <a:pt x="6977" y="37182"/>
                  <a:pt x="6975" y="36733"/>
                </a:cubicBezTo>
                <a:lnTo>
                  <a:pt x="6884" y="17086"/>
                </a:lnTo>
                <a:lnTo>
                  <a:pt x="12039" y="10897"/>
                </a:lnTo>
                <a:cubicBezTo>
                  <a:pt x="12299" y="10550"/>
                  <a:pt x="12243" y="10060"/>
                  <a:pt x="11908" y="9782"/>
                </a:cubicBezTo>
                <a:cubicBezTo>
                  <a:pt x="11757" y="9656"/>
                  <a:pt x="11572" y="9593"/>
                  <a:pt x="11388" y="9593"/>
                </a:cubicBezTo>
                <a:cubicBezTo>
                  <a:pt x="11168" y="9593"/>
                  <a:pt x="10949" y="9682"/>
                  <a:pt x="10788" y="9856"/>
                </a:cubicBezTo>
                <a:lnTo>
                  <a:pt x="6871" y="14559"/>
                </a:lnTo>
                <a:lnTo>
                  <a:pt x="6808" y="808"/>
                </a:lnTo>
                <a:cubicBezTo>
                  <a:pt x="6804" y="360"/>
                  <a:pt x="6441" y="0"/>
                  <a:pt x="599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46" name="Google Shape;606;p 3"/>
          <p:cNvSpPr/>
          <p:nvPr/>
        </p:nvSpPr>
        <p:spPr>
          <a:xfrm>
            <a:off x="2549160" y="4053960"/>
            <a:ext cx="602640" cy="780840"/>
          </a:xfrm>
          <a:custGeom>
            <a:avLst/>
            <a:gdLst>
              <a:gd name="textAreaLeft" fmla="*/ 0 w 602640"/>
              <a:gd name="textAreaRight" fmla="*/ 603000 w 602640"/>
              <a:gd name="textAreaTop" fmla="*/ 0 h 780840"/>
              <a:gd name="textAreaBottom" fmla="*/ 781200 h 780840"/>
            </a:gdLst>
            <a:ahLst/>
            <a:cxnLst/>
            <a:rect l="textAreaLeft" t="textAreaTop" r="textAreaRight" b="textAreaBottom"/>
            <a:pathLst>
              <a:path w="37148" h="48108">
                <a:moveTo>
                  <a:pt x="18346" y="1"/>
                </a:moveTo>
                <a:cubicBezTo>
                  <a:pt x="8214" y="1"/>
                  <a:pt x="1" y="7630"/>
                  <a:pt x="1" y="17042"/>
                </a:cubicBezTo>
                <a:cubicBezTo>
                  <a:pt x="1" y="21063"/>
                  <a:pt x="1501" y="24760"/>
                  <a:pt x="4011" y="27675"/>
                </a:cubicBezTo>
                <a:cubicBezTo>
                  <a:pt x="5984" y="29965"/>
                  <a:pt x="6958" y="32869"/>
                  <a:pt x="6581" y="35780"/>
                </a:cubicBezTo>
                <a:cubicBezTo>
                  <a:pt x="6512" y="36321"/>
                  <a:pt x="6486" y="36869"/>
                  <a:pt x="6502" y="37415"/>
                </a:cubicBezTo>
                <a:cubicBezTo>
                  <a:pt x="6681" y="43345"/>
                  <a:pt x="11991" y="48107"/>
                  <a:pt x="18356" y="48107"/>
                </a:cubicBezTo>
                <a:cubicBezTo>
                  <a:pt x="18425" y="48107"/>
                  <a:pt x="18495" y="48107"/>
                  <a:pt x="18565" y="48106"/>
                </a:cubicBezTo>
                <a:cubicBezTo>
                  <a:pt x="25011" y="47998"/>
                  <a:pt x="30201" y="43112"/>
                  <a:pt x="30201" y="37099"/>
                </a:cubicBezTo>
                <a:cubicBezTo>
                  <a:pt x="30201" y="36862"/>
                  <a:pt x="30193" y="36627"/>
                  <a:pt x="30177" y="36393"/>
                </a:cubicBezTo>
                <a:cubicBezTo>
                  <a:pt x="29951" y="33105"/>
                  <a:pt x="30948" y="29859"/>
                  <a:pt x="33069" y="27217"/>
                </a:cubicBezTo>
                <a:cubicBezTo>
                  <a:pt x="35753" y="23872"/>
                  <a:pt x="37148" y="19585"/>
                  <a:pt x="36567" y="14985"/>
                </a:cubicBezTo>
                <a:cubicBezTo>
                  <a:pt x="35584" y="7181"/>
                  <a:pt x="28870" y="983"/>
                  <a:pt x="20460" y="111"/>
                </a:cubicBezTo>
                <a:cubicBezTo>
                  <a:pt x="19747" y="37"/>
                  <a:pt x="19042" y="1"/>
                  <a:pt x="1834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7" name="Google Shape;607;p 3"/>
          <p:cNvSpPr/>
          <p:nvPr/>
        </p:nvSpPr>
        <p:spPr>
          <a:xfrm>
            <a:off x="2730600" y="4352760"/>
            <a:ext cx="235440" cy="896400"/>
          </a:xfrm>
          <a:custGeom>
            <a:avLst/>
            <a:gdLst>
              <a:gd name="textAreaLeft" fmla="*/ 0 w 235440"/>
              <a:gd name="textAreaRight" fmla="*/ 235800 w 235440"/>
              <a:gd name="textAreaTop" fmla="*/ 0 h 896400"/>
              <a:gd name="textAreaBottom" fmla="*/ 896760 h 896400"/>
            </a:gdLst>
            <a:ahLst/>
            <a:cxnLst/>
            <a:rect l="textAreaLeft" t="textAreaTop" r="textAreaRight" b="textAreaBottom"/>
            <a:pathLst>
              <a:path w="14516" h="55247">
                <a:moveTo>
                  <a:pt x="7243" y="0"/>
                </a:moveTo>
                <a:cubicBezTo>
                  <a:pt x="6873" y="0"/>
                  <a:pt x="6572" y="302"/>
                  <a:pt x="6572" y="672"/>
                </a:cubicBezTo>
                <a:lnTo>
                  <a:pt x="6572" y="10540"/>
                </a:lnTo>
                <a:lnTo>
                  <a:pt x="1663" y="3789"/>
                </a:lnTo>
                <a:cubicBezTo>
                  <a:pt x="1532" y="3609"/>
                  <a:pt x="1327" y="3513"/>
                  <a:pt x="1119" y="3513"/>
                </a:cubicBezTo>
                <a:cubicBezTo>
                  <a:pt x="982" y="3513"/>
                  <a:pt x="844" y="3554"/>
                  <a:pt x="725" y="3641"/>
                </a:cubicBezTo>
                <a:cubicBezTo>
                  <a:pt x="425" y="3859"/>
                  <a:pt x="358" y="4279"/>
                  <a:pt x="577" y="4578"/>
                </a:cubicBezTo>
                <a:lnTo>
                  <a:pt x="6195" y="12305"/>
                </a:lnTo>
                <a:cubicBezTo>
                  <a:pt x="6289" y="12430"/>
                  <a:pt x="6421" y="12518"/>
                  <a:pt x="6572" y="12555"/>
                </a:cubicBezTo>
                <a:lnTo>
                  <a:pt x="6572" y="18145"/>
                </a:lnTo>
                <a:lnTo>
                  <a:pt x="1262" y="11829"/>
                </a:lnTo>
                <a:cubicBezTo>
                  <a:pt x="1129" y="11674"/>
                  <a:pt x="941" y="11595"/>
                  <a:pt x="752" y="11595"/>
                </a:cubicBezTo>
                <a:cubicBezTo>
                  <a:pt x="599" y="11595"/>
                  <a:pt x="445" y="11646"/>
                  <a:pt x="320" y="11752"/>
                </a:cubicBezTo>
                <a:cubicBezTo>
                  <a:pt x="40" y="11990"/>
                  <a:pt x="1" y="12409"/>
                  <a:pt x="233" y="12692"/>
                </a:cubicBezTo>
                <a:lnTo>
                  <a:pt x="6572" y="20231"/>
                </a:lnTo>
                <a:lnTo>
                  <a:pt x="6572" y="54575"/>
                </a:lnTo>
                <a:cubicBezTo>
                  <a:pt x="6572" y="54947"/>
                  <a:pt x="6873" y="55246"/>
                  <a:pt x="7245" y="55246"/>
                </a:cubicBezTo>
                <a:lnTo>
                  <a:pt x="7266" y="55246"/>
                </a:lnTo>
                <a:cubicBezTo>
                  <a:pt x="7636" y="55246"/>
                  <a:pt x="7937" y="54947"/>
                  <a:pt x="7937" y="54575"/>
                </a:cubicBezTo>
                <a:lnTo>
                  <a:pt x="7937" y="20231"/>
                </a:lnTo>
                <a:lnTo>
                  <a:pt x="14276" y="12692"/>
                </a:lnTo>
                <a:cubicBezTo>
                  <a:pt x="14515" y="12409"/>
                  <a:pt x="14478" y="11986"/>
                  <a:pt x="14195" y="11746"/>
                </a:cubicBezTo>
                <a:cubicBezTo>
                  <a:pt x="14069" y="11640"/>
                  <a:pt x="13916" y="11588"/>
                  <a:pt x="13763" y="11588"/>
                </a:cubicBezTo>
                <a:cubicBezTo>
                  <a:pt x="13571" y="11588"/>
                  <a:pt x="13381" y="11670"/>
                  <a:pt x="13247" y="11829"/>
                </a:cubicBezTo>
                <a:lnTo>
                  <a:pt x="7937" y="18145"/>
                </a:lnTo>
                <a:lnTo>
                  <a:pt x="7937" y="12555"/>
                </a:lnTo>
                <a:cubicBezTo>
                  <a:pt x="8087" y="12518"/>
                  <a:pt x="8221" y="12430"/>
                  <a:pt x="8312" y="12305"/>
                </a:cubicBezTo>
                <a:lnTo>
                  <a:pt x="13932" y="4578"/>
                </a:lnTo>
                <a:cubicBezTo>
                  <a:pt x="14146" y="4279"/>
                  <a:pt x="14077" y="3863"/>
                  <a:pt x="13779" y="3646"/>
                </a:cubicBezTo>
                <a:cubicBezTo>
                  <a:pt x="13660" y="3560"/>
                  <a:pt x="13522" y="3518"/>
                  <a:pt x="13385" y="3518"/>
                </a:cubicBezTo>
                <a:cubicBezTo>
                  <a:pt x="13180" y="3518"/>
                  <a:pt x="12978" y="3612"/>
                  <a:pt x="12846" y="3789"/>
                </a:cubicBezTo>
                <a:lnTo>
                  <a:pt x="7937" y="10540"/>
                </a:lnTo>
                <a:lnTo>
                  <a:pt x="7937" y="672"/>
                </a:lnTo>
                <a:cubicBezTo>
                  <a:pt x="7937" y="302"/>
                  <a:pt x="7636" y="0"/>
                  <a:pt x="72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48" name="Google Shape;608;p 3"/>
          <p:cNvSpPr/>
          <p:nvPr/>
        </p:nvSpPr>
        <p:spPr>
          <a:xfrm>
            <a:off x="2723400" y="5263920"/>
            <a:ext cx="3957840" cy="212040"/>
          </a:xfrm>
          <a:custGeom>
            <a:avLst/>
            <a:gdLst>
              <a:gd name="textAreaLeft" fmla="*/ 0 w 3957840"/>
              <a:gd name="textAreaRight" fmla="*/ 3958200 w 3957840"/>
              <a:gd name="textAreaTop" fmla="*/ 0 h 212040"/>
              <a:gd name="textAreaBottom" fmla="*/ 212400 h 212040"/>
            </a:gdLst>
            <a:ahLst/>
            <a:cxnLst/>
            <a:rect l="textAreaLeft" t="textAreaTop" r="textAreaRight" b="textAreaBottom"/>
            <a:pathLst>
              <a:path w="243797" h="13087">
                <a:moveTo>
                  <a:pt x="8414" y="0"/>
                </a:moveTo>
                <a:cubicBezTo>
                  <a:pt x="3768" y="0"/>
                  <a:pt x="1" y="5860"/>
                  <a:pt x="1" y="13086"/>
                </a:cubicBezTo>
                <a:lnTo>
                  <a:pt x="243797" y="13086"/>
                </a:lnTo>
                <a:cubicBezTo>
                  <a:pt x="243797" y="5860"/>
                  <a:pt x="240029" y="0"/>
                  <a:pt x="23538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9" name="Google Shape;609;p 3"/>
          <p:cNvSpPr/>
          <p:nvPr/>
        </p:nvSpPr>
        <p:spPr>
          <a:xfrm>
            <a:off x="3252600" y="4583880"/>
            <a:ext cx="393120" cy="509400"/>
          </a:xfrm>
          <a:custGeom>
            <a:avLst/>
            <a:gdLst>
              <a:gd name="textAreaLeft" fmla="*/ 0 w 393120"/>
              <a:gd name="textAreaRight" fmla="*/ 393480 w 393120"/>
              <a:gd name="textAreaTop" fmla="*/ 0 h 509400"/>
              <a:gd name="textAreaBottom" fmla="*/ 509760 h 509400"/>
            </a:gdLst>
            <a:ahLst/>
            <a:cxnLst/>
            <a:rect l="textAreaLeft" t="textAreaTop" r="textAreaRight" b="textAreaBottom"/>
            <a:pathLst>
              <a:path w="24245" h="31393">
                <a:moveTo>
                  <a:pt x="12260" y="0"/>
                </a:moveTo>
                <a:cubicBezTo>
                  <a:pt x="11787" y="0"/>
                  <a:pt x="11307" y="26"/>
                  <a:pt x="10823" y="78"/>
                </a:cubicBezTo>
                <a:cubicBezTo>
                  <a:pt x="5339" y="672"/>
                  <a:pt x="979" y="4735"/>
                  <a:pt x="363" y="9831"/>
                </a:cubicBezTo>
                <a:cubicBezTo>
                  <a:pt x="0" y="12834"/>
                  <a:pt x="923" y="15629"/>
                  <a:pt x="2686" y="17802"/>
                </a:cubicBezTo>
                <a:cubicBezTo>
                  <a:pt x="4079" y="19519"/>
                  <a:pt x="4738" y="21636"/>
                  <a:pt x="4602" y="23783"/>
                </a:cubicBezTo>
                <a:cubicBezTo>
                  <a:pt x="4593" y="23935"/>
                  <a:pt x="4588" y="24088"/>
                  <a:pt x="4590" y="24243"/>
                </a:cubicBezTo>
                <a:cubicBezTo>
                  <a:pt x="4609" y="28167"/>
                  <a:pt x="8012" y="31341"/>
                  <a:pt x="12218" y="31392"/>
                </a:cubicBezTo>
                <a:cubicBezTo>
                  <a:pt x="12252" y="31392"/>
                  <a:pt x="12285" y="31393"/>
                  <a:pt x="12319" y="31393"/>
                </a:cubicBezTo>
                <a:cubicBezTo>
                  <a:pt x="16489" y="31393"/>
                  <a:pt x="19958" y="28263"/>
                  <a:pt x="20056" y="24380"/>
                </a:cubicBezTo>
                <a:cubicBezTo>
                  <a:pt x="20065" y="24025"/>
                  <a:pt x="20045" y="23669"/>
                  <a:pt x="19998" y="23315"/>
                </a:cubicBezTo>
                <a:cubicBezTo>
                  <a:pt x="19742" y="21416"/>
                  <a:pt x="20369" y="19519"/>
                  <a:pt x="21648" y="18019"/>
                </a:cubicBezTo>
                <a:cubicBezTo>
                  <a:pt x="23275" y="16109"/>
                  <a:pt x="24244" y="13693"/>
                  <a:pt x="24230" y="11069"/>
                </a:cubicBezTo>
                <a:cubicBezTo>
                  <a:pt x="24199" y="4944"/>
                  <a:pt x="18846" y="0"/>
                  <a:pt x="12260"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0" name="Google Shape;610;p 3"/>
          <p:cNvSpPr/>
          <p:nvPr/>
        </p:nvSpPr>
        <p:spPr>
          <a:xfrm>
            <a:off x="3373920" y="4780080"/>
            <a:ext cx="157680" cy="480600"/>
          </a:xfrm>
          <a:custGeom>
            <a:avLst/>
            <a:gdLst>
              <a:gd name="textAreaLeft" fmla="*/ 0 w 157680"/>
              <a:gd name="textAreaRight" fmla="*/ 158040 w 157680"/>
              <a:gd name="textAreaTop" fmla="*/ 0 h 480600"/>
              <a:gd name="textAreaBottom" fmla="*/ 480960 h 480600"/>
            </a:gdLst>
            <a:ahLst/>
            <a:cxnLst/>
            <a:rect l="textAreaLeft" t="textAreaTop" r="textAreaRight" b="textAreaBottom"/>
            <a:pathLst>
              <a:path w="9725" h="29617">
                <a:moveTo>
                  <a:pt x="4728" y="1"/>
                </a:moveTo>
                <a:cubicBezTo>
                  <a:pt x="4727" y="1"/>
                  <a:pt x="4726" y="1"/>
                  <a:pt x="4724" y="1"/>
                </a:cubicBezTo>
                <a:cubicBezTo>
                  <a:pt x="4374" y="2"/>
                  <a:pt x="4090" y="284"/>
                  <a:pt x="4087" y="635"/>
                </a:cubicBezTo>
                <a:lnTo>
                  <a:pt x="4115" y="6466"/>
                </a:lnTo>
                <a:lnTo>
                  <a:pt x="1246" y="2562"/>
                </a:lnTo>
                <a:cubicBezTo>
                  <a:pt x="1120" y="2391"/>
                  <a:pt x="926" y="2300"/>
                  <a:pt x="728" y="2300"/>
                </a:cubicBezTo>
                <a:cubicBezTo>
                  <a:pt x="597" y="2300"/>
                  <a:pt x="464" y="2340"/>
                  <a:pt x="349" y="2424"/>
                </a:cubicBezTo>
                <a:cubicBezTo>
                  <a:pt x="64" y="2634"/>
                  <a:pt x="1" y="3035"/>
                  <a:pt x="212" y="3321"/>
                </a:cubicBezTo>
                <a:lnTo>
                  <a:pt x="3902" y="8344"/>
                </a:lnTo>
                <a:cubicBezTo>
                  <a:pt x="3960" y="8423"/>
                  <a:pt x="4036" y="8488"/>
                  <a:pt x="4124" y="8532"/>
                </a:cubicBezTo>
                <a:lnTo>
                  <a:pt x="4219" y="28967"/>
                </a:lnTo>
                <a:cubicBezTo>
                  <a:pt x="4214" y="29323"/>
                  <a:pt x="4503" y="29617"/>
                  <a:pt x="4860" y="29617"/>
                </a:cubicBezTo>
                <a:cubicBezTo>
                  <a:pt x="4861" y="29617"/>
                  <a:pt x="4863" y="29617"/>
                  <a:pt x="4864" y="29617"/>
                </a:cubicBezTo>
                <a:cubicBezTo>
                  <a:pt x="5223" y="29615"/>
                  <a:pt x="5510" y="29319"/>
                  <a:pt x="5501" y="28960"/>
                </a:cubicBezTo>
                <a:lnTo>
                  <a:pt x="5429" y="13466"/>
                </a:lnTo>
                <a:lnTo>
                  <a:pt x="9498" y="8583"/>
                </a:lnTo>
                <a:cubicBezTo>
                  <a:pt x="9725" y="8310"/>
                  <a:pt x="9688" y="7907"/>
                  <a:pt x="9415" y="7680"/>
                </a:cubicBezTo>
                <a:cubicBezTo>
                  <a:pt x="9295" y="7580"/>
                  <a:pt x="9149" y="7531"/>
                  <a:pt x="9004" y="7531"/>
                </a:cubicBezTo>
                <a:cubicBezTo>
                  <a:pt x="8821" y="7531"/>
                  <a:pt x="8638" y="7610"/>
                  <a:pt x="8511" y="7763"/>
                </a:cubicBezTo>
                <a:lnTo>
                  <a:pt x="5420" y="11472"/>
                </a:lnTo>
                <a:lnTo>
                  <a:pt x="5369" y="628"/>
                </a:lnTo>
                <a:cubicBezTo>
                  <a:pt x="5360" y="278"/>
                  <a:pt x="5077" y="1"/>
                  <a:pt x="472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51" name="Google Shape;611;p 3"/>
          <p:cNvSpPr/>
          <p:nvPr/>
        </p:nvSpPr>
        <p:spPr>
          <a:xfrm>
            <a:off x="4917960" y="4608360"/>
            <a:ext cx="375840" cy="486720"/>
          </a:xfrm>
          <a:custGeom>
            <a:avLst/>
            <a:gdLst>
              <a:gd name="textAreaLeft" fmla="*/ 0 w 375840"/>
              <a:gd name="textAreaRight" fmla="*/ 376200 w 375840"/>
              <a:gd name="textAreaTop" fmla="*/ 0 h 486720"/>
              <a:gd name="textAreaBottom" fmla="*/ 487080 h 486720"/>
            </a:gdLst>
            <a:ahLst/>
            <a:cxnLst/>
            <a:rect l="textAreaLeft" t="textAreaTop" r="textAreaRight" b="textAreaBottom"/>
            <a:pathLst>
              <a:path w="23165" h="29995">
                <a:moveTo>
                  <a:pt x="11452" y="1"/>
                </a:moveTo>
                <a:cubicBezTo>
                  <a:pt x="5159" y="1"/>
                  <a:pt x="44" y="4724"/>
                  <a:pt x="15" y="10576"/>
                </a:cubicBezTo>
                <a:cubicBezTo>
                  <a:pt x="1" y="13084"/>
                  <a:pt x="925" y="15393"/>
                  <a:pt x="2480" y="17216"/>
                </a:cubicBezTo>
                <a:cubicBezTo>
                  <a:pt x="3703" y="18650"/>
                  <a:pt x="4302" y="20462"/>
                  <a:pt x="4059" y="22276"/>
                </a:cubicBezTo>
                <a:cubicBezTo>
                  <a:pt x="4013" y="22614"/>
                  <a:pt x="3993" y="22954"/>
                  <a:pt x="4002" y="23296"/>
                </a:cubicBezTo>
                <a:cubicBezTo>
                  <a:pt x="4097" y="27003"/>
                  <a:pt x="7411" y="29995"/>
                  <a:pt x="11392" y="29995"/>
                </a:cubicBezTo>
                <a:cubicBezTo>
                  <a:pt x="11424" y="29995"/>
                  <a:pt x="11457" y="29994"/>
                  <a:pt x="11489" y="29994"/>
                </a:cubicBezTo>
                <a:cubicBezTo>
                  <a:pt x="15509" y="29945"/>
                  <a:pt x="18760" y="26912"/>
                  <a:pt x="18779" y="23164"/>
                </a:cubicBezTo>
                <a:cubicBezTo>
                  <a:pt x="18779" y="23016"/>
                  <a:pt x="18776" y="22870"/>
                  <a:pt x="18767" y="22723"/>
                </a:cubicBezTo>
                <a:cubicBezTo>
                  <a:pt x="18637" y="20672"/>
                  <a:pt x="19267" y="18650"/>
                  <a:pt x="20599" y="17008"/>
                </a:cubicBezTo>
                <a:cubicBezTo>
                  <a:pt x="22283" y="14932"/>
                  <a:pt x="23165" y="12262"/>
                  <a:pt x="22820" y="9392"/>
                </a:cubicBezTo>
                <a:cubicBezTo>
                  <a:pt x="22230" y="4524"/>
                  <a:pt x="18064" y="641"/>
                  <a:pt x="12824" y="75"/>
                </a:cubicBezTo>
                <a:cubicBezTo>
                  <a:pt x="12362" y="25"/>
                  <a:pt x="11904" y="1"/>
                  <a:pt x="1145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2" name="Google Shape;612;p 3"/>
          <p:cNvSpPr/>
          <p:nvPr/>
        </p:nvSpPr>
        <p:spPr>
          <a:xfrm>
            <a:off x="5027040" y="4795560"/>
            <a:ext cx="150480" cy="459360"/>
          </a:xfrm>
          <a:custGeom>
            <a:avLst/>
            <a:gdLst>
              <a:gd name="textAreaLeft" fmla="*/ 0 w 150480"/>
              <a:gd name="textAreaRight" fmla="*/ 150840 w 150480"/>
              <a:gd name="textAreaTop" fmla="*/ 0 h 459360"/>
              <a:gd name="textAreaBottom" fmla="*/ 459720 h 459360"/>
            </a:gdLst>
            <a:ahLst/>
            <a:cxnLst/>
            <a:rect l="textAreaLeft" t="textAreaTop" r="textAreaRight" b="textAreaBottom"/>
            <a:pathLst>
              <a:path w="9294" h="28318">
                <a:moveTo>
                  <a:pt x="4778" y="0"/>
                </a:moveTo>
                <a:cubicBezTo>
                  <a:pt x="4436" y="0"/>
                  <a:pt x="4159" y="279"/>
                  <a:pt x="4165" y="622"/>
                </a:cubicBezTo>
                <a:lnTo>
                  <a:pt x="4115" y="10982"/>
                </a:lnTo>
                <a:lnTo>
                  <a:pt x="1163" y="7438"/>
                </a:lnTo>
                <a:cubicBezTo>
                  <a:pt x="1042" y="7288"/>
                  <a:pt x="866" y="7211"/>
                  <a:pt x="688" y="7211"/>
                </a:cubicBezTo>
                <a:cubicBezTo>
                  <a:pt x="549" y="7211"/>
                  <a:pt x="410" y="7258"/>
                  <a:pt x="295" y="7353"/>
                </a:cubicBezTo>
                <a:cubicBezTo>
                  <a:pt x="33" y="7572"/>
                  <a:pt x="1" y="7963"/>
                  <a:pt x="221" y="8222"/>
                </a:cubicBezTo>
                <a:lnTo>
                  <a:pt x="4106" y="12886"/>
                </a:lnTo>
                <a:lnTo>
                  <a:pt x="4038" y="27691"/>
                </a:lnTo>
                <a:cubicBezTo>
                  <a:pt x="4029" y="28034"/>
                  <a:pt x="4304" y="28316"/>
                  <a:pt x="4647" y="28318"/>
                </a:cubicBezTo>
                <a:cubicBezTo>
                  <a:pt x="4648" y="28318"/>
                  <a:pt x="4649" y="28318"/>
                  <a:pt x="4650" y="28318"/>
                </a:cubicBezTo>
                <a:cubicBezTo>
                  <a:pt x="4992" y="28318"/>
                  <a:pt x="5267" y="28038"/>
                  <a:pt x="5264" y="27698"/>
                </a:cubicBezTo>
                <a:lnTo>
                  <a:pt x="5355" y="8174"/>
                </a:lnTo>
                <a:cubicBezTo>
                  <a:pt x="5438" y="8132"/>
                  <a:pt x="5510" y="8070"/>
                  <a:pt x="5566" y="7994"/>
                </a:cubicBezTo>
                <a:lnTo>
                  <a:pt x="9093" y="3195"/>
                </a:lnTo>
                <a:cubicBezTo>
                  <a:pt x="9293" y="2922"/>
                  <a:pt x="9235" y="2538"/>
                  <a:pt x="8962" y="2337"/>
                </a:cubicBezTo>
                <a:cubicBezTo>
                  <a:pt x="8853" y="2257"/>
                  <a:pt x="8726" y="2218"/>
                  <a:pt x="8601" y="2218"/>
                </a:cubicBezTo>
                <a:cubicBezTo>
                  <a:pt x="8412" y="2218"/>
                  <a:pt x="8226" y="2305"/>
                  <a:pt x="8106" y="2469"/>
                </a:cubicBezTo>
                <a:lnTo>
                  <a:pt x="5364" y="6202"/>
                </a:lnTo>
                <a:lnTo>
                  <a:pt x="5364" y="6202"/>
                </a:lnTo>
                <a:lnTo>
                  <a:pt x="5390" y="627"/>
                </a:lnTo>
                <a:cubicBezTo>
                  <a:pt x="5397" y="284"/>
                  <a:pt x="5123" y="2"/>
                  <a:pt x="4781" y="0"/>
                </a:cubicBezTo>
                <a:cubicBezTo>
                  <a:pt x="4780" y="0"/>
                  <a:pt x="4779" y="0"/>
                  <a:pt x="47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53" name="Google Shape;613;p 3"/>
          <p:cNvSpPr/>
          <p:nvPr/>
        </p:nvSpPr>
        <p:spPr>
          <a:xfrm>
            <a:off x="4684680" y="4806000"/>
            <a:ext cx="261000" cy="337680"/>
          </a:xfrm>
          <a:custGeom>
            <a:avLst/>
            <a:gdLst>
              <a:gd name="textAreaLeft" fmla="*/ 0 w 261000"/>
              <a:gd name="textAreaRight" fmla="*/ 261360 w 261000"/>
              <a:gd name="textAreaTop" fmla="*/ 0 h 337680"/>
              <a:gd name="textAreaBottom" fmla="*/ 338040 h 337680"/>
            </a:gdLst>
            <a:ahLst/>
            <a:cxnLst/>
            <a:rect l="textAreaLeft" t="textAreaTop" r="textAreaRight" b="textAreaBottom"/>
            <a:pathLst>
              <a:path w="16091" h="20832">
                <a:moveTo>
                  <a:pt x="8136" y="0"/>
                </a:moveTo>
                <a:cubicBezTo>
                  <a:pt x="7823" y="0"/>
                  <a:pt x="7506" y="17"/>
                  <a:pt x="7185" y="52"/>
                </a:cubicBezTo>
                <a:cubicBezTo>
                  <a:pt x="3546" y="447"/>
                  <a:pt x="652" y="3143"/>
                  <a:pt x="244" y="6525"/>
                </a:cubicBezTo>
                <a:cubicBezTo>
                  <a:pt x="1" y="8517"/>
                  <a:pt x="615" y="10371"/>
                  <a:pt x="1785" y="11814"/>
                </a:cubicBezTo>
                <a:cubicBezTo>
                  <a:pt x="2696" y="12929"/>
                  <a:pt x="3150" y="14347"/>
                  <a:pt x="3057" y="15782"/>
                </a:cubicBezTo>
                <a:cubicBezTo>
                  <a:pt x="3051" y="15882"/>
                  <a:pt x="3048" y="15984"/>
                  <a:pt x="3048" y="16087"/>
                </a:cubicBezTo>
                <a:cubicBezTo>
                  <a:pt x="3062" y="18692"/>
                  <a:pt x="5320" y="20796"/>
                  <a:pt x="8110" y="20832"/>
                </a:cubicBezTo>
                <a:cubicBezTo>
                  <a:pt x="8132" y="20832"/>
                  <a:pt x="8154" y="20832"/>
                  <a:pt x="8176" y="20832"/>
                </a:cubicBezTo>
                <a:cubicBezTo>
                  <a:pt x="10943" y="20832"/>
                  <a:pt x="13244" y="18754"/>
                  <a:pt x="13311" y="16178"/>
                </a:cubicBezTo>
                <a:cubicBezTo>
                  <a:pt x="13316" y="15942"/>
                  <a:pt x="13304" y="15706"/>
                  <a:pt x="13272" y="15472"/>
                </a:cubicBezTo>
                <a:cubicBezTo>
                  <a:pt x="13103" y="14211"/>
                  <a:pt x="13519" y="12953"/>
                  <a:pt x="14368" y="11956"/>
                </a:cubicBezTo>
                <a:cubicBezTo>
                  <a:pt x="15449" y="10690"/>
                  <a:pt x="16090" y="9087"/>
                  <a:pt x="16081" y="7345"/>
                </a:cubicBezTo>
                <a:cubicBezTo>
                  <a:pt x="16062" y="3281"/>
                  <a:pt x="12507" y="0"/>
                  <a:pt x="8136"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4" name="Google Shape;614;p 3"/>
          <p:cNvSpPr/>
          <p:nvPr/>
        </p:nvSpPr>
        <p:spPr>
          <a:xfrm>
            <a:off x="4765320" y="4935960"/>
            <a:ext cx="104400" cy="318600"/>
          </a:xfrm>
          <a:custGeom>
            <a:avLst/>
            <a:gdLst>
              <a:gd name="textAreaLeft" fmla="*/ 0 w 104400"/>
              <a:gd name="textAreaRight" fmla="*/ 104760 w 104400"/>
              <a:gd name="textAreaTop" fmla="*/ 0 h 318600"/>
              <a:gd name="textAreaBottom" fmla="*/ 318960 h 318600"/>
            </a:gdLst>
            <a:ahLst/>
            <a:cxnLst/>
            <a:rect l="textAreaLeft" t="textAreaTop" r="textAreaRight" b="textAreaBottom"/>
            <a:pathLst>
              <a:path w="6451" h="19652">
                <a:moveTo>
                  <a:pt x="3134" y="1"/>
                </a:moveTo>
                <a:cubicBezTo>
                  <a:pt x="2899" y="3"/>
                  <a:pt x="2709" y="195"/>
                  <a:pt x="2711" y="429"/>
                </a:cubicBezTo>
                <a:lnTo>
                  <a:pt x="2729" y="4300"/>
                </a:lnTo>
                <a:lnTo>
                  <a:pt x="825" y="1708"/>
                </a:lnTo>
                <a:cubicBezTo>
                  <a:pt x="741" y="1595"/>
                  <a:pt x="613" y="1535"/>
                  <a:pt x="482" y="1535"/>
                </a:cubicBezTo>
                <a:cubicBezTo>
                  <a:pt x="395" y="1535"/>
                  <a:pt x="307" y="1562"/>
                  <a:pt x="231" y="1618"/>
                </a:cubicBezTo>
                <a:cubicBezTo>
                  <a:pt x="41" y="1755"/>
                  <a:pt x="0" y="2023"/>
                  <a:pt x="139" y="2211"/>
                </a:cubicBezTo>
                <a:lnTo>
                  <a:pt x="2588" y="5545"/>
                </a:lnTo>
                <a:cubicBezTo>
                  <a:pt x="2626" y="5597"/>
                  <a:pt x="2677" y="5641"/>
                  <a:pt x="2736" y="5671"/>
                </a:cubicBezTo>
                <a:lnTo>
                  <a:pt x="2799" y="19229"/>
                </a:lnTo>
                <a:cubicBezTo>
                  <a:pt x="2801" y="19462"/>
                  <a:pt x="2989" y="19652"/>
                  <a:pt x="3224" y="19652"/>
                </a:cubicBezTo>
                <a:cubicBezTo>
                  <a:pt x="3225" y="19652"/>
                  <a:pt x="3226" y="19652"/>
                  <a:pt x="3227" y="19652"/>
                </a:cubicBezTo>
                <a:cubicBezTo>
                  <a:pt x="3461" y="19652"/>
                  <a:pt x="3651" y="19460"/>
                  <a:pt x="3650" y="19225"/>
                </a:cubicBezTo>
                <a:lnTo>
                  <a:pt x="3602" y="8943"/>
                </a:lnTo>
                <a:lnTo>
                  <a:pt x="6300" y="5704"/>
                </a:lnTo>
                <a:cubicBezTo>
                  <a:pt x="6450" y="5523"/>
                  <a:pt x="6425" y="5255"/>
                  <a:pt x="6246" y="5105"/>
                </a:cubicBezTo>
                <a:cubicBezTo>
                  <a:pt x="6166" y="5038"/>
                  <a:pt x="6069" y="5006"/>
                  <a:pt x="5973" y="5006"/>
                </a:cubicBezTo>
                <a:cubicBezTo>
                  <a:pt x="5851" y="5006"/>
                  <a:pt x="5730" y="5058"/>
                  <a:pt x="5645" y="5160"/>
                </a:cubicBezTo>
                <a:lnTo>
                  <a:pt x="3595" y="7620"/>
                </a:lnTo>
                <a:lnTo>
                  <a:pt x="3562" y="425"/>
                </a:lnTo>
                <a:cubicBezTo>
                  <a:pt x="3560" y="189"/>
                  <a:pt x="3370" y="1"/>
                  <a:pt x="313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55" name="Google Shape;615;p 3"/>
          <p:cNvSpPr/>
          <p:nvPr/>
        </p:nvSpPr>
        <p:spPr>
          <a:xfrm>
            <a:off x="3468960" y="4687560"/>
            <a:ext cx="333000" cy="430920"/>
          </a:xfrm>
          <a:custGeom>
            <a:avLst/>
            <a:gdLst>
              <a:gd name="textAreaLeft" fmla="*/ 0 w 333000"/>
              <a:gd name="textAreaRight" fmla="*/ 333360 w 333000"/>
              <a:gd name="textAreaTop" fmla="*/ 0 h 430920"/>
              <a:gd name="textAreaBottom" fmla="*/ 431280 h 430920"/>
            </a:gdLst>
            <a:ahLst/>
            <a:cxnLst/>
            <a:rect l="textAreaLeft" t="textAreaTop" r="textAreaRight" b="textAreaBottom"/>
            <a:pathLst>
              <a:path w="20526" h="26574">
                <a:moveTo>
                  <a:pt x="10378" y="0"/>
                </a:moveTo>
                <a:cubicBezTo>
                  <a:pt x="9979" y="0"/>
                  <a:pt x="9574" y="22"/>
                  <a:pt x="9165" y="66"/>
                </a:cubicBezTo>
                <a:cubicBezTo>
                  <a:pt x="4522" y="568"/>
                  <a:pt x="831" y="4007"/>
                  <a:pt x="309" y="8321"/>
                </a:cubicBezTo>
                <a:cubicBezTo>
                  <a:pt x="1" y="10864"/>
                  <a:pt x="783" y="13228"/>
                  <a:pt x="2275" y="15068"/>
                </a:cubicBezTo>
                <a:cubicBezTo>
                  <a:pt x="3455" y="16523"/>
                  <a:pt x="4013" y="18316"/>
                  <a:pt x="3899" y="20132"/>
                </a:cubicBezTo>
                <a:cubicBezTo>
                  <a:pt x="3892" y="20262"/>
                  <a:pt x="3886" y="20391"/>
                  <a:pt x="3886" y="20523"/>
                </a:cubicBezTo>
                <a:cubicBezTo>
                  <a:pt x="3904" y="23843"/>
                  <a:pt x="6784" y="26529"/>
                  <a:pt x="10345" y="26573"/>
                </a:cubicBezTo>
                <a:cubicBezTo>
                  <a:pt x="10374" y="26573"/>
                  <a:pt x="10403" y="26573"/>
                  <a:pt x="10432" y="26573"/>
                </a:cubicBezTo>
                <a:cubicBezTo>
                  <a:pt x="13960" y="26573"/>
                  <a:pt x="16896" y="23923"/>
                  <a:pt x="16980" y="20639"/>
                </a:cubicBezTo>
                <a:cubicBezTo>
                  <a:pt x="16987" y="20336"/>
                  <a:pt x="16971" y="20035"/>
                  <a:pt x="16930" y="19736"/>
                </a:cubicBezTo>
                <a:cubicBezTo>
                  <a:pt x="16715" y="18129"/>
                  <a:pt x="17244" y="16523"/>
                  <a:pt x="18327" y="15251"/>
                </a:cubicBezTo>
                <a:cubicBezTo>
                  <a:pt x="19706" y="13636"/>
                  <a:pt x="20525" y="11590"/>
                  <a:pt x="20513" y="9369"/>
                </a:cubicBezTo>
                <a:cubicBezTo>
                  <a:pt x="20487" y="4185"/>
                  <a:pt x="15953" y="0"/>
                  <a:pt x="1037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6" name="Google Shape;616;p 3"/>
          <p:cNvSpPr/>
          <p:nvPr/>
        </p:nvSpPr>
        <p:spPr>
          <a:xfrm>
            <a:off x="3571920" y="4853880"/>
            <a:ext cx="133200" cy="406800"/>
          </a:xfrm>
          <a:custGeom>
            <a:avLst/>
            <a:gdLst>
              <a:gd name="textAreaLeft" fmla="*/ 0 w 133200"/>
              <a:gd name="textAreaRight" fmla="*/ 133560 w 133200"/>
              <a:gd name="textAreaTop" fmla="*/ 0 h 406800"/>
              <a:gd name="textAreaBottom" fmla="*/ 407160 h 406800"/>
            </a:gdLst>
            <a:ahLst/>
            <a:cxnLst/>
            <a:rect l="textAreaLeft" t="textAreaTop" r="textAreaRight" b="textAreaBottom"/>
            <a:pathLst>
              <a:path w="8229" h="25069">
                <a:moveTo>
                  <a:pt x="4001" y="0"/>
                </a:moveTo>
                <a:cubicBezTo>
                  <a:pt x="4000" y="0"/>
                  <a:pt x="3999" y="0"/>
                  <a:pt x="3998" y="0"/>
                </a:cubicBezTo>
                <a:cubicBezTo>
                  <a:pt x="3699" y="2"/>
                  <a:pt x="3456" y="245"/>
                  <a:pt x="3457" y="546"/>
                </a:cubicBezTo>
                <a:lnTo>
                  <a:pt x="3482" y="5483"/>
                </a:lnTo>
                <a:lnTo>
                  <a:pt x="1053" y="2177"/>
                </a:lnTo>
                <a:cubicBezTo>
                  <a:pt x="947" y="2031"/>
                  <a:pt x="782" y="1955"/>
                  <a:pt x="616" y="1955"/>
                </a:cubicBezTo>
                <a:cubicBezTo>
                  <a:pt x="504" y="1955"/>
                  <a:pt x="391" y="1989"/>
                  <a:pt x="294" y="2061"/>
                </a:cubicBezTo>
                <a:cubicBezTo>
                  <a:pt x="53" y="2237"/>
                  <a:pt x="0" y="2577"/>
                  <a:pt x="178" y="2820"/>
                </a:cubicBezTo>
                <a:lnTo>
                  <a:pt x="3302" y="7072"/>
                </a:lnTo>
                <a:cubicBezTo>
                  <a:pt x="3352" y="7138"/>
                  <a:pt x="3415" y="7193"/>
                  <a:pt x="3489" y="7230"/>
                </a:cubicBezTo>
                <a:lnTo>
                  <a:pt x="3570" y="24528"/>
                </a:lnTo>
                <a:cubicBezTo>
                  <a:pt x="3572" y="24827"/>
                  <a:pt x="3817" y="25068"/>
                  <a:pt x="4116" y="25068"/>
                </a:cubicBezTo>
                <a:cubicBezTo>
                  <a:pt x="4416" y="25066"/>
                  <a:pt x="4659" y="24822"/>
                  <a:pt x="4657" y="24522"/>
                </a:cubicBezTo>
                <a:lnTo>
                  <a:pt x="4595" y="11406"/>
                </a:lnTo>
                <a:lnTo>
                  <a:pt x="8037" y="7272"/>
                </a:lnTo>
                <a:cubicBezTo>
                  <a:pt x="8229" y="7042"/>
                  <a:pt x="8199" y="6700"/>
                  <a:pt x="7968" y="6508"/>
                </a:cubicBezTo>
                <a:cubicBezTo>
                  <a:pt x="7867" y="6423"/>
                  <a:pt x="7743" y="6382"/>
                  <a:pt x="7621" y="6382"/>
                </a:cubicBezTo>
                <a:cubicBezTo>
                  <a:pt x="7465" y="6382"/>
                  <a:pt x="7309" y="6449"/>
                  <a:pt x="7202" y="6578"/>
                </a:cubicBezTo>
                <a:lnTo>
                  <a:pt x="4588" y="9719"/>
                </a:lnTo>
                <a:lnTo>
                  <a:pt x="4544" y="541"/>
                </a:lnTo>
                <a:cubicBezTo>
                  <a:pt x="4542" y="241"/>
                  <a:pt x="4299" y="0"/>
                  <a:pt x="400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57" name="Google Shape;617;p 3"/>
          <p:cNvSpPr/>
          <p:nvPr/>
        </p:nvSpPr>
        <p:spPr>
          <a:xfrm>
            <a:off x="5753160" y="4549320"/>
            <a:ext cx="394200" cy="510120"/>
          </a:xfrm>
          <a:custGeom>
            <a:avLst/>
            <a:gdLst>
              <a:gd name="textAreaLeft" fmla="*/ 0 w 394200"/>
              <a:gd name="textAreaRight" fmla="*/ 394560 w 394200"/>
              <a:gd name="textAreaTop" fmla="*/ 0 h 510120"/>
              <a:gd name="textAreaBottom" fmla="*/ 510480 h 510120"/>
            </a:gdLst>
            <a:ahLst/>
            <a:cxnLst/>
            <a:rect l="textAreaLeft" t="textAreaTop" r="textAreaRight" b="textAreaBottom"/>
            <a:pathLst>
              <a:path w="24293" h="31453">
                <a:moveTo>
                  <a:pt x="12008" y="1"/>
                </a:moveTo>
                <a:cubicBezTo>
                  <a:pt x="5409" y="1"/>
                  <a:pt x="46" y="4954"/>
                  <a:pt x="15" y="11088"/>
                </a:cubicBezTo>
                <a:cubicBezTo>
                  <a:pt x="1" y="13718"/>
                  <a:pt x="971" y="16140"/>
                  <a:pt x="2602" y="18053"/>
                </a:cubicBezTo>
                <a:cubicBezTo>
                  <a:pt x="3884" y="19557"/>
                  <a:pt x="4511" y="21459"/>
                  <a:pt x="4256" y="23361"/>
                </a:cubicBezTo>
                <a:cubicBezTo>
                  <a:pt x="4208" y="23715"/>
                  <a:pt x="4189" y="24071"/>
                  <a:pt x="4198" y="24428"/>
                </a:cubicBezTo>
                <a:cubicBezTo>
                  <a:pt x="4296" y="28318"/>
                  <a:pt x="7772" y="31453"/>
                  <a:pt x="11949" y="31453"/>
                </a:cubicBezTo>
                <a:cubicBezTo>
                  <a:pt x="11982" y="31453"/>
                  <a:pt x="12016" y="31453"/>
                  <a:pt x="12050" y="31452"/>
                </a:cubicBezTo>
                <a:cubicBezTo>
                  <a:pt x="16264" y="31400"/>
                  <a:pt x="19673" y="28220"/>
                  <a:pt x="19694" y="24289"/>
                </a:cubicBezTo>
                <a:cubicBezTo>
                  <a:pt x="19694" y="24134"/>
                  <a:pt x="19690" y="23981"/>
                  <a:pt x="19680" y="23828"/>
                </a:cubicBezTo>
                <a:cubicBezTo>
                  <a:pt x="19544" y="21677"/>
                  <a:pt x="20204" y="19557"/>
                  <a:pt x="21601" y="17836"/>
                </a:cubicBezTo>
                <a:cubicBezTo>
                  <a:pt x="23366" y="15657"/>
                  <a:pt x="24292" y="12857"/>
                  <a:pt x="23930" y="9849"/>
                </a:cubicBezTo>
                <a:cubicBezTo>
                  <a:pt x="23313" y="4743"/>
                  <a:pt x="18942" y="672"/>
                  <a:pt x="13448" y="79"/>
                </a:cubicBezTo>
                <a:cubicBezTo>
                  <a:pt x="12963" y="26"/>
                  <a:pt x="12482" y="1"/>
                  <a:pt x="12008" y="1"/>
                </a:cubicBezTo>
                <a:close/>
              </a:path>
            </a:pathLst>
          </a:custGeom>
          <a:solidFill>
            <a:srgbClr val="FFCB6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8" name="Google Shape;618;p 3"/>
          <p:cNvSpPr/>
          <p:nvPr/>
        </p:nvSpPr>
        <p:spPr>
          <a:xfrm>
            <a:off x="5867280" y="4775400"/>
            <a:ext cx="157680" cy="481320"/>
          </a:xfrm>
          <a:custGeom>
            <a:avLst/>
            <a:gdLst>
              <a:gd name="textAreaLeft" fmla="*/ 0 w 157680"/>
              <a:gd name="textAreaRight" fmla="*/ 158040 w 157680"/>
              <a:gd name="textAreaTop" fmla="*/ 0 h 481320"/>
              <a:gd name="textAreaBottom" fmla="*/ 481680 h 481320"/>
            </a:gdLst>
            <a:ahLst/>
            <a:cxnLst/>
            <a:rect l="textAreaLeft" t="textAreaTop" r="textAreaRight" b="textAreaBottom"/>
            <a:pathLst>
              <a:path w="9740" h="29673">
                <a:moveTo>
                  <a:pt x="5005" y="0"/>
                </a:moveTo>
                <a:cubicBezTo>
                  <a:pt x="4651" y="0"/>
                  <a:pt x="4364" y="287"/>
                  <a:pt x="4362" y="640"/>
                </a:cubicBezTo>
                <a:lnTo>
                  <a:pt x="4311" y="11503"/>
                </a:lnTo>
                <a:lnTo>
                  <a:pt x="1216" y="7787"/>
                </a:lnTo>
                <a:cubicBezTo>
                  <a:pt x="1089" y="7635"/>
                  <a:pt x="906" y="7557"/>
                  <a:pt x="722" y="7557"/>
                </a:cubicBezTo>
                <a:cubicBezTo>
                  <a:pt x="577" y="7557"/>
                  <a:pt x="431" y="7606"/>
                  <a:pt x="311" y="7706"/>
                </a:cubicBezTo>
                <a:cubicBezTo>
                  <a:pt x="38" y="7933"/>
                  <a:pt x="1" y="8338"/>
                  <a:pt x="228" y="8611"/>
                </a:cubicBezTo>
                <a:lnTo>
                  <a:pt x="4300" y="13502"/>
                </a:lnTo>
                <a:lnTo>
                  <a:pt x="4228" y="29026"/>
                </a:lnTo>
                <a:cubicBezTo>
                  <a:pt x="4226" y="29382"/>
                  <a:pt x="4513" y="29671"/>
                  <a:pt x="4867" y="29673"/>
                </a:cubicBezTo>
                <a:cubicBezTo>
                  <a:pt x="4868" y="29673"/>
                  <a:pt x="4870" y="29673"/>
                  <a:pt x="4871" y="29673"/>
                </a:cubicBezTo>
                <a:cubicBezTo>
                  <a:pt x="5225" y="29673"/>
                  <a:pt x="5512" y="29386"/>
                  <a:pt x="5514" y="29033"/>
                </a:cubicBezTo>
                <a:lnTo>
                  <a:pt x="5609" y="8560"/>
                </a:lnTo>
                <a:cubicBezTo>
                  <a:pt x="5697" y="8516"/>
                  <a:pt x="5773" y="8451"/>
                  <a:pt x="5831" y="8372"/>
                </a:cubicBezTo>
                <a:lnTo>
                  <a:pt x="9529" y="3338"/>
                </a:lnTo>
                <a:cubicBezTo>
                  <a:pt x="9739" y="3053"/>
                  <a:pt x="9677" y="2651"/>
                  <a:pt x="9392" y="2440"/>
                </a:cubicBezTo>
                <a:cubicBezTo>
                  <a:pt x="9278" y="2356"/>
                  <a:pt x="9145" y="2315"/>
                  <a:pt x="9013" y="2315"/>
                </a:cubicBezTo>
                <a:cubicBezTo>
                  <a:pt x="8815" y="2315"/>
                  <a:pt x="8620" y="2406"/>
                  <a:pt x="8494" y="2577"/>
                </a:cubicBezTo>
                <a:lnTo>
                  <a:pt x="5619" y="6491"/>
                </a:lnTo>
                <a:lnTo>
                  <a:pt x="5648" y="647"/>
                </a:lnTo>
                <a:cubicBezTo>
                  <a:pt x="5649" y="291"/>
                  <a:pt x="5362" y="2"/>
                  <a:pt x="5008" y="0"/>
                </a:cubicBezTo>
                <a:cubicBezTo>
                  <a:pt x="5007" y="0"/>
                  <a:pt x="5006" y="0"/>
                  <a:pt x="500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59" name="Google Shape;619;p 3"/>
          <p:cNvSpPr/>
          <p:nvPr/>
        </p:nvSpPr>
        <p:spPr>
          <a:xfrm>
            <a:off x="6030360" y="4312440"/>
            <a:ext cx="476280" cy="616680"/>
          </a:xfrm>
          <a:custGeom>
            <a:avLst/>
            <a:gdLst>
              <a:gd name="textAreaLeft" fmla="*/ 0 w 476280"/>
              <a:gd name="textAreaRight" fmla="*/ 476640 w 476280"/>
              <a:gd name="textAreaTop" fmla="*/ 0 h 616680"/>
              <a:gd name="textAreaBottom" fmla="*/ 617040 h 616680"/>
            </a:gdLst>
            <a:ahLst/>
            <a:cxnLst/>
            <a:rect l="textAreaLeft" t="textAreaTop" r="textAreaRight" b="textAreaBottom"/>
            <a:pathLst>
              <a:path w="29352" h="38014">
                <a:moveTo>
                  <a:pt x="14499" y="0"/>
                </a:moveTo>
                <a:cubicBezTo>
                  <a:pt x="6491" y="0"/>
                  <a:pt x="0" y="6029"/>
                  <a:pt x="0" y="13466"/>
                </a:cubicBezTo>
                <a:cubicBezTo>
                  <a:pt x="0" y="16645"/>
                  <a:pt x="1185" y="19565"/>
                  <a:pt x="3169" y="21867"/>
                </a:cubicBezTo>
                <a:cubicBezTo>
                  <a:pt x="4727" y="23677"/>
                  <a:pt x="5499" y="25972"/>
                  <a:pt x="5199" y="28273"/>
                </a:cubicBezTo>
                <a:cubicBezTo>
                  <a:pt x="5145" y="28701"/>
                  <a:pt x="5124" y="29132"/>
                  <a:pt x="5138" y="29564"/>
                </a:cubicBezTo>
                <a:cubicBezTo>
                  <a:pt x="5279" y="34250"/>
                  <a:pt x="9474" y="38014"/>
                  <a:pt x="14501" y="38014"/>
                </a:cubicBezTo>
                <a:cubicBezTo>
                  <a:pt x="14557" y="38014"/>
                  <a:pt x="14612" y="38013"/>
                  <a:pt x="14668" y="38012"/>
                </a:cubicBezTo>
                <a:cubicBezTo>
                  <a:pt x="19762" y="37926"/>
                  <a:pt x="23864" y="34065"/>
                  <a:pt x="23864" y="29315"/>
                </a:cubicBezTo>
                <a:cubicBezTo>
                  <a:pt x="23864" y="29129"/>
                  <a:pt x="23857" y="28942"/>
                  <a:pt x="23844" y="28759"/>
                </a:cubicBezTo>
                <a:cubicBezTo>
                  <a:pt x="23666" y="26161"/>
                  <a:pt x="24452" y="23593"/>
                  <a:pt x="26129" y="21506"/>
                </a:cubicBezTo>
                <a:cubicBezTo>
                  <a:pt x="28249" y="18864"/>
                  <a:pt x="29352" y="15475"/>
                  <a:pt x="28894" y="11842"/>
                </a:cubicBezTo>
                <a:cubicBezTo>
                  <a:pt x="28117" y="5674"/>
                  <a:pt x="22810" y="776"/>
                  <a:pt x="16167" y="87"/>
                </a:cubicBezTo>
                <a:cubicBezTo>
                  <a:pt x="15605" y="29"/>
                  <a:pt x="15048" y="0"/>
                  <a:pt x="14499"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60" name="Google Shape;620;p 3"/>
          <p:cNvSpPr/>
          <p:nvPr/>
        </p:nvSpPr>
        <p:spPr>
          <a:xfrm>
            <a:off x="6174000" y="4548600"/>
            <a:ext cx="185760" cy="708480"/>
          </a:xfrm>
          <a:custGeom>
            <a:avLst/>
            <a:gdLst>
              <a:gd name="textAreaLeft" fmla="*/ 0 w 185760"/>
              <a:gd name="textAreaRight" fmla="*/ 186120 w 185760"/>
              <a:gd name="textAreaTop" fmla="*/ 0 h 708480"/>
              <a:gd name="textAreaBottom" fmla="*/ 708840 h 708480"/>
            </a:gdLst>
            <a:ahLst/>
            <a:cxnLst/>
            <a:rect l="textAreaLeft" t="textAreaTop" r="textAreaRight" b="textAreaBottom"/>
            <a:pathLst>
              <a:path w="11465" h="43654">
                <a:moveTo>
                  <a:pt x="5720" y="0"/>
                </a:moveTo>
                <a:cubicBezTo>
                  <a:pt x="5426" y="0"/>
                  <a:pt x="5188" y="236"/>
                  <a:pt x="5188" y="531"/>
                </a:cubicBezTo>
                <a:lnTo>
                  <a:pt x="5188" y="8326"/>
                </a:lnTo>
                <a:lnTo>
                  <a:pt x="1309" y="2993"/>
                </a:lnTo>
                <a:cubicBezTo>
                  <a:pt x="1205" y="2850"/>
                  <a:pt x="1043" y="2774"/>
                  <a:pt x="879" y="2774"/>
                </a:cubicBezTo>
                <a:cubicBezTo>
                  <a:pt x="771" y="2774"/>
                  <a:pt x="662" y="2807"/>
                  <a:pt x="568" y="2875"/>
                </a:cubicBezTo>
                <a:cubicBezTo>
                  <a:pt x="330" y="3047"/>
                  <a:pt x="277" y="3380"/>
                  <a:pt x="450" y="3616"/>
                </a:cubicBezTo>
                <a:lnTo>
                  <a:pt x="4890" y="9721"/>
                </a:lnTo>
                <a:cubicBezTo>
                  <a:pt x="4962" y="9820"/>
                  <a:pt x="5068" y="9890"/>
                  <a:pt x="5188" y="9920"/>
                </a:cubicBezTo>
                <a:lnTo>
                  <a:pt x="5188" y="14337"/>
                </a:lnTo>
                <a:lnTo>
                  <a:pt x="992" y="9346"/>
                </a:lnTo>
                <a:cubicBezTo>
                  <a:pt x="888" y="9227"/>
                  <a:pt x="741" y="9165"/>
                  <a:pt x="594" y="9165"/>
                </a:cubicBezTo>
                <a:cubicBezTo>
                  <a:pt x="474" y="9165"/>
                  <a:pt x="352" y="9206"/>
                  <a:pt x="253" y="9289"/>
                </a:cubicBezTo>
                <a:cubicBezTo>
                  <a:pt x="32" y="9474"/>
                  <a:pt x="1" y="9802"/>
                  <a:pt x="180" y="10027"/>
                </a:cubicBezTo>
                <a:lnTo>
                  <a:pt x="5189" y="15984"/>
                </a:lnTo>
                <a:lnTo>
                  <a:pt x="5189" y="43124"/>
                </a:lnTo>
                <a:cubicBezTo>
                  <a:pt x="5189" y="43416"/>
                  <a:pt x="5427" y="43654"/>
                  <a:pt x="5720" y="43654"/>
                </a:cubicBezTo>
                <a:lnTo>
                  <a:pt x="5737" y="43654"/>
                </a:lnTo>
                <a:cubicBezTo>
                  <a:pt x="6030" y="43654"/>
                  <a:pt x="6267" y="43416"/>
                  <a:pt x="6267" y="43124"/>
                </a:cubicBezTo>
                <a:lnTo>
                  <a:pt x="6267" y="15986"/>
                </a:lnTo>
                <a:lnTo>
                  <a:pt x="11276" y="10027"/>
                </a:lnTo>
                <a:cubicBezTo>
                  <a:pt x="11465" y="9804"/>
                  <a:pt x="11435" y="9469"/>
                  <a:pt x="11211" y="9281"/>
                </a:cubicBezTo>
                <a:cubicBezTo>
                  <a:pt x="11112" y="9197"/>
                  <a:pt x="10991" y="9156"/>
                  <a:pt x="10870" y="9156"/>
                </a:cubicBezTo>
                <a:cubicBezTo>
                  <a:pt x="10718" y="9156"/>
                  <a:pt x="10568" y="9220"/>
                  <a:pt x="10463" y="9346"/>
                </a:cubicBezTo>
                <a:lnTo>
                  <a:pt x="6266" y="14337"/>
                </a:lnTo>
                <a:lnTo>
                  <a:pt x="6266" y="9920"/>
                </a:lnTo>
                <a:cubicBezTo>
                  <a:pt x="6385" y="9890"/>
                  <a:pt x="6491" y="9820"/>
                  <a:pt x="6563" y="9721"/>
                </a:cubicBezTo>
                <a:lnTo>
                  <a:pt x="11005" y="3616"/>
                </a:lnTo>
                <a:cubicBezTo>
                  <a:pt x="11176" y="3380"/>
                  <a:pt x="11123" y="3047"/>
                  <a:pt x="10887" y="2875"/>
                </a:cubicBezTo>
                <a:cubicBezTo>
                  <a:pt x="10793" y="2807"/>
                  <a:pt x="10683" y="2774"/>
                  <a:pt x="10575" y="2774"/>
                </a:cubicBezTo>
                <a:cubicBezTo>
                  <a:pt x="10411" y="2774"/>
                  <a:pt x="10250" y="2850"/>
                  <a:pt x="10146" y="2993"/>
                </a:cubicBezTo>
                <a:lnTo>
                  <a:pt x="6266" y="8326"/>
                </a:lnTo>
                <a:lnTo>
                  <a:pt x="6266" y="531"/>
                </a:lnTo>
                <a:cubicBezTo>
                  <a:pt x="6266" y="236"/>
                  <a:pt x="6030" y="0"/>
                  <a:pt x="573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61" name="Google Shape;621;p 3"/>
          <p:cNvSpPr/>
          <p:nvPr/>
        </p:nvSpPr>
        <p:spPr>
          <a:xfrm>
            <a:off x="5257800" y="369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0"/>
                </a:moveTo>
                <a:cubicBezTo>
                  <a:pt x="821" y="0"/>
                  <a:pt x="0" y="821"/>
                  <a:pt x="0" y="1841"/>
                </a:cubicBezTo>
                <a:lnTo>
                  <a:pt x="0" y="1843"/>
                </a:lnTo>
                <a:cubicBezTo>
                  <a:pt x="0" y="2863"/>
                  <a:pt x="821" y="3683"/>
                  <a:pt x="1841" y="3683"/>
                </a:cubicBezTo>
                <a:cubicBezTo>
                  <a:pt x="2860" y="3683"/>
                  <a:pt x="3683" y="2863"/>
                  <a:pt x="3683" y="1843"/>
                </a:cubicBezTo>
                <a:lnTo>
                  <a:pt x="3683" y="1841"/>
                </a:lnTo>
                <a:cubicBezTo>
                  <a:pt x="3683" y="821"/>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2" name="Google Shape;622;p 3"/>
          <p:cNvSpPr/>
          <p:nvPr/>
        </p:nvSpPr>
        <p:spPr>
          <a:xfrm>
            <a:off x="5150160" y="3583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2" y="0"/>
                  <a:pt x="1" y="821"/>
                  <a:pt x="1" y="1842"/>
                </a:cubicBezTo>
                <a:cubicBezTo>
                  <a:pt x="1" y="2862"/>
                  <a:pt x="822" y="3685"/>
                  <a:pt x="1841" y="3685"/>
                </a:cubicBezTo>
                <a:lnTo>
                  <a:pt x="1843" y="3685"/>
                </a:lnTo>
                <a:cubicBezTo>
                  <a:pt x="2863" y="3685"/>
                  <a:pt x="3684" y="2862"/>
                  <a:pt x="3684" y="1842"/>
                </a:cubicBez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3" name="Google Shape;623;p 3"/>
          <p:cNvSpPr/>
          <p:nvPr/>
        </p:nvSpPr>
        <p:spPr>
          <a:xfrm>
            <a:off x="5257800" y="3583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1"/>
                  <a:pt x="0" y="1842"/>
                </a:cubicBezTo>
                <a:cubicBezTo>
                  <a:pt x="0" y="2862"/>
                  <a:pt x="821" y="3685"/>
                  <a:pt x="1841" y="3685"/>
                </a:cubicBezTo>
                <a:cubicBezTo>
                  <a:pt x="2860" y="3685"/>
                  <a:pt x="3683" y="2862"/>
                  <a:pt x="3683" y="1842"/>
                </a:cubicBezTo>
                <a:cubicBezTo>
                  <a:pt x="3683" y="821"/>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4" name="Google Shape;624;p 3"/>
          <p:cNvSpPr/>
          <p:nvPr/>
        </p:nvSpPr>
        <p:spPr>
          <a:xfrm>
            <a:off x="5042880" y="3583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1"/>
                  <a:pt x="1" y="1842"/>
                </a:cubicBezTo>
                <a:cubicBezTo>
                  <a:pt x="1" y="2862"/>
                  <a:pt x="822" y="3685"/>
                  <a:pt x="1843" y="3685"/>
                </a:cubicBezTo>
                <a:lnTo>
                  <a:pt x="1845" y="3685"/>
                </a:lnTo>
                <a:cubicBezTo>
                  <a:pt x="2865" y="3685"/>
                  <a:pt x="3685" y="2862"/>
                  <a:pt x="3685" y="1842"/>
                </a:cubicBezTo>
                <a:cubicBezTo>
                  <a:pt x="3685" y="821"/>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5" name="Google Shape;625;p 3"/>
          <p:cNvSpPr/>
          <p:nvPr/>
        </p:nvSpPr>
        <p:spPr>
          <a:xfrm>
            <a:off x="5042880" y="369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0"/>
                </a:moveTo>
                <a:cubicBezTo>
                  <a:pt x="822" y="0"/>
                  <a:pt x="1" y="821"/>
                  <a:pt x="1" y="1841"/>
                </a:cubicBezTo>
                <a:lnTo>
                  <a:pt x="1" y="1843"/>
                </a:lnTo>
                <a:cubicBezTo>
                  <a:pt x="1" y="2863"/>
                  <a:pt x="822" y="3683"/>
                  <a:pt x="1843" y="3683"/>
                </a:cubicBezTo>
                <a:lnTo>
                  <a:pt x="1845" y="3683"/>
                </a:lnTo>
                <a:cubicBezTo>
                  <a:pt x="2865" y="3683"/>
                  <a:pt x="3685" y="2863"/>
                  <a:pt x="3685" y="1843"/>
                </a:cubicBezTo>
                <a:lnTo>
                  <a:pt x="3685" y="1841"/>
                </a:lnTo>
                <a:cubicBezTo>
                  <a:pt x="3685" y="821"/>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6" name="Google Shape;626;p 3"/>
          <p:cNvSpPr/>
          <p:nvPr/>
        </p:nvSpPr>
        <p:spPr>
          <a:xfrm>
            <a:off x="5042880" y="3801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3">
                <a:moveTo>
                  <a:pt x="1843" y="0"/>
                </a:moveTo>
                <a:cubicBezTo>
                  <a:pt x="822" y="0"/>
                  <a:pt x="1" y="821"/>
                  <a:pt x="1" y="1841"/>
                </a:cubicBezTo>
                <a:lnTo>
                  <a:pt x="1" y="1842"/>
                </a:lnTo>
                <a:cubicBezTo>
                  <a:pt x="1" y="2862"/>
                  <a:pt x="822" y="3683"/>
                  <a:pt x="1843" y="3683"/>
                </a:cubicBezTo>
                <a:lnTo>
                  <a:pt x="1845" y="3683"/>
                </a:lnTo>
                <a:cubicBezTo>
                  <a:pt x="2865" y="3683"/>
                  <a:pt x="3685" y="2862"/>
                  <a:pt x="3685" y="1842"/>
                </a:cubicBezTo>
                <a:lnTo>
                  <a:pt x="3685" y="1841"/>
                </a:lnTo>
                <a:cubicBezTo>
                  <a:pt x="3685" y="821"/>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7" name="Google Shape;627;p 3"/>
          <p:cNvSpPr/>
          <p:nvPr/>
        </p:nvSpPr>
        <p:spPr>
          <a:xfrm>
            <a:off x="5150160" y="3801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3">
                <a:moveTo>
                  <a:pt x="1841" y="0"/>
                </a:moveTo>
                <a:cubicBezTo>
                  <a:pt x="822" y="0"/>
                  <a:pt x="1" y="821"/>
                  <a:pt x="1" y="1841"/>
                </a:cubicBezTo>
                <a:lnTo>
                  <a:pt x="1" y="1842"/>
                </a:lnTo>
                <a:cubicBezTo>
                  <a:pt x="1" y="2862"/>
                  <a:pt x="822" y="3683"/>
                  <a:pt x="1841" y="3683"/>
                </a:cubicBezTo>
                <a:lnTo>
                  <a:pt x="1843" y="3683"/>
                </a:lnTo>
                <a:cubicBezTo>
                  <a:pt x="2863" y="3683"/>
                  <a:pt x="3684" y="2862"/>
                  <a:pt x="3684" y="1842"/>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8" name="Google Shape;628;p 3"/>
          <p:cNvSpPr/>
          <p:nvPr/>
        </p:nvSpPr>
        <p:spPr>
          <a:xfrm>
            <a:off x="5150160" y="3910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1"/>
                </a:moveTo>
                <a:cubicBezTo>
                  <a:pt x="822" y="1"/>
                  <a:pt x="1" y="823"/>
                  <a:pt x="1" y="1843"/>
                </a:cubicBezTo>
                <a:cubicBezTo>
                  <a:pt x="1" y="2864"/>
                  <a:pt x="822" y="3685"/>
                  <a:pt x="1841" y="3685"/>
                </a:cubicBezTo>
                <a:lnTo>
                  <a:pt x="1843" y="3685"/>
                </a:lnTo>
                <a:cubicBezTo>
                  <a:pt x="2863" y="3685"/>
                  <a:pt x="3684" y="2864"/>
                  <a:pt x="3684" y="1843"/>
                </a:cubicBezTo>
                <a:cubicBezTo>
                  <a:pt x="3684"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 name="PlaceHolder 1"/>
          <p:cNvSpPr>
            <a:spLocks noGrp="1"/>
          </p:cNvSpPr>
          <p:nvPr>
            <p:ph type="title"/>
          </p:nvPr>
        </p:nvSpPr>
        <p:spPr>
          <a:xfrm>
            <a:off x="790920" y="720000"/>
            <a:ext cx="5011920" cy="313920"/>
          </a:xfrm>
          <a:prstGeom prst="rect">
            <a:avLst/>
          </a:prstGeom>
          <a:noFill/>
          <a:ln w="0">
            <a:noFill/>
          </a:ln>
        </p:spPr>
        <p:txBody>
          <a:bodyPr lIns="91440" tIns="91440" rIns="91440" bIns="91440" anchor="b">
            <a:noAutofit/>
          </a:bodyPr>
          <a:lstStyle/>
          <a:p>
            <a:pPr indent="0">
              <a:lnSpc>
                <a:spcPct val="100000"/>
              </a:lnSpc>
              <a:buNone/>
              <a:tabLst>
                <a:tab pos="0" algn="l"/>
              </a:tabLst>
            </a:pPr>
            <a:r>
              <a:rPr lang="en" sz="1200" b="0" u="none" strike="noStrike" dirty="0">
                <a:solidFill>
                  <a:srgbClr val="FFFFFF"/>
                </a:solidFill>
                <a:effectLst/>
                <a:uFillTx/>
                <a:latin typeface="Montserrat ExtraBold"/>
                <a:ea typeface="Montserrat ExtraBold"/>
              </a:rPr>
              <a:t>Diagnostic Model</a:t>
            </a:r>
            <a:endParaRPr lang="en-US" sz="1200" b="0" u="none" strike="noStrike" dirty="0">
              <a:solidFill>
                <a:srgbClr val="000000"/>
              </a:solidFill>
              <a:effectLst/>
              <a:uFillTx/>
              <a:latin typeface="Arial"/>
            </a:endParaRPr>
          </a:p>
        </p:txBody>
      </p:sp>
      <p:pic>
        <p:nvPicPr>
          <p:cNvPr id="3" name="Picture 2">
            <a:extLst>
              <a:ext uri="{FF2B5EF4-FFF2-40B4-BE49-F238E27FC236}">
                <a16:creationId xmlns:a16="http://schemas.microsoft.com/office/drawing/2014/main" id="{CEB97C00-35D6-475D-9778-F5CA7BD56072}"/>
              </a:ext>
            </a:extLst>
          </p:cNvPr>
          <p:cNvPicPr>
            <a:picLocks noChangeAspect="1"/>
          </p:cNvPicPr>
          <p:nvPr/>
        </p:nvPicPr>
        <p:blipFill>
          <a:blip r:embed="rId2"/>
          <a:stretch>
            <a:fillRect/>
          </a:stretch>
        </p:blipFill>
        <p:spPr>
          <a:xfrm>
            <a:off x="348944" y="1223089"/>
            <a:ext cx="3666245" cy="3733826"/>
          </a:xfrm>
          <a:prstGeom prst="rect">
            <a:avLst/>
          </a:prstGeom>
        </p:spPr>
      </p:pic>
      <p:pic>
        <p:nvPicPr>
          <p:cNvPr id="5" name="Picture 4">
            <a:extLst>
              <a:ext uri="{FF2B5EF4-FFF2-40B4-BE49-F238E27FC236}">
                <a16:creationId xmlns:a16="http://schemas.microsoft.com/office/drawing/2014/main" id="{7D6397DB-F378-4FB7-A2DF-E07BA8BB7CB3}"/>
              </a:ext>
            </a:extLst>
          </p:cNvPr>
          <p:cNvPicPr>
            <a:picLocks noChangeAspect="1"/>
          </p:cNvPicPr>
          <p:nvPr/>
        </p:nvPicPr>
        <p:blipFill>
          <a:blip r:embed="rId3"/>
          <a:stretch>
            <a:fillRect/>
          </a:stretch>
        </p:blipFill>
        <p:spPr>
          <a:xfrm>
            <a:off x="4773258" y="2552792"/>
            <a:ext cx="3979217" cy="2425328"/>
          </a:xfrm>
          <a:prstGeom prst="rect">
            <a:avLst/>
          </a:prstGeom>
        </p:spPr>
      </p:pic>
      <p:pic>
        <p:nvPicPr>
          <p:cNvPr id="7" name="Picture 6">
            <a:extLst>
              <a:ext uri="{FF2B5EF4-FFF2-40B4-BE49-F238E27FC236}">
                <a16:creationId xmlns:a16="http://schemas.microsoft.com/office/drawing/2014/main" id="{B5CEF28A-F223-445E-B71B-BEDD3C00DDE5}"/>
              </a:ext>
            </a:extLst>
          </p:cNvPr>
          <p:cNvPicPr>
            <a:picLocks noChangeAspect="1"/>
          </p:cNvPicPr>
          <p:nvPr/>
        </p:nvPicPr>
        <p:blipFill>
          <a:blip r:embed="rId4"/>
          <a:stretch>
            <a:fillRect/>
          </a:stretch>
        </p:blipFill>
        <p:spPr>
          <a:xfrm>
            <a:off x="4572000" y="230294"/>
            <a:ext cx="4452237" cy="187462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 name="PlaceHolder 1"/>
          <p:cNvSpPr>
            <a:spLocks noGrp="1"/>
          </p:cNvSpPr>
          <p:nvPr>
            <p:ph type="title"/>
          </p:nvPr>
        </p:nvSpPr>
        <p:spPr>
          <a:xfrm>
            <a:off x="790920" y="720000"/>
            <a:ext cx="5011920" cy="313920"/>
          </a:xfrm>
          <a:prstGeom prst="rect">
            <a:avLst/>
          </a:prstGeom>
          <a:noFill/>
          <a:ln w="0">
            <a:noFill/>
          </a:ln>
        </p:spPr>
        <p:txBody>
          <a:bodyPr lIns="91440" tIns="91440" rIns="91440" bIns="91440" anchor="b">
            <a:noAutofit/>
          </a:bodyPr>
          <a:lstStyle/>
          <a:p>
            <a:pPr indent="0">
              <a:lnSpc>
                <a:spcPct val="100000"/>
              </a:lnSpc>
              <a:buNone/>
              <a:tabLst>
                <a:tab pos="0" algn="l"/>
              </a:tabLst>
            </a:pPr>
            <a:r>
              <a:rPr lang="en" sz="1200" b="0" u="none" strike="noStrike" dirty="0">
                <a:solidFill>
                  <a:srgbClr val="FFFFFF"/>
                </a:solidFill>
                <a:effectLst/>
                <a:uFillTx/>
                <a:latin typeface="Montserrat ExtraBold"/>
                <a:ea typeface="Montserrat ExtraBold"/>
              </a:rPr>
              <a:t>Big Data Model</a:t>
            </a:r>
            <a:endParaRPr lang="en-US" sz="1200" b="0" u="none" strike="noStrike" dirty="0">
              <a:solidFill>
                <a:srgbClr val="000000"/>
              </a:solidFill>
              <a:effectLst/>
              <a:uFillTx/>
              <a:latin typeface="Arial"/>
            </a:endParaRPr>
          </a:p>
        </p:txBody>
      </p:sp>
      <p:sp>
        <p:nvSpPr>
          <p:cNvPr id="693" name="PlaceHolder 2"/>
          <p:cNvSpPr>
            <a:spLocks noGrp="1"/>
          </p:cNvSpPr>
          <p:nvPr>
            <p:ph type="title"/>
          </p:nvPr>
        </p:nvSpPr>
        <p:spPr>
          <a:xfrm>
            <a:off x="611280" y="2112584"/>
            <a:ext cx="2559960" cy="318960"/>
          </a:xfrm>
          <a:prstGeom prst="rect">
            <a:avLst/>
          </a:prstGeom>
          <a:noFill/>
          <a:ln w="0">
            <a:noFill/>
          </a:ln>
        </p:spPr>
        <p:txBody>
          <a:bodyPr lIns="91440" tIns="91440" rIns="91440" bIns="91440" anchor="b">
            <a:noAutofit/>
          </a:bodyPr>
          <a:lstStyle/>
          <a:p>
            <a:pPr indent="0" algn="ctr">
              <a:lnSpc>
                <a:spcPct val="100000"/>
              </a:lnSpc>
              <a:buNone/>
              <a:tabLst>
                <a:tab pos="0" algn="l"/>
              </a:tabLst>
            </a:pPr>
            <a:r>
              <a:rPr lang="en" sz="1200" dirty="0">
                <a:solidFill>
                  <a:srgbClr val="434343"/>
                </a:solidFill>
                <a:latin typeface="Montserrat ExtraBold"/>
              </a:rPr>
              <a:t>Intended use by RE Agencies and Serious Brokers</a:t>
            </a:r>
            <a:endParaRPr lang="en-US" sz="1200" b="0" u="none" strike="noStrike" dirty="0">
              <a:solidFill>
                <a:srgbClr val="000000"/>
              </a:solidFill>
              <a:effectLst/>
              <a:uFillTx/>
              <a:latin typeface="Arial"/>
            </a:endParaRPr>
          </a:p>
        </p:txBody>
      </p:sp>
      <p:sp>
        <p:nvSpPr>
          <p:cNvPr id="694" name="PlaceHolder 3"/>
          <p:cNvSpPr>
            <a:spLocks noGrp="1"/>
          </p:cNvSpPr>
          <p:nvPr>
            <p:ph type="subTitle"/>
          </p:nvPr>
        </p:nvSpPr>
        <p:spPr>
          <a:xfrm>
            <a:off x="763920" y="2336220"/>
            <a:ext cx="2237760" cy="98676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100" b="0" u="none" strike="noStrike" dirty="0">
                <a:solidFill>
                  <a:srgbClr val="434343"/>
                </a:solidFill>
                <a:effectLst/>
                <a:uFillTx/>
                <a:latin typeface="EB Garamond"/>
                <a:ea typeface="EB Garamond"/>
              </a:rPr>
              <a:t>Most RE Agencies have sample data about the postings in each area. There for the use of the Means and Medians of each neighbourhood was used, to caculate the diviations of the area and year of construction to set most efficient premiums. </a:t>
            </a:r>
            <a:endParaRPr lang="en-US" sz="1100" b="0" u="none" strike="noStrike" dirty="0">
              <a:solidFill>
                <a:srgbClr val="000000"/>
              </a:solidFill>
              <a:effectLst/>
              <a:uFillTx/>
              <a:latin typeface="Arial"/>
            </a:endParaRPr>
          </a:p>
        </p:txBody>
      </p:sp>
      <p:sp>
        <p:nvSpPr>
          <p:cNvPr id="695" name="PlaceHolder 4"/>
          <p:cNvSpPr>
            <a:spLocks noGrp="1"/>
          </p:cNvSpPr>
          <p:nvPr>
            <p:ph type="subTitle"/>
          </p:nvPr>
        </p:nvSpPr>
        <p:spPr>
          <a:xfrm>
            <a:off x="6085440" y="2546100"/>
            <a:ext cx="2237760" cy="98676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US" sz="1100" b="0" u="none" strike="noStrike" dirty="0">
                <a:solidFill>
                  <a:srgbClr val="434343"/>
                </a:solidFill>
                <a:effectLst/>
                <a:uFillTx/>
                <a:latin typeface="EB Garamond"/>
                <a:ea typeface="EB Garamond"/>
              </a:rPr>
              <a:t>Dummy utilization was essen</a:t>
            </a:r>
            <a:r>
              <a:rPr lang="en-US" sz="1100" dirty="0">
                <a:solidFill>
                  <a:srgbClr val="434343"/>
                </a:solidFill>
                <a:latin typeface="EB Garamond"/>
                <a:ea typeface="EB Garamond"/>
              </a:rPr>
              <a:t>tial for specifying various nuances in properties.</a:t>
            </a:r>
            <a:endParaRPr lang="en-US" sz="1100" b="0" u="none" strike="noStrike" dirty="0">
              <a:solidFill>
                <a:srgbClr val="000000"/>
              </a:solidFill>
              <a:effectLst/>
              <a:uFillTx/>
              <a:latin typeface="Arial"/>
            </a:endParaRPr>
          </a:p>
        </p:txBody>
      </p:sp>
      <p:sp>
        <p:nvSpPr>
          <p:cNvPr id="696" name="PlaceHolder 5"/>
          <p:cNvSpPr>
            <a:spLocks noGrp="1"/>
          </p:cNvSpPr>
          <p:nvPr>
            <p:ph type="title"/>
          </p:nvPr>
        </p:nvSpPr>
        <p:spPr>
          <a:xfrm>
            <a:off x="5896080" y="2256300"/>
            <a:ext cx="2559960" cy="318960"/>
          </a:xfrm>
          <a:prstGeom prst="rect">
            <a:avLst/>
          </a:prstGeom>
          <a:noFill/>
          <a:ln w="0">
            <a:noFill/>
          </a:ln>
        </p:spPr>
        <p:txBody>
          <a:bodyPr lIns="91440" tIns="91440" rIns="91440" bIns="91440" anchor="b">
            <a:noAutofit/>
          </a:bodyPr>
          <a:lstStyle/>
          <a:p>
            <a:pPr indent="0" algn="ctr">
              <a:lnSpc>
                <a:spcPct val="100000"/>
              </a:lnSpc>
              <a:buNone/>
              <a:tabLst>
                <a:tab pos="0" algn="l"/>
              </a:tabLst>
            </a:pPr>
            <a:r>
              <a:rPr lang="en" sz="1200" dirty="0">
                <a:solidFill>
                  <a:srgbClr val="434343"/>
                </a:solidFill>
                <a:latin typeface="Montserrat ExtraBold"/>
              </a:rPr>
              <a:t>Full Dummy utalization</a:t>
            </a:r>
            <a:endParaRPr lang="en-US" sz="1200" b="0" u="none" strike="noStrike" dirty="0">
              <a:solidFill>
                <a:srgbClr val="000000"/>
              </a:solidFill>
              <a:effectLst/>
              <a:uFillTx/>
              <a:latin typeface="Arial"/>
            </a:endParaRPr>
          </a:p>
        </p:txBody>
      </p:sp>
      <p:sp>
        <p:nvSpPr>
          <p:cNvPr id="697" name="PlaceHolder 6"/>
          <p:cNvSpPr>
            <a:spLocks noGrp="1"/>
          </p:cNvSpPr>
          <p:nvPr>
            <p:ph type="subTitle"/>
          </p:nvPr>
        </p:nvSpPr>
        <p:spPr>
          <a:xfrm>
            <a:off x="3449160" y="1870740"/>
            <a:ext cx="2237760" cy="98676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100" b="0" u="none" strike="noStrike" dirty="0">
                <a:solidFill>
                  <a:srgbClr val="434343"/>
                </a:solidFill>
                <a:effectLst/>
                <a:uFillTx/>
                <a:latin typeface="EB Garamond"/>
                <a:ea typeface="EB Garamond"/>
              </a:rPr>
              <a:t>Maximizing the prediction power and overall stability model of price setting by the regressors available.</a:t>
            </a:r>
            <a:endParaRPr lang="en-US" sz="1100" b="0" u="none" strike="noStrike" dirty="0">
              <a:solidFill>
                <a:srgbClr val="000000"/>
              </a:solidFill>
              <a:effectLst/>
              <a:uFillTx/>
              <a:latin typeface="Arial"/>
            </a:endParaRPr>
          </a:p>
        </p:txBody>
      </p:sp>
      <p:sp>
        <p:nvSpPr>
          <p:cNvPr id="698" name="PlaceHolder 7"/>
          <p:cNvSpPr>
            <a:spLocks noGrp="1"/>
          </p:cNvSpPr>
          <p:nvPr>
            <p:ph type="title"/>
          </p:nvPr>
        </p:nvSpPr>
        <p:spPr>
          <a:xfrm>
            <a:off x="3257975" y="1541508"/>
            <a:ext cx="2559960" cy="318960"/>
          </a:xfrm>
          <a:prstGeom prst="rect">
            <a:avLst/>
          </a:prstGeom>
          <a:noFill/>
          <a:ln w="0">
            <a:noFill/>
          </a:ln>
        </p:spPr>
        <p:txBody>
          <a:bodyPr lIns="91440" tIns="91440" rIns="91440" bIns="91440" anchor="b">
            <a:noAutofit/>
          </a:bodyPr>
          <a:lstStyle/>
          <a:p>
            <a:pPr indent="0" algn="ctr">
              <a:lnSpc>
                <a:spcPct val="100000"/>
              </a:lnSpc>
              <a:buNone/>
              <a:tabLst>
                <a:tab pos="0" algn="l"/>
              </a:tabLst>
            </a:pPr>
            <a:r>
              <a:rPr lang="en" sz="1200" dirty="0">
                <a:solidFill>
                  <a:srgbClr val="434343"/>
                </a:solidFill>
                <a:latin typeface="Montserrat ExtraBold"/>
              </a:rPr>
              <a:t>Main </a:t>
            </a:r>
            <a:r>
              <a:rPr lang="en" sz="1200" b="0" u="none" strike="noStrike" dirty="0">
                <a:solidFill>
                  <a:srgbClr val="434343"/>
                </a:solidFill>
                <a:effectLst/>
                <a:uFillTx/>
                <a:latin typeface="Montserrat ExtraBold"/>
              </a:rPr>
              <a:t>Model</a:t>
            </a:r>
            <a:endParaRPr lang="en-US" sz="1200" b="0" u="none" strike="noStrike" dirty="0">
              <a:solidFill>
                <a:srgbClr val="000000"/>
              </a:solidFill>
              <a:effectLst/>
              <a:uFillTx/>
              <a:latin typeface="Arial"/>
            </a:endParaRPr>
          </a:p>
        </p:txBody>
      </p:sp>
      <p:sp>
        <p:nvSpPr>
          <p:cNvPr id="699" name="Google Shape;359;p 3"/>
          <p:cNvSpPr/>
          <p:nvPr/>
        </p:nvSpPr>
        <p:spPr>
          <a:xfrm>
            <a:off x="2637720" y="3507120"/>
            <a:ext cx="4009680" cy="1595520"/>
          </a:xfrm>
          <a:custGeom>
            <a:avLst/>
            <a:gdLst>
              <a:gd name="textAreaLeft" fmla="*/ 0 w 4009680"/>
              <a:gd name="textAreaRight" fmla="*/ 4010040 w 4009680"/>
              <a:gd name="textAreaTop" fmla="*/ 0 h 1595520"/>
              <a:gd name="textAreaBottom" fmla="*/ 1595880 h 1595520"/>
            </a:gdLst>
            <a:ahLst/>
            <a:cxnLst/>
            <a:rect l="textAreaLeft" t="textAreaTop" r="textAreaRight" b="textAreaBottom"/>
            <a:pathLst>
              <a:path w="247007" h="98294">
                <a:moveTo>
                  <a:pt x="168103" y="1"/>
                </a:moveTo>
                <a:cubicBezTo>
                  <a:pt x="166328" y="1"/>
                  <a:pt x="164550" y="734"/>
                  <a:pt x="163185" y="2207"/>
                </a:cubicBezTo>
                <a:lnTo>
                  <a:pt x="141106" y="26046"/>
                </a:lnTo>
                <a:cubicBezTo>
                  <a:pt x="140840" y="26332"/>
                  <a:pt x="140493" y="26477"/>
                  <a:pt x="140144" y="26477"/>
                </a:cubicBezTo>
                <a:cubicBezTo>
                  <a:pt x="139834" y="26477"/>
                  <a:pt x="139522" y="26363"/>
                  <a:pt x="139267" y="26131"/>
                </a:cubicBezTo>
                <a:lnTo>
                  <a:pt x="122255" y="9365"/>
                </a:lnTo>
                <a:cubicBezTo>
                  <a:pt x="121015" y="8143"/>
                  <a:pt x="119386" y="7519"/>
                  <a:pt x="117748" y="7519"/>
                </a:cubicBezTo>
                <a:cubicBezTo>
                  <a:pt x="116411" y="7519"/>
                  <a:pt x="115068" y="7935"/>
                  <a:pt x="113926" y="8782"/>
                </a:cubicBezTo>
                <a:lnTo>
                  <a:pt x="100257" y="18925"/>
                </a:lnTo>
                <a:cubicBezTo>
                  <a:pt x="100061" y="19170"/>
                  <a:pt x="99786" y="19339"/>
                  <a:pt x="99480" y="19403"/>
                </a:cubicBezTo>
                <a:lnTo>
                  <a:pt x="83820" y="2496"/>
                </a:lnTo>
                <a:cubicBezTo>
                  <a:pt x="82457" y="1024"/>
                  <a:pt x="80678" y="290"/>
                  <a:pt x="78903" y="290"/>
                </a:cubicBezTo>
                <a:cubicBezTo>
                  <a:pt x="77078" y="290"/>
                  <a:pt x="75255" y="1065"/>
                  <a:pt x="73888" y="2611"/>
                </a:cubicBezTo>
                <a:lnTo>
                  <a:pt x="62720" y="15241"/>
                </a:lnTo>
                <a:cubicBezTo>
                  <a:pt x="61788" y="16295"/>
                  <a:pt x="60242" y="16628"/>
                  <a:pt x="58659" y="16628"/>
                </a:cubicBezTo>
                <a:cubicBezTo>
                  <a:pt x="58501" y="16628"/>
                  <a:pt x="58343" y="16624"/>
                  <a:pt x="58185" y="16618"/>
                </a:cubicBezTo>
                <a:cubicBezTo>
                  <a:pt x="58041" y="16612"/>
                  <a:pt x="57898" y="16610"/>
                  <a:pt x="57755" y="16610"/>
                </a:cubicBezTo>
                <a:cubicBezTo>
                  <a:pt x="54347" y="16610"/>
                  <a:pt x="51136" y="18214"/>
                  <a:pt x="49238" y="21065"/>
                </a:cubicBezTo>
                <a:cubicBezTo>
                  <a:pt x="37037" y="39400"/>
                  <a:pt x="1" y="97831"/>
                  <a:pt x="977" y="97831"/>
                </a:cubicBezTo>
                <a:lnTo>
                  <a:pt x="8559" y="97846"/>
                </a:lnTo>
                <a:cubicBezTo>
                  <a:pt x="8501" y="97940"/>
                  <a:pt x="8471" y="98005"/>
                  <a:pt x="8499" y="98005"/>
                </a:cubicBezTo>
                <a:lnTo>
                  <a:pt x="49285" y="97926"/>
                </a:lnTo>
                <a:lnTo>
                  <a:pt x="238508" y="98294"/>
                </a:lnTo>
                <a:cubicBezTo>
                  <a:pt x="238577" y="98294"/>
                  <a:pt x="238168" y="98035"/>
                  <a:pt x="237351" y="97558"/>
                </a:cubicBezTo>
                <a:lnTo>
                  <a:pt x="246031" y="97540"/>
                </a:lnTo>
                <a:cubicBezTo>
                  <a:pt x="247006" y="97540"/>
                  <a:pt x="209968" y="39111"/>
                  <a:pt x="197768" y="20776"/>
                </a:cubicBezTo>
                <a:cubicBezTo>
                  <a:pt x="195870" y="17923"/>
                  <a:pt x="192661" y="16321"/>
                  <a:pt x="189251" y="16321"/>
                </a:cubicBezTo>
                <a:cubicBezTo>
                  <a:pt x="189108" y="16321"/>
                  <a:pt x="188965" y="16324"/>
                  <a:pt x="188821" y="16329"/>
                </a:cubicBezTo>
                <a:cubicBezTo>
                  <a:pt x="188663" y="16335"/>
                  <a:pt x="188505" y="16339"/>
                  <a:pt x="188347" y="16339"/>
                </a:cubicBezTo>
                <a:cubicBezTo>
                  <a:pt x="186763" y="16339"/>
                  <a:pt x="185218" y="16006"/>
                  <a:pt x="184287" y="14952"/>
                </a:cubicBezTo>
                <a:lnTo>
                  <a:pt x="173117" y="2322"/>
                </a:lnTo>
                <a:cubicBezTo>
                  <a:pt x="171750" y="776"/>
                  <a:pt x="169928" y="1"/>
                  <a:pt x="16810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00" name="Google Shape;360;p 3"/>
          <p:cNvSpPr/>
          <p:nvPr/>
        </p:nvSpPr>
        <p:spPr>
          <a:xfrm>
            <a:off x="5093280" y="3506400"/>
            <a:ext cx="524880" cy="308880"/>
          </a:xfrm>
          <a:custGeom>
            <a:avLst/>
            <a:gdLst>
              <a:gd name="textAreaLeft" fmla="*/ 0 w 524880"/>
              <a:gd name="textAreaRight" fmla="*/ 525240 w 524880"/>
              <a:gd name="textAreaTop" fmla="*/ 0 h 308880"/>
              <a:gd name="textAreaBottom" fmla="*/ 309240 h 308880"/>
            </a:gdLst>
            <a:ahLst/>
            <a:cxnLst/>
            <a:rect l="textAreaLeft" t="textAreaTop" r="textAreaRight" b="textAreaBottom"/>
            <a:pathLst>
              <a:path w="32362" h="19043">
                <a:moveTo>
                  <a:pt x="17214" y="1"/>
                </a:moveTo>
                <a:cubicBezTo>
                  <a:pt x="15031" y="1"/>
                  <a:pt x="12837" y="1278"/>
                  <a:pt x="10822" y="3581"/>
                </a:cubicBezTo>
                <a:lnTo>
                  <a:pt x="652" y="14237"/>
                </a:lnTo>
                <a:cubicBezTo>
                  <a:pt x="0" y="14981"/>
                  <a:pt x="578" y="16076"/>
                  <a:pt x="1471" y="16076"/>
                </a:cubicBezTo>
                <a:cubicBezTo>
                  <a:pt x="1573" y="16076"/>
                  <a:pt x="1680" y="16061"/>
                  <a:pt x="1790" y="16030"/>
                </a:cubicBezTo>
                <a:lnTo>
                  <a:pt x="9601" y="13799"/>
                </a:lnTo>
                <a:cubicBezTo>
                  <a:pt x="9702" y="13770"/>
                  <a:pt x="9805" y="13756"/>
                  <a:pt x="9906" y="13756"/>
                </a:cubicBezTo>
                <a:cubicBezTo>
                  <a:pt x="10195" y="13756"/>
                  <a:pt x="10477" y="13869"/>
                  <a:pt x="10688" y="14079"/>
                </a:cubicBezTo>
                <a:lnTo>
                  <a:pt x="15326" y="18718"/>
                </a:lnTo>
                <a:cubicBezTo>
                  <a:pt x="15544" y="18936"/>
                  <a:pt x="15827" y="19042"/>
                  <a:pt x="16108" y="19042"/>
                </a:cubicBezTo>
                <a:cubicBezTo>
                  <a:pt x="16450" y="19042"/>
                  <a:pt x="16791" y="18884"/>
                  <a:pt x="17009" y="18579"/>
                </a:cubicBezTo>
                <a:lnTo>
                  <a:pt x="20139" y="14197"/>
                </a:lnTo>
                <a:cubicBezTo>
                  <a:pt x="20349" y="13903"/>
                  <a:pt x="20685" y="13734"/>
                  <a:pt x="21038" y="13734"/>
                </a:cubicBezTo>
                <a:cubicBezTo>
                  <a:pt x="21109" y="13734"/>
                  <a:pt x="21180" y="13741"/>
                  <a:pt x="21251" y="13755"/>
                </a:cubicBezTo>
                <a:lnTo>
                  <a:pt x="30673" y="15577"/>
                </a:lnTo>
                <a:cubicBezTo>
                  <a:pt x="30750" y="15592"/>
                  <a:pt x="30824" y="15599"/>
                  <a:pt x="30897" y="15599"/>
                </a:cubicBezTo>
                <a:cubicBezTo>
                  <a:pt x="31808" y="15599"/>
                  <a:pt x="32362" y="14487"/>
                  <a:pt x="31709" y="13755"/>
                </a:cubicBezTo>
                <a:lnTo>
                  <a:pt x="22503" y="2766"/>
                </a:lnTo>
                <a:cubicBezTo>
                  <a:pt x="20819" y="875"/>
                  <a:pt x="19020" y="1"/>
                  <a:pt x="17214" y="1"/>
                </a:cubicBezTo>
                <a:close/>
              </a:path>
            </a:pathLst>
          </a:custGeom>
          <a:solidFill>
            <a:srgbClr val="74C1B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01" name="Google Shape;361;p 3"/>
          <p:cNvSpPr/>
          <p:nvPr/>
        </p:nvSpPr>
        <p:spPr>
          <a:xfrm>
            <a:off x="5403240" y="3292560"/>
            <a:ext cx="234720" cy="322920"/>
          </a:xfrm>
          <a:custGeom>
            <a:avLst/>
            <a:gdLst>
              <a:gd name="textAreaLeft" fmla="*/ 0 w 234720"/>
              <a:gd name="textAreaRight" fmla="*/ 235080 w 234720"/>
              <a:gd name="textAreaTop" fmla="*/ 0 h 322920"/>
              <a:gd name="textAreaBottom" fmla="*/ 323280 h 322920"/>
            </a:gdLst>
            <a:ahLst/>
            <a:cxnLst/>
            <a:rect l="textAreaLeft" t="textAreaTop" r="textAreaRight" b="textAreaBottom"/>
            <a:pathLst>
              <a:path w="7007" h="9637">
                <a:moveTo>
                  <a:pt x="874" y="0"/>
                </a:moveTo>
                <a:cubicBezTo>
                  <a:pt x="395" y="0"/>
                  <a:pt x="0" y="395"/>
                  <a:pt x="0" y="874"/>
                </a:cubicBezTo>
                <a:lnTo>
                  <a:pt x="0" y="8763"/>
                </a:lnTo>
                <a:cubicBezTo>
                  <a:pt x="0" y="9251"/>
                  <a:pt x="395" y="9636"/>
                  <a:pt x="874" y="9636"/>
                </a:cubicBezTo>
                <a:lnTo>
                  <a:pt x="6133" y="9636"/>
                </a:lnTo>
                <a:cubicBezTo>
                  <a:pt x="6622" y="9636"/>
                  <a:pt x="7007" y="9251"/>
                  <a:pt x="7007" y="8763"/>
                </a:cubicBezTo>
                <a:lnTo>
                  <a:pt x="7007" y="874"/>
                </a:lnTo>
                <a:cubicBezTo>
                  <a:pt x="7007" y="395"/>
                  <a:pt x="6622" y="0"/>
                  <a:pt x="613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02" name="Google Shape;362;p 3"/>
          <p:cNvSpPr/>
          <p:nvPr/>
        </p:nvSpPr>
        <p:spPr>
          <a:xfrm>
            <a:off x="5373720" y="3586680"/>
            <a:ext cx="294120" cy="470160"/>
          </a:xfrm>
          <a:custGeom>
            <a:avLst/>
            <a:gdLst>
              <a:gd name="textAreaLeft" fmla="*/ 0 w 294120"/>
              <a:gd name="textAreaRight" fmla="*/ 294480 w 294120"/>
              <a:gd name="textAreaTop" fmla="*/ 0 h 470160"/>
              <a:gd name="textAreaBottom" fmla="*/ 470520 h 470160"/>
            </a:gdLst>
            <a:ahLst/>
            <a:cxnLst/>
            <a:rect l="textAreaLeft" t="textAreaTop" r="textAreaRight" b="textAreaBottom"/>
            <a:pathLst>
              <a:path w="8773" h="14023">
                <a:moveTo>
                  <a:pt x="883" y="0"/>
                </a:moveTo>
                <a:cubicBezTo>
                  <a:pt x="395" y="0"/>
                  <a:pt x="0" y="395"/>
                  <a:pt x="10" y="873"/>
                </a:cubicBezTo>
                <a:lnTo>
                  <a:pt x="10" y="13149"/>
                </a:lnTo>
                <a:cubicBezTo>
                  <a:pt x="10" y="13628"/>
                  <a:pt x="395" y="14022"/>
                  <a:pt x="883" y="14022"/>
                </a:cubicBezTo>
                <a:lnTo>
                  <a:pt x="7890" y="14022"/>
                </a:lnTo>
                <a:cubicBezTo>
                  <a:pt x="8378" y="14022"/>
                  <a:pt x="8773" y="13628"/>
                  <a:pt x="8773" y="13149"/>
                </a:cubicBezTo>
                <a:lnTo>
                  <a:pt x="8773" y="873"/>
                </a:lnTo>
                <a:cubicBezTo>
                  <a:pt x="8773" y="395"/>
                  <a:pt x="8378" y="0"/>
                  <a:pt x="789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03" name="Google Shape;363;p 3"/>
          <p:cNvSpPr/>
          <p:nvPr/>
        </p:nvSpPr>
        <p:spPr>
          <a:xfrm>
            <a:off x="5315040" y="3998520"/>
            <a:ext cx="411480" cy="822960"/>
          </a:xfrm>
          <a:custGeom>
            <a:avLst/>
            <a:gdLst>
              <a:gd name="textAreaLeft" fmla="*/ 0 w 411480"/>
              <a:gd name="textAreaRight" fmla="*/ 411840 w 411480"/>
              <a:gd name="textAreaTop" fmla="*/ 0 h 822960"/>
              <a:gd name="textAreaBottom" fmla="*/ 823320 h 822960"/>
            </a:gdLst>
            <a:ahLst/>
            <a:cxnLst/>
            <a:rect l="textAreaLeft" t="textAreaTop" r="textAreaRight" b="textAreaBottom"/>
            <a:pathLst>
              <a:path w="12276" h="24542">
                <a:moveTo>
                  <a:pt x="874" y="0"/>
                </a:moveTo>
                <a:cubicBezTo>
                  <a:pt x="395" y="0"/>
                  <a:pt x="1" y="385"/>
                  <a:pt x="1" y="874"/>
                </a:cubicBezTo>
                <a:lnTo>
                  <a:pt x="1" y="23658"/>
                </a:lnTo>
                <a:cubicBezTo>
                  <a:pt x="1" y="24147"/>
                  <a:pt x="395" y="24541"/>
                  <a:pt x="874" y="24541"/>
                </a:cubicBezTo>
                <a:lnTo>
                  <a:pt x="12276" y="24541"/>
                </a:lnTo>
                <a:lnTo>
                  <a:pt x="12276" y="874"/>
                </a:lnTo>
                <a:cubicBezTo>
                  <a:pt x="12276" y="385"/>
                  <a:pt x="11881" y="0"/>
                  <a:pt x="1139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04" name="Google Shape;364;p 3"/>
          <p:cNvSpPr/>
          <p:nvPr/>
        </p:nvSpPr>
        <p:spPr>
          <a:xfrm>
            <a:off x="5386680" y="3162240"/>
            <a:ext cx="269280" cy="159480"/>
          </a:xfrm>
          <a:custGeom>
            <a:avLst/>
            <a:gdLst>
              <a:gd name="textAreaLeft" fmla="*/ 0 w 269280"/>
              <a:gd name="textAreaRight" fmla="*/ 269640 w 269280"/>
              <a:gd name="textAreaTop" fmla="*/ 0 h 159480"/>
              <a:gd name="textAreaBottom" fmla="*/ 159840 h 159480"/>
            </a:gdLst>
            <a:ahLst/>
            <a:cxnLst/>
            <a:rect l="textAreaLeft" t="textAreaTop" r="textAreaRight" b="textAreaBottom"/>
            <a:pathLst>
              <a:path w="8040" h="4765">
                <a:moveTo>
                  <a:pt x="4125" y="1"/>
                </a:moveTo>
                <a:cubicBezTo>
                  <a:pt x="3882" y="1"/>
                  <a:pt x="3641" y="102"/>
                  <a:pt x="3466" y="304"/>
                </a:cubicBezTo>
                <a:lnTo>
                  <a:pt x="245" y="4042"/>
                </a:lnTo>
                <a:cubicBezTo>
                  <a:pt x="0" y="4323"/>
                  <a:pt x="198" y="4765"/>
                  <a:pt x="573" y="4765"/>
                </a:cubicBezTo>
                <a:lnTo>
                  <a:pt x="7467" y="4765"/>
                </a:lnTo>
                <a:cubicBezTo>
                  <a:pt x="7833" y="4765"/>
                  <a:pt x="8040" y="4342"/>
                  <a:pt x="7815" y="4051"/>
                </a:cubicBezTo>
                <a:lnTo>
                  <a:pt x="4809" y="332"/>
                </a:lnTo>
                <a:cubicBezTo>
                  <a:pt x="4632" y="111"/>
                  <a:pt x="4378" y="1"/>
                  <a:pt x="4125" y="1"/>
                </a:cubicBezTo>
                <a:close/>
              </a:path>
            </a:pathLst>
          </a:custGeom>
          <a:solidFill>
            <a:srgbClr val="74C1B9"/>
          </a:solidFill>
          <a:ln w="0">
            <a:noFill/>
          </a:ln>
        </p:spPr>
        <p:style>
          <a:lnRef idx="0">
            <a:scrgbClr r="0" g="0" b="0"/>
          </a:lnRef>
          <a:fillRef idx="0">
            <a:scrgbClr r="0" g="0" b="0"/>
          </a:fillRef>
          <a:effectRef idx="0">
            <a:scrgbClr r="0" g="0" b="0"/>
          </a:effectRef>
          <a:fontRef idx="minor"/>
        </p:style>
        <p:txBody>
          <a:bodyPr tIns="79920" bIns="79920" anchor="ctr">
            <a:noAutofit/>
          </a:bodyPr>
          <a:lstStyle/>
          <a:p>
            <a:endParaRPr lang="en-US" sz="1400" b="0" u="none" strike="noStrike">
              <a:solidFill>
                <a:srgbClr val="000000"/>
              </a:solidFill>
              <a:effectLst/>
              <a:uFillTx/>
              <a:latin typeface="Arial"/>
            </a:endParaRPr>
          </a:p>
        </p:txBody>
      </p:sp>
      <p:sp>
        <p:nvSpPr>
          <p:cNvPr id="705" name="Google Shape;365;p 3"/>
          <p:cNvSpPr/>
          <p:nvPr/>
        </p:nvSpPr>
        <p:spPr>
          <a:xfrm>
            <a:off x="5402880" y="4085280"/>
            <a:ext cx="59400" cy="118440"/>
          </a:xfrm>
          <a:custGeom>
            <a:avLst/>
            <a:gdLst>
              <a:gd name="textAreaLeft" fmla="*/ 0 w 59400"/>
              <a:gd name="textAreaRight" fmla="*/ 59760 w 59400"/>
              <a:gd name="textAreaTop" fmla="*/ 0 h 118440"/>
              <a:gd name="textAreaBottom" fmla="*/ 118800 h 118440"/>
            </a:gdLst>
            <a:ahLst/>
            <a:cxnLst/>
            <a:rect l="textAreaLeft" t="textAreaTop" r="textAreaRight" b="textAreaBottom"/>
            <a:pathLst>
              <a:path w="1785" h="3542">
                <a:moveTo>
                  <a:pt x="893" y="0"/>
                </a:moveTo>
                <a:cubicBezTo>
                  <a:pt x="395" y="0"/>
                  <a:pt x="0" y="414"/>
                  <a:pt x="19" y="911"/>
                </a:cubicBezTo>
                <a:lnTo>
                  <a:pt x="19" y="2668"/>
                </a:lnTo>
                <a:cubicBezTo>
                  <a:pt x="19" y="3147"/>
                  <a:pt x="414" y="3541"/>
                  <a:pt x="893" y="3541"/>
                </a:cubicBezTo>
                <a:cubicBezTo>
                  <a:pt x="1381" y="3541"/>
                  <a:pt x="1776" y="3147"/>
                  <a:pt x="1766" y="2668"/>
                </a:cubicBezTo>
                <a:lnTo>
                  <a:pt x="1766" y="911"/>
                </a:lnTo>
                <a:cubicBezTo>
                  <a:pt x="1785" y="414"/>
                  <a:pt x="1390" y="0"/>
                  <a:pt x="89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9400" bIns="59400" anchor="ctr">
            <a:noAutofit/>
          </a:bodyPr>
          <a:lstStyle/>
          <a:p>
            <a:endParaRPr lang="en-US" sz="1400" b="0" u="none" strike="noStrike">
              <a:solidFill>
                <a:srgbClr val="FFFFFF"/>
              </a:solidFill>
              <a:effectLst/>
              <a:uFillTx/>
              <a:latin typeface="Arial"/>
            </a:endParaRPr>
          </a:p>
        </p:txBody>
      </p:sp>
      <p:sp>
        <p:nvSpPr>
          <p:cNvPr id="706" name="Google Shape;366;p 3"/>
          <p:cNvSpPr/>
          <p:nvPr/>
        </p:nvSpPr>
        <p:spPr>
          <a:xfrm>
            <a:off x="5491440" y="3792240"/>
            <a:ext cx="58680" cy="117360"/>
          </a:xfrm>
          <a:custGeom>
            <a:avLst/>
            <a:gdLst>
              <a:gd name="textAreaLeft" fmla="*/ 0 w 58680"/>
              <a:gd name="textAreaRight" fmla="*/ 59040 w 58680"/>
              <a:gd name="textAreaTop" fmla="*/ 0 h 117360"/>
              <a:gd name="textAreaBottom" fmla="*/ 117720 h 117360"/>
            </a:gdLst>
            <a:ahLst/>
            <a:cxnLst/>
            <a:rect l="textAreaLeft" t="textAreaTop" r="textAreaRight" b="textAreaBottom"/>
            <a:pathLst>
              <a:path w="1757" h="3514">
                <a:moveTo>
                  <a:pt x="873" y="1"/>
                </a:moveTo>
                <a:cubicBezTo>
                  <a:pt x="394" y="1"/>
                  <a:pt x="0" y="395"/>
                  <a:pt x="0" y="884"/>
                </a:cubicBezTo>
                <a:lnTo>
                  <a:pt x="0" y="2631"/>
                </a:lnTo>
                <a:cubicBezTo>
                  <a:pt x="0" y="3119"/>
                  <a:pt x="394" y="3513"/>
                  <a:pt x="873" y="3513"/>
                </a:cubicBezTo>
                <a:cubicBezTo>
                  <a:pt x="1362" y="3513"/>
                  <a:pt x="1756" y="3119"/>
                  <a:pt x="1756" y="2631"/>
                </a:cubicBezTo>
                <a:lnTo>
                  <a:pt x="1756" y="884"/>
                </a:lnTo>
                <a:cubicBezTo>
                  <a:pt x="1747" y="395"/>
                  <a:pt x="1362" y="1"/>
                  <a:pt x="87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680" bIns="58680" anchor="ctr">
            <a:noAutofit/>
          </a:bodyPr>
          <a:lstStyle/>
          <a:p>
            <a:endParaRPr lang="en-US" sz="1400" b="0" u="none" strike="noStrike">
              <a:solidFill>
                <a:srgbClr val="FFFFFF"/>
              </a:solidFill>
              <a:effectLst/>
              <a:uFillTx/>
              <a:latin typeface="Arial"/>
            </a:endParaRPr>
          </a:p>
        </p:txBody>
      </p:sp>
      <p:sp>
        <p:nvSpPr>
          <p:cNvPr id="707" name="Google Shape;367;p 3"/>
          <p:cNvSpPr/>
          <p:nvPr/>
        </p:nvSpPr>
        <p:spPr>
          <a:xfrm>
            <a:off x="5491440" y="3380760"/>
            <a:ext cx="58680" cy="117360"/>
          </a:xfrm>
          <a:custGeom>
            <a:avLst/>
            <a:gdLst>
              <a:gd name="textAreaLeft" fmla="*/ 0 w 58680"/>
              <a:gd name="textAreaRight" fmla="*/ 59040 w 58680"/>
              <a:gd name="textAreaTop" fmla="*/ 0 h 117360"/>
              <a:gd name="textAreaBottom" fmla="*/ 117720 h 117360"/>
            </a:gdLst>
            <a:ahLst/>
            <a:cxnLst/>
            <a:rect l="textAreaLeft" t="textAreaTop" r="textAreaRight" b="textAreaBottom"/>
            <a:pathLst>
              <a:path w="1757" h="3504">
                <a:moveTo>
                  <a:pt x="873" y="0"/>
                </a:moveTo>
                <a:cubicBezTo>
                  <a:pt x="394" y="0"/>
                  <a:pt x="0" y="395"/>
                  <a:pt x="0" y="874"/>
                </a:cubicBezTo>
                <a:lnTo>
                  <a:pt x="0" y="2630"/>
                </a:lnTo>
                <a:cubicBezTo>
                  <a:pt x="0" y="3109"/>
                  <a:pt x="394" y="3503"/>
                  <a:pt x="873" y="3503"/>
                </a:cubicBezTo>
                <a:cubicBezTo>
                  <a:pt x="1362" y="3503"/>
                  <a:pt x="1747" y="3109"/>
                  <a:pt x="1756" y="2630"/>
                </a:cubicBezTo>
                <a:lnTo>
                  <a:pt x="1756" y="874"/>
                </a:lnTo>
                <a:cubicBezTo>
                  <a:pt x="1756" y="395"/>
                  <a:pt x="1362" y="0"/>
                  <a:pt x="87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680" bIns="58680" anchor="ctr">
            <a:noAutofit/>
          </a:bodyPr>
          <a:lstStyle/>
          <a:p>
            <a:endParaRPr lang="en-US" sz="1400" b="0" u="none" strike="noStrike">
              <a:solidFill>
                <a:srgbClr val="FFFFFF"/>
              </a:solidFill>
              <a:effectLst/>
              <a:uFillTx/>
              <a:latin typeface="Arial"/>
            </a:endParaRPr>
          </a:p>
        </p:txBody>
      </p:sp>
      <p:sp>
        <p:nvSpPr>
          <p:cNvPr id="708" name="Google Shape;368;p 3"/>
          <p:cNvSpPr/>
          <p:nvPr/>
        </p:nvSpPr>
        <p:spPr>
          <a:xfrm>
            <a:off x="5579280" y="4085280"/>
            <a:ext cx="59400" cy="118440"/>
          </a:xfrm>
          <a:custGeom>
            <a:avLst/>
            <a:gdLst>
              <a:gd name="textAreaLeft" fmla="*/ 0 w 59400"/>
              <a:gd name="textAreaRight" fmla="*/ 59760 w 59400"/>
              <a:gd name="textAreaTop" fmla="*/ 0 h 118440"/>
              <a:gd name="textAreaBottom" fmla="*/ 118800 h 118440"/>
            </a:gdLst>
            <a:ahLst/>
            <a:cxnLst/>
            <a:rect l="textAreaLeft" t="textAreaTop" r="textAreaRight" b="textAreaBottom"/>
            <a:pathLst>
              <a:path w="1786" h="3542">
                <a:moveTo>
                  <a:pt x="893" y="0"/>
                </a:moveTo>
                <a:cubicBezTo>
                  <a:pt x="395" y="0"/>
                  <a:pt x="1" y="414"/>
                  <a:pt x="20" y="911"/>
                </a:cubicBezTo>
                <a:lnTo>
                  <a:pt x="20" y="2668"/>
                </a:lnTo>
                <a:cubicBezTo>
                  <a:pt x="20" y="3147"/>
                  <a:pt x="414" y="3541"/>
                  <a:pt x="893" y="3541"/>
                </a:cubicBezTo>
                <a:cubicBezTo>
                  <a:pt x="1382" y="3541"/>
                  <a:pt x="1767" y="3147"/>
                  <a:pt x="1767" y="2668"/>
                </a:cubicBezTo>
                <a:lnTo>
                  <a:pt x="1767" y="911"/>
                </a:lnTo>
                <a:cubicBezTo>
                  <a:pt x="1785" y="414"/>
                  <a:pt x="1391" y="0"/>
                  <a:pt x="89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9400" bIns="59400" anchor="ctr">
            <a:noAutofit/>
          </a:bodyPr>
          <a:lstStyle/>
          <a:p>
            <a:endParaRPr lang="en-US" sz="1400" b="0" u="none" strike="noStrike">
              <a:solidFill>
                <a:srgbClr val="FFFFFF"/>
              </a:solidFill>
              <a:effectLst/>
              <a:uFillTx/>
              <a:latin typeface="Arial"/>
            </a:endParaRPr>
          </a:p>
        </p:txBody>
      </p:sp>
      <p:sp>
        <p:nvSpPr>
          <p:cNvPr id="709" name="Google Shape;369;p 3"/>
          <p:cNvSpPr/>
          <p:nvPr/>
        </p:nvSpPr>
        <p:spPr>
          <a:xfrm>
            <a:off x="5403240" y="4263840"/>
            <a:ext cx="58320" cy="116280"/>
          </a:xfrm>
          <a:custGeom>
            <a:avLst/>
            <a:gdLst>
              <a:gd name="textAreaLeft" fmla="*/ 0 w 58320"/>
              <a:gd name="textAreaRight" fmla="*/ 58680 w 58320"/>
              <a:gd name="textAreaTop" fmla="*/ 0 h 116280"/>
              <a:gd name="textAreaBottom" fmla="*/ 116640 h 116280"/>
            </a:gdLst>
            <a:ahLst/>
            <a:cxnLst/>
            <a:rect l="textAreaLeft" t="textAreaTop" r="textAreaRight" b="textAreaBottom"/>
            <a:pathLst>
              <a:path w="1748" h="3476">
                <a:moveTo>
                  <a:pt x="874" y="1"/>
                </a:moveTo>
                <a:cubicBezTo>
                  <a:pt x="404" y="1"/>
                  <a:pt x="19" y="376"/>
                  <a:pt x="0" y="846"/>
                </a:cubicBezTo>
                <a:lnTo>
                  <a:pt x="0" y="2593"/>
                </a:lnTo>
                <a:cubicBezTo>
                  <a:pt x="0" y="3081"/>
                  <a:pt x="395" y="3466"/>
                  <a:pt x="874" y="3476"/>
                </a:cubicBezTo>
                <a:cubicBezTo>
                  <a:pt x="1362" y="3476"/>
                  <a:pt x="1747" y="3081"/>
                  <a:pt x="1747" y="2593"/>
                </a:cubicBezTo>
                <a:lnTo>
                  <a:pt x="1747" y="846"/>
                </a:lnTo>
                <a:cubicBezTo>
                  <a:pt x="1738" y="376"/>
                  <a:pt x="1343" y="1"/>
                  <a:pt x="8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FFFFFF"/>
              </a:solidFill>
              <a:effectLst/>
              <a:uFillTx/>
              <a:latin typeface="Arial"/>
            </a:endParaRPr>
          </a:p>
        </p:txBody>
      </p:sp>
      <p:sp>
        <p:nvSpPr>
          <p:cNvPr id="710" name="Google Shape;370;p 3"/>
          <p:cNvSpPr/>
          <p:nvPr/>
        </p:nvSpPr>
        <p:spPr>
          <a:xfrm>
            <a:off x="5579640" y="4263840"/>
            <a:ext cx="58320" cy="116280"/>
          </a:xfrm>
          <a:custGeom>
            <a:avLst/>
            <a:gdLst>
              <a:gd name="textAreaLeft" fmla="*/ 0 w 58320"/>
              <a:gd name="textAreaRight" fmla="*/ 58680 w 58320"/>
              <a:gd name="textAreaTop" fmla="*/ 0 h 116280"/>
              <a:gd name="textAreaBottom" fmla="*/ 116640 h 116280"/>
            </a:gdLst>
            <a:ahLst/>
            <a:cxnLst/>
            <a:rect l="textAreaLeft" t="textAreaTop" r="textAreaRight" b="textAreaBottom"/>
            <a:pathLst>
              <a:path w="1748" h="3476">
                <a:moveTo>
                  <a:pt x="874" y="1"/>
                </a:moveTo>
                <a:cubicBezTo>
                  <a:pt x="405" y="1"/>
                  <a:pt x="20" y="376"/>
                  <a:pt x="1" y="846"/>
                </a:cubicBezTo>
                <a:lnTo>
                  <a:pt x="1" y="2593"/>
                </a:lnTo>
                <a:cubicBezTo>
                  <a:pt x="1" y="3081"/>
                  <a:pt x="395" y="3476"/>
                  <a:pt x="874" y="3476"/>
                </a:cubicBezTo>
                <a:cubicBezTo>
                  <a:pt x="1363" y="3466"/>
                  <a:pt x="1748" y="3081"/>
                  <a:pt x="1748" y="2593"/>
                </a:cubicBezTo>
                <a:lnTo>
                  <a:pt x="1748" y="846"/>
                </a:lnTo>
                <a:cubicBezTo>
                  <a:pt x="1738" y="376"/>
                  <a:pt x="1344" y="1"/>
                  <a:pt x="8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FFFFFF"/>
              </a:solidFill>
              <a:effectLst/>
              <a:uFillTx/>
              <a:latin typeface="Arial"/>
            </a:endParaRPr>
          </a:p>
        </p:txBody>
      </p:sp>
      <p:sp>
        <p:nvSpPr>
          <p:cNvPr id="711" name="Google Shape;371;p 3"/>
          <p:cNvSpPr/>
          <p:nvPr/>
        </p:nvSpPr>
        <p:spPr>
          <a:xfrm>
            <a:off x="5403240" y="4440600"/>
            <a:ext cx="58680" cy="116280"/>
          </a:xfrm>
          <a:custGeom>
            <a:avLst/>
            <a:gdLst>
              <a:gd name="textAreaLeft" fmla="*/ 0 w 58680"/>
              <a:gd name="textAreaRight" fmla="*/ 59040 w 58680"/>
              <a:gd name="textAreaTop" fmla="*/ 0 h 116280"/>
              <a:gd name="textAreaBottom" fmla="*/ 116640 h 116280"/>
            </a:gdLst>
            <a:ahLst/>
            <a:cxnLst/>
            <a:rect l="textAreaLeft" t="textAreaTop" r="textAreaRight" b="textAreaBottom"/>
            <a:pathLst>
              <a:path w="1757" h="3475">
                <a:moveTo>
                  <a:pt x="874" y="0"/>
                </a:moveTo>
                <a:cubicBezTo>
                  <a:pt x="404" y="0"/>
                  <a:pt x="19" y="366"/>
                  <a:pt x="0" y="845"/>
                </a:cubicBezTo>
                <a:lnTo>
                  <a:pt x="0" y="2592"/>
                </a:lnTo>
                <a:cubicBezTo>
                  <a:pt x="0" y="3081"/>
                  <a:pt x="395" y="3475"/>
                  <a:pt x="874" y="3475"/>
                </a:cubicBezTo>
                <a:cubicBezTo>
                  <a:pt x="1362" y="3475"/>
                  <a:pt x="1757" y="3081"/>
                  <a:pt x="1747" y="2592"/>
                </a:cubicBezTo>
                <a:lnTo>
                  <a:pt x="1747" y="845"/>
                </a:lnTo>
                <a:cubicBezTo>
                  <a:pt x="1738" y="366"/>
                  <a:pt x="1343" y="0"/>
                  <a:pt x="8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FFFFFF"/>
              </a:solidFill>
              <a:effectLst/>
              <a:uFillTx/>
              <a:latin typeface="Arial"/>
            </a:endParaRPr>
          </a:p>
        </p:txBody>
      </p:sp>
      <p:sp>
        <p:nvSpPr>
          <p:cNvPr id="712" name="Google Shape;372;p 3"/>
          <p:cNvSpPr/>
          <p:nvPr/>
        </p:nvSpPr>
        <p:spPr>
          <a:xfrm>
            <a:off x="5579640" y="4440600"/>
            <a:ext cx="58320" cy="116280"/>
          </a:xfrm>
          <a:custGeom>
            <a:avLst/>
            <a:gdLst>
              <a:gd name="textAreaLeft" fmla="*/ 0 w 58320"/>
              <a:gd name="textAreaRight" fmla="*/ 58680 w 58320"/>
              <a:gd name="textAreaTop" fmla="*/ 0 h 116280"/>
              <a:gd name="textAreaBottom" fmla="*/ 116640 h 116280"/>
            </a:gdLst>
            <a:ahLst/>
            <a:cxnLst/>
            <a:rect l="textAreaLeft" t="textAreaTop" r="textAreaRight" b="textAreaBottom"/>
            <a:pathLst>
              <a:path w="1748" h="3475">
                <a:moveTo>
                  <a:pt x="874" y="0"/>
                </a:moveTo>
                <a:cubicBezTo>
                  <a:pt x="405" y="0"/>
                  <a:pt x="20" y="366"/>
                  <a:pt x="1" y="845"/>
                </a:cubicBezTo>
                <a:lnTo>
                  <a:pt x="1" y="2592"/>
                </a:lnTo>
                <a:cubicBezTo>
                  <a:pt x="1" y="3081"/>
                  <a:pt x="395" y="3475"/>
                  <a:pt x="874" y="3475"/>
                </a:cubicBezTo>
                <a:cubicBezTo>
                  <a:pt x="1363" y="3475"/>
                  <a:pt x="1748" y="3081"/>
                  <a:pt x="1748" y="2592"/>
                </a:cubicBezTo>
                <a:lnTo>
                  <a:pt x="1748" y="845"/>
                </a:lnTo>
                <a:cubicBezTo>
                  <a:pt x="1738" y="366"/>
                  <a:pt x="1344" y="0"/>
                  <a:pt x="8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FFFFFF"/>
              </a:solidFill>
              <a:effectLst/>
              <a:uFillTx/>
              <a:latin typeface="Arial"/>
            </a:endParaRPr>
          </a:p>
        </p:txBody>
      </p:sp>
      <p:sp>
        <p:nvSpPr>
          <p:cNvPr id="713" name="Google Shape;373;p 3"/>
          <p:cNvSpPr/>
          <p:nvPr/>
        </p:nvSpPr>
        <p:spPr>
          <a:xfrm>
            <a:off x="5462280" y="4645080"/>
            <a:ext cx="117360" cy="176040"/>
          </a:xfrm>
          <a:custGeom>
            <a:avLst/>
            <a:gdLst>
              <a:gd name="textAreaLeft" fmla="*/ 0 w 117360"/>
              <a:gd name="textAreaRight" fmla="*/ 117720 w 117360"/>
              <a:gd name="textAreaTop" fmla="*/ 0 h 176040"/>
              <a:gd name="textAreaBottom" fmla="*/ 176400 h 176040"/>
            </a:gdLst>
            <a:ahLst/>
            <a:cxnLst/>
            <a:rect l="textAreaLeft" t="textAreaTop" r="textAreaRight" b="textAreaBottom"/>
            <a:pathLst>
              <a:path w="3504" h="5261">
                <a:moveTo>
                  <a:pt x="874" y="1"/>
                </a:moveTo>
                <a:cubicBezTo>
                  <a:pt x="386" y="1"/>
                  <a:pt x="1" y="386"/>
                  <a:pt x="1" y="874"/>
                </a:cubicBezTo>
                <a:lnTo>
                  <a:pt x="1" y="5260"/>
                </a:lnTo>
                <a:lnTo>
                  <a:pt x="3504" y="5260"/>
                </a:lnTo>
                <a:lnTo>
                  <a:pt x="3504" y="874"/>
                </a:lnTo>
                <a:cubicBezTo>
                  <a:pt x="3504" y="386"/>
                  <a:pt x="3109" y="1"/>
                  <a:pt x="2630"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88200" bIns="88200" anchor="ctr">
            <a:noAutofit/>
          </a:bodyPr>
          <a:lstStyle/>
          <a:p>
            <a:endParaRPr lang="en-US" sz="1400" b="0" u="none" strike="noStrike">
              <a:solidFill>
                <a:srgbClr val="FFFFFF"/>
              </a:solidFill>
              <a:effectLst/>
              <a:uFillTx/>
              <a:latin typeface="Arial"/>
            </a:endParaRPr>
          </a:p>
        </p:txBody>
      </p:sp>
      <p:sp>
        <p:nvSpPr>
          <p:cNvPr id="714" name="Google Shape;374;p 3"/>
          <p:cNvSpPr/>
          <p:nvPr/>
        </p:nvSpPr>
        <p:spPr>
          <a:xfrm>
            <a:off x="5481360" y="3674880"/>
            <a:ext cx="68760" cy="58680"/>
          </a:xfrm>
          <a:custGeom>
            <a:avLst/>
            <a:gdLst>
              <a:gd name="textAreaLeft" fmla="*/ 0 w 68760"/>
              <a:gd name="textAreaRight" fmla="*/ 69120 w 68760"/>
              <a:gd name="textAreaTop" fmla="*/ 0 h 58680"/>
              <a:gd name="textAreaBottom" fmla="*/ 59040 h 58680"/>
            </a:gdLst>
            <a:ahLst/>
            <a:cxnLst/>
            <a:rect l="textAreaLeft" t="textAreaTop" r="textAreaRight" b="textAreaBottom"/>
            <a:pathLst>
              <a:path w="2058" h="1756">
                <a:moveTo>
                  <a:pt x="1174" y="1"/>
                </a:moveTo>
                <a:cubicBezTo>
                  <a:pt x="395" y="1"/>
                  <a:pt x="0" y="949"/>
                  <a:pt x="555" y="1494"/>
                </a:cubicBezTo>
                <a:cubicBezTo>
                  <a:pt x="735" y="1674"/>
                  <a:pt x="957" y="1755"/>
                  <a:pt x="1174" y="1755"/>
                </a:cubicBezTo>
                <a:cubicBezTo>
                  <a:pt x="1625" y="1755"/>
                  <a:pt x="2057" y="1407"/>
                  <a:pt x="2057" y="874"/>
                </a:cubicBezTo>
                <a:cubicBezTo>
                  <a:pt x="2048" y="395"/>
                  <a:pt x="1663" y="1"/>
                  <a:pt x="11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520" bIns="29520" anchor="ctr">
            <a:noAutofit/>
          </a:bodyPr>
          <a:lstStyle/>
          <a:p>
            <a:endParaRPr lang="en-US" sz="1400" b="0" u="none" strike="noStrike">
              <a:solidFill>
                <a:srgbClr val="FFFFFF"/>
              </a:solidFill>
              <a:effectLst/>
              <a:uFillTx/>
              <a:latin typeface="Arial"/>
            </a:endParaRPr>
          </a:p>
        </p:txBody>
      </p:sp>
      <p:sp>
        <p:nvSpPr>
          <p:cNvPr id="715" name="Google Shape;375;p 3"/>
          <p:cNvSpPr/>
          <p:nvPr/>
        </p:nvSpPr>
        <p:spPr>
          <a:xfrm>
            <a:off x="3670200" y="3505680"/>
            <a:ext cx="534240" cy="321840"/>
          </a:xfrm>
          <a:custGeom>
            <a:avLst/>
            <a:gdLst>
              <a:gd name="textAreaLeft" fmla="*/ 0 w 534240"/>
              <a:gd name="textAreaRight" fmla="*/ 534600 w 534240"/>
              <a:gd name="textAreaTop" fmla="*/ 0 h 321840"/>
              <a:gd name="textAreaBottom" fmla="*/ 322200 h 321840"/>
            </a:gdLst>
            <a:ahLst/>
            <a:cxnLst/>
            <a:rect l="textAreaLeft" t="textAreaTop" r="textAreaRight" b="textAreaBottom"/>
            <a:pathLst>
              <a:path w="32927" h="19839">
                <a:moveTo>
                  <a:pt x="14907" y="1"/>
                </a:moveTo>
                <a:cubicBezTo>
                  <a:pt x="13428" y="1"/>
                  <a:pt x="11934" y="612"/>
                  <a:pt x="10492" y="2013"/>
                </a:cubicBezTo>
                <a:lnTo>
                  <a:pt x="726" y="13444"/>
                </a:lnTo>
                <a:cubicBezTo>
                  <a:pt x="1" y="14149"/>
                  <a:pt x="522" y="15346"/>
                  <a:pt x="1484" y="15346"/>
                </a:cubicBezTo>
                <a:cubicBezTo>
                  <a:pt x="1531" y="15346"/>
                  <a:pt x="1579" y="15343"/>
                  <a:pt x="1628" y="15337"/>
                </a:cubicBezTo>
                <a:lnTo>
                  <a:pt x="11158" y="14192"/>
                </a:lnTo>
                <a:cubicBezTo>
                  <a:pt x="11202" y="14187"/>
                  <a:pt x="11245" y="14185"/>
                  <a:pt x="11289" y="14185"/>
                </a:cubicBezTo>
                <a:cubicBezTo>
                  <a:pt x="11671" y="14185"/>
                  <a:pt x="12032" y="14383"/>
                  <a:pt x="12234" y="14716"/>
                </a:cubicBezTo>
                <a:lnTo>
                  <a:pt x="15042" y="19309"/>
                </a:lnTo>
                <a:cubicBezTo>
                  <a:pt x="15252" y="19654"/>
                  <a:pt x="15617" y="19838"/>
                  <a:pt x="15987" y="19838"/>
                </a:cubicBezTo>
                <a:cubicBezTo>
                  <a:pt x="16242" y="19838"/>
                  <a:pt x="16500" y="19751"/>
                  <a:pt x="16711" y="19568"/>
                </a:cubicBezTo>
                <a:lnTo>
                  <a:pt x="21668" y="15274"/>
                </a:lnTo>
                <a:cubicBezTo>
                  <a:pt x="21872" y="15097"/>
                  <a:pt x="22130" y="15003"/>
                  <a:pt x="22391" y="15003"/>
                </a:cubicBezTo>
                <a:cubicBezTo>
                  <a:pt x="22519" y="15003"/>
                  <a:pt x="22648" y="15026"/>
                  <a:pt x="22772" y="15071"/>
                </a:cubicBezTo>
                <a:lnTo>
                  <a:pt x="30404" y="17856"/>
                </a:lnTo>
                <a:cubicBezTo>
                  <a:pt x="30501" y="17891"/>
                  <a:pt x="30602" y="17908"/>
                  <a:pt x="30706" y="17908"/>
                </a:cubicBezTo>
                <a:cubicBezTo>
                  <a:pt x="31711" y="17908"/>
                  <a:pt x="32927" y="16363"/>
                  <a:pt x="32323" y="15565"/>
                </a:cubicBezTo>
                <a:lnTo>
                  <a:pt x="22286" y="4794"/>
                </a:lnTo>
                <a:cubicBezTo>
                  <a:pt x="20127" y="1937"/>
                  <a:pt x="17541" y="1"/>
                  <a:pt x="14907"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16" name="Google Shape;376;p 3"/>
          <p:cNvSpPr/>
          <p:nvPr/>
        </p:nvSpPr>
        <p:spPr>
          <a:xfrm>
            <a:off x="5031000" y="4928400"/>
            <a:ext cx="217440" cy="138600"/>
          </a:xfrm>
          <a:custGeom>
            <a:avLst/>
            <a:gdLst>
              <a:gd name="textAreaLeft" fmla="*/ 0 w 217440"/>
              <a:gd name="textAreaRight" fmla="*/ 217800 w 217440"/>
              <a:gd name="textAreaTop" fmla="*/ 0 h 138600"/>
              <a:gd name="textAreaBottom" fmla="*/ 138960 h 138600"/>
            </a:gdLst>
            <a:ahLst/>
            <a:cxnLst/>
            <a:rect l="textAreaLeft" t="textAreaTop" r="textAreaRight" b="textAreaBottom"/>
            <a:pathLst>
              <a:path w="13422" h="8555">
                <a:moveTo>
                  <a:pt x="7831" y="0"/>
                </a:moveTo>
                <a:cubicBezTo>
                  <a:pt x="7128" y="602"/>
                  <a:pt x="6306" y="1543"/>
                  <a:pt x="5948" y="1883"/>
                </a:cubicBezTo>
                <a:cubicBezTo>
                  <a:pt x="5045" y="2744"/>
                  <a:pt x="4148" y="3618"/>
                  <a:pt x="3312" y="4548"/>
                </a:cubicBezTo>
                <a:cubicBezTo>
                  <a:pt x="2144" y="5839"/>
                  <a:pt x="1048" y="7179"/>
                  <a:pt x="0" y="8555"/>
                </a:cubicBezTo>
                <a:lnTo>
                  <a:pt x="13421" y="8555"/>
                </a:lnTo>
                <a:cubicBezTo>
                  <a:pt x="11327" y="5856"/>
                  <a:pt x="9362" y="3073"/>
                  <a:pt x="7831" y="0"/>
                </a:cubicBezTo>
                <a:close/>
              </a:path>
            </a:pathLst>
          </a:custGeom>
          <a:solidFill>
            <a:srgbClr val="90B9D0"/>
          </a:solidFill>
          <a:ln w="0">
            <a:noFill/>
          </a:ln>
        </p:spPr>
        <p:style>
          <a:lnRef idx="0">
            <a:scrgbClr r="0" g="0" b="0"/>
          </a:lnRef>
          <a:fillRef idx="0">
            <a:scrgbClr r="0" g="0" b="0"/>
          </a:fillRef>
          <a:effectRef idx="0">
            <a:scrgbClr r="0" g="0" b="0"/>
          </a:effectRef>
          <a:fontRef idx="minor"/>
        </p:style>
        <p:txBody>
          <a:bodyPr tIns="69480" bIns="69480" anchor="ctr">
            <a:noAutofit/>
          </a:bodyPr>
          <a:lstStyle/>
          <a:p>
            <a:endParaRPr lang="en-US" sz="1400" b="0" u="none" strike="noStrike">
              <a:solidFill>
                <a:srgbClr val="000000"/>
              </a:solidFill>
              <a:effectLst/>
              <a:uFillTx/>
              <a:latin typeface="Arial"/>
            </a:endParaRPr>
          </a:p>
        </p:txBody>
      </p:sp>
      <p:sp>
        <p:nvSpPr>
          <p:cNvPr id="717" name="Google Shape;377;p 3"/>
          <p:cNvSpPr/>
          <p:nvPr/>
        </p:nvSpPr>
        <p:spPr>
          <a:xfrm>
            <a:off x="2324880" y="4911840"/>
            <a:ext cx="4356360" cy="351720"/>
          </a:xfrm>
          <a:custGeom>
            <a:avLst/>
            <a:gdLst>
              <a:gd name="textAreaLeft" fmla="*/ 0 w 4356360"/>
              <a:gd name="textAreaRight" fmla="*/ 4356720 w 4356360"/>
              <a:gd name="textAreaTop" fmla="*/ 0 h 351720"/>
              <a:gd name="textAreaBottom" fmla="*/ 352080 h 351720"/>
            </a:gdLst>
            <a:ahLst/>
            <a:cxnLst/>
            <a:rect l="textAreaLeft" t="textAreaTop" r="textAreaRight" b="textAreaBottom"/>
            <a:pathLst>
              <a:path w="268344" h="21681">
                <a:moveTo>
                  <a:pt x="15343" y="0"/>
                </a:moveTo>
                <a:cubicBezTo>
                  <a:pt x="6870" y="0"/>
                  <a:pt x="1" y="9707"/>
                  <a:pt x="1" y="21680"/>
                </a:cubicBezTo>
                <a:lnTo>
                  <a:pt x="268344" y="21680"/>
                </a:lnTo>
                <a:cubicBezTo>
                  <a:pt x="268344" y="9707"/>
                  <a:pt x="261473" y="0"/>
                  <a:pt x="25300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18" name="Google Shape;378;p 3"/>
          <p:cNvSpPr/>
          <p:nvPr/>
        </p:nvSpPr>
        <p:spPr>
          <a:xfrm>
            <a:off x="3840120" y="4026600"/>
            <a:ext cx="351000" cy="1045080"/>
          </a:xfrm>
          <a:custGeom>
            <a:avLst/>
            <a:gdLst>
              <a:gd name="textAreaLeft" fmla="*/ 0 w 351000"/>
              <a:gd name="textAreaRight" fmla="*/ 351360 w 351000"/>
              <a:gd name="textAreaTop" fmla="*/ 0 h 1045080"/>
              <a:gd name="textAreaBottom" fmla="*/ 1045440 h 1045080"/>
            </a:gdLst>
            <a:ahLst/>
            <a:cxnLst/>
            <a:rect l="textAreaLeft" t="textAreaTop" r="textAreaRight" b="textAreaBottom"/>
            <a:pathLst>
              <a:path w="21650" h="64401">
                <a:moveTo>
                  <a:pt x="1145" y="1"/>
                </a:moveTo>
                <a:cubicBezTo>
                  <a:pt x="513" y="1"/>
                  <a:pt x="0" y="513"/>
                  <a:pt x="0" y="1146"/>
                </a:cubicBezTo>
                <a:lnTo>
                  <a:pt x="0" y="64400"/>
                </a:lnTo>
                <a:lnTo>
                  <a:pt x="21648" y="64400"/>
                </a:lnTo>
                <a:lnTo>
                  <a:pt x="21650" y="1146"/>
                </a:lnTo>
                <a:cubicBezTo>
                  <a:pt x="21650" y="513"/>
                  <a:pt x="21137" y="1"/>
                  <a:pt x="20505"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719" name="Google Shape;379;p 3"/>
          <p:cNvSpPr/>
          <p:nvPr/>
        </p:nvSpPr>
        <p:spPr>
          <a:xfrm>
            <a:off x="3878640" y="407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0"/>
                </a:moveTo>
                <a:cubicBezTo>
                  <a:pt x="821" y="0"/>
                  <a:pt x="1" y="821"/>
                  <a:pt x="1" y="1841"/>
                </a:cubicBezTo>
                <a:lnTo>
                  <a:pt x="1" y="1842"/>
                </a:lnTo>
                <a:cubicBezTo>
                  <a:pt x="1" y="2862"/>
                  <a:pt x="821" y="3683"/>
                  <a:pt x="1841" y="3683"/>
                </a:cubicBezTo>
                <a:lnTo>
                  <a:pt x="1843" y="3683"/>
                </a:lnTo>
                <a:cubicBezTo>
                  <a:pt x="2863" y="3683"/>
                  <a:pt x="3683" y="2862"/>
                  <a:pt x="3683" y="1842"/>
                </a:cubicBezTo>
                <a:lnTo>
                  <a:pt x="3683" y="1841"/>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20" name="Google Shape;380;p 3"/>
          <p:cNvSpPr/>
          <p:nvPr/>
        </p:nvSpPr>
        <p:spPr>
          <a:xfrm>
            <a:off x="3171600" y="3822120"/>
            <a:ext cx="55080" cy="220680"/>
          </a:xfrm>
          <a:custGeom>
            <a:avLst/>
            <a:gdLst>
              <a:gd name="textAreaLeft" fmla="*/ 0 w 55080"/>
              <a:gd name="textAreaRight" fmla="*/ 55440 w 55080"/>
              <a:gd name="textAreaTop" fmla="*/ 0 h 220680"/>
              <a:gd name="textAreaBottom" fmla="*/ 221040 h 220680"/>
            </a:gdLst>
            <a:ahLst/>
            <a:cxnLst/>
            <a:rect l="textAreaLeft" t="textAreaTop" r="textAreaRight" b="textAreaBottom"/>
            <a:pathLst>
              <a:path w="1748" h="6988">
                <a:moveTo>
                  <a:pt x="874" y="0"/>
                </a:moveTo>
                <a:cubicBezTo>
                  <a:pt x="404" y="0"/>
                  <a:pt x="19" y="376"/>
                  <a:pt x="0" y="845"/>
                </a:cubicBezTo>
                <a:lnTo>
                  <a:pt x="0" y="6105"/>
                </a:lnTo>
                <a:cubicBezTo>
                  <a:pt x="0" y="6593"/>
                  <a:pt x="395" y="6988"/>
                  <a:pt x="874" y="6988"/>
                </a:cubicBezTo>
                <a:cubicBezTo>
                  <a:pt x="1362" y="6978"/>
                  <a:pt x="1747" y="6593"/>
                  <a:pt x="1747" y="6105"/>
                </a:cubicBezTo>
                <a:lnTo>
                  <a:pt x="1747" y="845"/>
                </a:lnTo>
                <a:cubicBezTo>
                  <a:pt x="1738" y="376"/>
                  <a:pt x="1343" y="0"/>
                  <a:pt x="874"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21" name="Google Shape;381;p 3"/>
          <p:cNvSpPr/>
          <p:nvPr/>
        </p:nvSpPr>
        <p:spPr>
          <a:xfrm>
            <a:off x="3059280" y="4014000"/>
            <a:ext cx="279360" cy="139680"/>
          </a:xfrm>
          <a:custGeom>
            <a:avLst/>
            <a:gdLst>
              <a:gd name="textAreaLeft" fmla="*/ 0 w 279360"/>
              <a:gd name="textAreaRight" fmla="*/ 279720 w 279360"/>
              <a:gd name="textAreaTop" fmla="*/ 0 h 139680"/>
              <a:gd name="textAreaBottom" fmla="*/ 140040 h 139680"/>
            </a:gdLst>
            <a:ahLst/>
            <a:cxnLst/>
            <a:rect l="textAreaLeft" t="textAreaTop" r="textAreaRight" b="textAreaBottom"/>
            <a:pathLst>
              <a:path w="8848" h="4424">
                <a:moveTo>
                  <a:pt x="4424" y="0"/>
                </a:moveTo>
                <a:cubicBezTo>
                  <a:pt x="1982" y="0"/>
                  <a:pt x="0" y="1982"/>
                  <a:pt x="0" y="4424"/>
                </a:cubicBezTo>
                <a:lnTo>
                  <a:pt x="8847" y="4424"/>
                </a:lnTo>
                <a:cubicBezTo>
                  <a:pt x="8847" y="1982"/>
                  <a:pt x="6866" y="0"/>
                  <a:pt x="4424" y="0"/>
                </a:cubicBezTo>
                <a:close/>
              </a:path>
            </a:pathLst>
          </a:custGeom>
          <a:solidFill>
            <a:srgbClr val="FFE48D"/>
          </a:solidFill>
          <a:ln w="0">
            <a:noFill/>
          </a:ln>
        </p:spPr>
        <p:style>
          <a:lnRef idx="0">
            <a:scrgbClr r="0" g="0" b="0"/>
          </a:lnRef>
          <a:fillRef idx="0">
            <a:scrgbClr r="0" g="0" b="0"/>
          </a:fillRef>
          <a:effectRef idx="0">
            <a:scrgbClr r="0" g="0" b="0"/>
          </a:effectRef>
          <a:fontRef idx="minor"/>
        </p:style>
        <p:txBody>
          <a:bodyPr tIns="69840" bIns="69840" anchor="ctr">
            <a:noAutofit/>
          </a:bodyPr>
          <a:lstStyle/>
          <a:p>
            <a:endParaRPr lang="en-US" sz="1400" b="0" u="none" strike="noStrike">
              <a:solidFill>
                <a:srgbClr val="000000"/>
              </a:solidFill>
              <a:effectLst/>
              <a:uFillTx/>
              <a:latin typeface="Arial"/>
            </a:endParaRPr>
          </a:p>
        </p:txBody>
      </p:sp>
      <p:sp>
        <p:nvSpPr>
          <p:cNvPr id="722" name="Google Shape;382;p 3"/>
          <p:cNvSpPr/>
          <p:nvPr/>
        </p:nvSpPr>
        <p:spPr>
          <a:xfrm>
            <a:off x="3033000" y="4140360"/>
            <a:ext cx="333000" cy="942120"/>
          </a:xfrm>
          <a:custGeom>
            <a:avLst/>
            <a:gdLst>
              <a:gd name="textAreaLeft" fmla="*/ 0 w 333000"/>
              <a:gd name="textAreaRight" fmla="*/ 333360 w 333000"/>
              <a:gd name="textAreaTop" fmla="*/ 0 h 942120"/>
              <a:gd name="textAreaBottom" fmla="*/ 942480 h 942120"/>
            </a:gdLst>
            <a:ahLst/>
            <a:cxnLst/>
            <a:rect l="textAreaLeft" t="textAreaTop" r="textAreaRight" b="textAreaBottom"/>
            <a:pathLst>
              <a:path w="10538" h="29802">
                <a:moveTo>
                  <a:pt x="883" y="1"/>
                </a:moveTo>
                <a:cubicBezTo>
                  <a:pt x="395" y="1"/>
                  <a:pt x="0" y="386"/>
                  <a:pt x="0" y="874"/>
                </a:cubicBezTo>
                <a:lnTo>
                  <a:pt x="0" y="29801"/>
                </a:lnTo>
                <a:lnTo>
                  <a:pt x="9712" y="29801"/>
                </a:lnTo>
                <a:cubicBezTo>
                  <a:pt x="10172" y="29773"/>
                  <a:pt x="10538" y="29388"/>
                  <a:pt x="10519" y="28918"/>
                </a:cubicBezTo>
                <a:lnTo>
                  <a:pt x="10519" y="874"/>
                </a:lnTo>
                <a:cubicBezTo>
                  <a:pt x="10519" y="386"/>
                  <a:pt x="10125" y="1"/>
                  <a:pt x="9646"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23" name="Google Shape;383;p 3"/>
          <p:cNvSpPr/>
          <p:nvPr/>
        </p:nvSpPr>
        <p:spPr>
          <a:xfrm>
            <a:off x="3116160" y="422424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8" h="3476">
                <a:moveTo>
                  <a:pt x="884" y="1"/>
                </a:moveTo>
                <a:cubicBezTo>
                  <a:pt x="405" y="1"/>
                  <a:pt x="20" y="367"/>
                  <a:pt x="1" y="846"/>
                </a:cubicBezTo>
                <a:lnTo>
                  <a:pt x="1" y="2602"/>
                </a:lnTo>
                <a:cubicBezTo>
                  <a:pt x="1" y="3081"/>
                  <a:pt x="395" y="3476"/>
                  <a:pt x="884" y="3476"/>
                </a:cubicBezTo>
                <a:cubicBezTo>
                  <a:pt x="1363" y="3476"/>
                  <a:pt x="1757" y="3081"/>
                  <a:pt x="1757" y="2602"/>
                </a:cubicBezTo>
                <a:lnTo>
                  <a:pt x="1757" y="846"/>
                </a:lnTo>
                <a:cubicBezTo>
                  <a:pt x="1738" y="367"/>
                  <a:pt x="1353" y="1"/>
                  <a:pt x="88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24" name="Google Shape;384;p 3"/>
          <p:cNvSpPr/>
          <p:nvPr/>
        </p:nvSpPr>
        <p:spPr>
          <a:xfrm>
            <a:off x="5456880" y="4347720"/>
            <a:ext cx="439200" cy="718920"/>
          </a:xfrm>
          <a:custGeom>
            <a:avLst/>
            <a:gdLst>
              <a:gd name="textAreaLeft" fmla="*/ 0 w 439200"/>
              <a:gd name="textAreaRight" fmla="*/ 439560 w 439200"/>
              <a:gd name="textAreaTop" fmla="*/ 0 h 718920"/>
              <a:gd name="textAreaBottom" fmla="*/ 719280 h 718920"/>
            </a:gdLst>
            <a:ahLst/>
            <a:cxnLst/>
            <a:rect l="textAreaLeft" t="textAreaTop" r="textAreaRight" b="textAreaBottom"/>
            <a:pathLst>
              <a:path w="13150" h="18409">
                <a:moveTo>
                  <a:pt x="1" y="0"/>
                </a:moveTo>
                <a:lnTo>
                  <a:pt x="1" y="18408"/>
                </a:lnTo>
                <a:lnTo>
                  <a:pt x="12266" y="18408"/>
                </a:lnTo>
                <a:cubicBezTo>
                  <a:pt x="12755" y="18408"/>
                  <a:pt x="13149" y="18014"/>
                  <a:pt x="13149" y="17525"/>
                </a:cubicBezTo>
                <a:lnTo>
                  <a:pt x="13149" y="442"/>
                </a:lnTo>
                <a:lnTo>
                  <a:pt x="12745" y="0"/>
                </a:lnTo>
                <a:lnTo>
                  <a:pt x="2161" y="0"/>
                </a:lnTo>
                <a:lnTo>
                  <a:pt x="1757" y="442"/>
                </a:lnTo>
                <a:lnTo>
                  <a:pt x="1757"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25" name="Google Shape;385;p 3"/>
          <p:cNvSpPr/>
          <p:nvPr/>
        </p:nvSpPr>
        <p:spPr>
          <a:xfrm>
            <a:off x="5552640" y="4450320"/>
            <a:ext cx="102600" cy="68040"/>
          </a:xfrm>
          <a:custGeom>
            <a:avLst/>
            <a:gdLst>
              <a:gd name="textAreaLeft" fmla="*/ 0 w 102600"/>
              <a:gd name="textAreaRight" fmla="*/ 102960 w 102600"/>
              <a:gd name="textAreaTop" fmla="*/ 0 h 68040"/>
              <a:gd name="textAreaBottom" fmla="*/ 68400 h 68040"/>
            </a:gdLst>
            <a:ahLst/>
            <a:cxnLst/>
            <a:rect l="textAreaLeft" t="textAreaTop" r="textAreaRight" b="textAreaBottom"/>
            <a:pathLst>
              <a:path w="2631" h="1749">
                <a:moveTo>
                  <a:pt x="878" y="0"/>
                </a:moveTo>
                <a:cubicBezTo>
                  <a:pt x="395" y="0"/>
                  <a:pt x="1" y="388"/>
                  <a:pt x="1" y="874"/>
                </a:cubicBezTo>
                <a:cubicBezTo>
                  <a:pt x="1" y="1361"/>
                  <a:pt x="395" y="1748"/>
                  <a:pt x="878" y="1748"/>
                </a:cubicBezTo>
                <a:cubicBezTo>
                  <a:pt x="889" y="1748"/>
                  <a:pt x="901" y="1748"/>
                  <a:pt x="912" y="1748"/>
                </a:cubicBezTo>
                <a:lnTo>
                  <a:pt x="1785" y="1748"/>
                </a:lnTo>
                <a:cubicBezTo>
                  <a:pt x="2255" y="1738"/>
                  <a:pt x="2631" y="1344"/>
                  <a:pt x="2631" y="874"/>
                </a:cubicBezTo>
                <a:cubicBezTo>
                  <a:pt x="2631" y="405"/>
                  <a:pt x="2255" y="20"/>
                  <a:pt x="1785" y="1"/>
                </a:cubicBezTo>
                <a:lnTo>
                  <a:pt x="912" y="1"/>
                </a:lnTo>
                <a:cubicBezTo>
                  <a:pt x="901" y="0"/>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26" name="Google Shape;386;p 3"/>
          <p:cNvSpPr/>
          <p:nvPr/>
        </p:nvSpPr>
        <p:spPr>
          <a:xfrm>
            <a:off x="5552640" y="4587480"/>
            <a:ext cx="102600" cy="68400"/>
          </a:xfrm>
          <a:custGeom>
            <a:avLst/>
            <a:gdLst>
              <a:gd name="textAreaLeft" fmla="*/ 0 w 102600"/>
              <a:gd name="textAreaRight" fmla="*/ 102960 w 102600"/>
              <a:gd name="textAreaTop" fmla="*/ 0 h 68400"/>
              <a:gd name="textAreaBottom" fmla="*/ 68760 h 68400"/>
            </a:gdLst>
            <a:ahLst/>
            <a:cxnLst/>
            <a:rect l="textAreaLeft" t="textAreaTop" r="textAreaRight" b="textAreaBottom"/>
            <a:pathLst>
              <a:path w="2631" h="1758">
                <a:moveTo>
                  <a:pt x="878" y="0"/>
                </a:moveTo>
                <a:cubicBezTo>
                  <a:pt x="395" y="0"/>
                  <a:pt x="1" y="388"/>
                  <a:pt x="1" y="874"/>
                </a:cubicBezTo>
                <a:cubicBezTo>
                  <a:pt x="1" y="1361"/>
                  <a:pt x="396" y="1758"/>
                  <a:pt x="879" y="1758"/>
                </a:cubicBezTo>
                <a:cubicBezTo>
                  <a:pt x="890" y="1758"/>
                  <a:pt x="901" y="1758"/>
                  <a:pt x="912" y="1757"/>
                </a:cubicBezTo>
                <a:lnTo>
                  <a:pt x="1785" y="1757"/>
                </a:lnTo>
                <a:cubicBezTo>
                  <a:pt x="2255" y="1738"/>
                  <a:pt x="2631" y="1353"/>
                  <a:pt x="2631" y="874"/>
                </a:cubicBezTo>
                <a:cubicBezTo>
                  <a:pt x="2631" y="405"/>
                  <a:pt x="2255" y="20"/>
                  <a:pt x="1785" y="1"/>
                </a:cubicBezTo>
                <a:lnTo>
                  <a:pt x="912" y="1"/>
                </a:lnTo>
                <a:cubicBezTo>
                  <a:pt x="901" y="1"/>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27" name="Google Shape;387;p 3"/>
          <p:cNvSpPr/>
          <p:nvPr/>
        </p:nvSpPr>
        <p:spPr>
          <a:xfrm>
            <a:off x="5553720" y="4724280"/>
            <a:ext cx="102600" cy="68400"/>
          </a:xfrm>
          <a:custGeom>
            <a:avLst/>
            <a:gdLst>
              <a:gd name="textAreaLeft" fmla="*/ 0 w 102600"/>
              <a:gd name="textAreaRight" fmla="*/ 102960 w 102600"/>
              <a:gd name="textAreaTop" fmla="*/ 0 h 68400"/>
              <a:gd name="textAreaBottom" fmla="*/ 68760 h 68400"/>
            </a:gdLst>
            <a:ahLst/>
            <a:cxnLst/>
            <a:rect l="textAreaLeft" t="textAreaTop" r="textAreaRight" b="textAreaBottom"/>
            <a:pathLst>
              <a:path w="2630" h="1757">
                <a:moveTo>
                  <a:pt x="883" y="0"/>
                </a:moveTo>
                <a:cubicBezTo>
                  <a:pt x="395" y="0"/>
                  <a:pt x="0" y="395"/>
                  <a:pt x="0" y="883"/>
                </a:cubicBezTo>
                <a:cubicBezTo>
                  <a:pt x="0" y="1362"/>
                  <a:pt x="395" y="1756"/>
                  <a:pt x="883" y="1756"/>
                </a:cubicBezTo>
                <a:lnTo>
                  <a:pt x="1756" y="1756"/>
                </a:lnTo>
                <a:cubicBezTo>
                  <a:pt x="2245" y="1756"/>
                  <a:pt x="2630" y="1362"/>
                  <a:pt x="2630" y="883"/>
                </a:cubicBezTo>
                <a:cubicBezTo>
                  <a:pt x="2630" y="395"/>
                  <a:pt x="2245" y="0"/>
                  <a:pt x="175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28" name="Google Shape;388;p 3"/>
          <p:cNvSpPr/>
          <p:nvPr/>
        </p:nvSpPr>
        <p:spPr>
          <a:xfrm>
            <a:off x="5552640" y="4861440"/>
            <a:ext cx="102600" cy="68040"/>
          </a:xfrm>
          <a:custGeom>
            <a:avLst/>
            <a:gdLst>
              <a:gd name="textAreaLeft" fmla="*/ 0 w 102600"/>
              <a:gd name="textAreaRight" fmla="*/ 102960 w 102600"/>
              <a:gd name="textAreaTop" fmla="*/ 0 h 68040"/>
              <a:gd name="textAreaBottom" fmla="*/ 68400 h 68040"/>
            </a:gdLst>
            <a:ahLst/>
            <a:cxnLst/>
            <a:rect l="textAreaLeft" t="textAreaTop" r="textAreaRight" b="textAreaBottom"/>
            <a:pathLst>
              <a:path w="2631" h="1749">
                <a:moveTo>
                  <a:pt x="878" y="0"/>
                </a:moveTo>
                <a:cubicBezTo>
                  <a:pt x="395" y="0"/>
                  <a:pt x="1" y="388"/>
                  <a:pt x="1" y="874"/>
                </a:cubicBezTo>
                <a:cubicBezTo>
                  <a:pt x="1" y="1361"/>
                  <a:pt x="395" y="1748"/>
                  <a:pt x="878" y="1748"/>
                </a:cubicBezTo>
                <a:cubicBezTo>
                  <a:pt x="889" y="1748"/>
                  <a:pt x="901" y="1748"/>
                  <a:pt x="912" y="1748"/>
                </a:cubicBezTo>
                <a:lnTo>
                  <a:pt x="1785" y="1748"/>
                </a:lnTo>
                <a:cubicBezTo>
                  <a:pt x="2255" y="1729"/>
                  <a:pt x="2631" y="1344"/>
                  <a:pt x="2631" y="874"/>
                </a:cubicBezTo>
                <a:cubicBezTo>
                  <a:pt x="2631" y="405"/>
                  <a:pt x="2255" y="10"/>
                  <a:pt x="1785" y="1"/>
                </a:cubicBezTo>
                <a:lnTo>
                  <a:pt x="912" y="1"/>
                </a:lnTo>
                <a:cubicBezTo>
                  <a:pt x="901" y="0"/>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29" name="Google Shape;389;p 3"/>
          <p:cNvSpPr/>
          <p:nvPr/>
        </p:nvSpPr>
        <p:spPr>
          <a:xfrm>
            <a:off x="5725080" y="4450680"/>
            <a:ext cx="70560" cy="67680"/>
          </a:xfrm>
          <a:custGeom>
            <a:avLst/>
            <a:gdLst>
              <a:gd name="textAreaLeft" fmla="*/ 0 w 70560"/>
              <a:gd name="textAreaRight" fmla="*/ 70920 w 70560"/>
              <a:gd name="textAreaTop" fmla="*/ 0 h 67680"/>
              <a:gd name="textAreaBottom" fmla="*/ 68040 h 67680"/>
            </a:gdLst>
            <a:ahLst/>
            <a:cxnLst/>
            <a:rect l="textAreaLeft" t="textAreaTop" r="textAreaRight" b="textAreaBottom"/>
            <a:pathLst>
              <a:path w="1813" h="1741">
                <a:moveTo>
                  <a:pt x="875" y="1"/>
                </a:moveTo>
                <a:cubicBezTo>
                  <a:pt x="651" y="1"/>
                  <a:pt x="428" y="83"/>
                  <a:pt x="254" y="247"/>
                </a:cubicBezTo>
                <a:cubicBezTo>
                  <a:pt x="169" y="332"/>
                  <a:pt x="113" y="426"/>
                  <a:pt x="66" y="539"/>
                </a:cubicBezTo>
                <a:cubicBezTo>
                  <a:pt x="28" y="642"/>
                  <a:pt x="0" y="755"/>
                  <a:pt x="0" y="867"/>
                </a:cubicBezTo>
                <a:cubicBezTo>
                  <a:pt x="0" y="1102"/>
                  <a:pt x="94" y="1327"/>
                  <a:pt x="254" y="1487"/>
                </a:cubicBezTo>
                <a:cubicBezTo>
                  <a:pt x="338" y="1572"/>
                  <a:pt x="432" y="1628"/>
                  <a:pt x="545" y="1675"/>
                </a:cubicBezTo>
                <a:cubicBezTo>
                  <a:pt x="648" y="1722"/>
                  <a:pt x="761" y="1741"/>
                  <a:pt x="874" y="1741"/>
                </a:cubicBezTo>
                <a:cubicBezTo>
                  <a:pt x="1108" y="1741"/>
                  <a:pt x="1334" y="1647"/>
                  <a:pt x="1503" y="1487"/>
                </a:cubicBezTo>
                <a:cubicBezTo>
                  <a:pt x="1578" y="1403"/>
                  <a:pt x="1634" y="1309"/>
                  <a:pt x="1681" y="1205"/>
                </a:cubicBezTo>
                <a:cubicBezTo>
                  <a:pt x="1813" y="877"/>
                  <a:pt x="1738" y="501"/>
                  <a:pt x="1503" y="247"/>
                </a:cubicBezTo>
                <a:cubicBezTo>
                  <a:pt x="1324" y="83"/>
                  <a:pt x="1099" y="1"/>
                  <a:pt x="87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3840" bIns="33840" anchor="ctr">
            <a:noAutofit/>
          </a:bodyPr>
          <a:lstStyle/>
          <a:p>
            <a:endParaRPr lang="en-US" sz="1400" b="0" u="none" strike="noStrike">
              <a:solidFill>
                <a:srgbClr val="FFFFFF"/>
              </a:solidFill>
              <a:effectLst/>
              <a:uFillTx/>
              <a:latin typeface="Arial"/>
            </a:endParaRPr>
          </a:p>
        </p:txBody>
      </p:sp>
      <p:sp>
        <p:nvSpPr>
          <p:cNvPr id="730" name="Google Shape;390;p 3"/>
          <p:cNvSpPr/>
          <p:nvPr/>
        </p:nvSpPr>
        <p:spPr>
          <a:xfrm>
            <a:off x="5725080" y="45871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1757" h="1760">
                <a:moveTo>
                  <a:pt x="863" y="1"/>
                </a:moveTo>
                <a:cubicBezTo>
                  <a:pt x="516" y="1"/>
                  <a:pt x="193" y="213"/>
                  <a:pt x="66" y="548"/>
                </a:cubicBezTo>
                <a:cubicBezTo>
                  <a:pt x="28" y="651"/>
                  <a:pt x="0" y="764"/>
                  <a:pt x="0" y="876"/>
                </a:cubicBezTo>
                <a:cubicBezTo>
                  <a:pt x="0" y="942"/>
                  <a:pt x="10" y="999"/>
                  <a:pt x="19" y="1055"/>
                </a:cubicBezTo>
                <a:cubicBezTo>
                  <a:pt x="28" y="1111"/>
                  <a:pt x="47" y="1168"/>
                  <a:pt x="66" y="1215"/>
                </a:cubicBezTo>
                <a:cubicBezTo>
                  <a:pt x="85" y="1271"/>
                  <a:pt x="113" y="1318"/>
                  <a:pt x="150" y="1374"/>
                </a:cubicBezTo>
                <a:lnTo>
                  <a:pt x="254" y="1506"/>
                </a:lnTo>
                <a:cubicBezTo>
                  <a:pt x="423" y="1665"/>
                  <a:pt x="648" y="1750"/>
                  <a:pt x="874" y="1759"/>
                </a:cubicBezTo>
                <a:cubicBezTo>
                  <a:pt x="930" y="1759"/>
                  <a:pt x="996" y="1750"/>
                  <a:pt x="1052" y="1740"/>
                </a:cubicBezTo>
                <a:cubicBezTo>
                  <a:pt x="1108" y="1731"/>
                  <a:pt x="1155" y="1712"/>
                  <a:pt x="1212" y="1684"/>
                </a:cubicBezTo>
                <a:cubicBezTo>
                  <a:pt x="1268" y="1665"/>
                  <a:pt x="1315" y="1637"/>
                  <a:pt x="1371" y="1609"/>
                </a:cubicBezTo>
                <a:lnTo>
                  <a:pt x="1503" y="1506"/>
                </a:lnTo>
                <a:lnTo>
                  <a:pt x="1606" y="1374"/>
                </a:lnTo>
                <a:cubicBezTo>
                  <a:pt x="1634" y="1318"/>
                  <a:pt x="1663" y="1271"/>
                  <a:pt x="1681" y="1215"/>
                </a:cubicBezTo>
                <a:cubicBezTo>
                  <a:pt x="1710" y="1168"/>
                  <a:pt x="1728" y="1111"/>
                  <a:pt x="1738" y="1055"/>
                </a:cubicBezTo>
                <a:cubicBezTo>
                  <a:pt x="1747" y="999"/>
                  <a:pt x="1747" y="942"/>
                  <a:pt x="1756" y="876"/>
                </a:cubicBezTo>
                <a:cubicBezTo>
                  <a:pt x="1747" y="651"/>
                  <a:pt x="1663" y="426"/>
                  <a:pt x="1503" y="257"/>
                </a:cubicBezTo>
                <a:cubicBezTo>
                  <a:pt x="1456" y="219"/>
                  <a:pt x="1409" y="181"/>
                  <a:pt x="1371" y="153"/>
                </a:cubicBezTo>
                <a:cubicBezTo>
                  <a:pt x="1315" y="116"/>
                  <a:pt x="1268" y="97"/>
                  <a:pt x="1212" y="78"/>
                </a:cubicBezTo>
                <a:cubicBezTo>
                  <a:pt x="1155" y="50"/>
                  <a:pt x="1108" y="31"/>
                  <a:pt x="1052" y="22"/>
                </a:cubicBezTo>
                <a:cubicBezTo>
                  <a:pt x="989" y="7"/>
                  <a:pt x="926" y="1"/>
                  <a:pt x="86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31" name="Google Shape;391;p 3"/>
          <p:cNvSpPr/>
          <p:nvPr/>
        </p:nvSpPr>
        <p:spPr>
          <a:xfrm>
            <a:off x="5713200" y="4724280"/>
            <a:ext cx="91800" cy="68400"/>
          </a:xfrm>
          <a:custGeom>
            <a:avLst/>
            <a:gdLst>
              <a:gd name="textAreaLeft" fmla="*/ 0 w 91800"/>
              <a:gd name="textAreaRight" fmla="*/ 92160 w 91800"/>
              <a:gd name="textAreaTop" fmla="*/ 0 h 68400"/>
              <a:gd name="textAreaBottom" fmla="*/ 68760 h 68400"/>
            </a:gdLst>
            <a:ahLst/>
            <a:cxnLst/>
            <a:rect l="textAreaLeft" t="textAreaTop" r="textAreaRight" b="textAreaBottom"/>
            <a:pathLst>
              <a:path w="2356" h="1756">
                <a:moveTo>
                  <a:pt x="1176" y="1"/>
                </a:moveTo>
                <a:cubicBezTo>
                  <a:pt x="944" y="1"/>
                  <a:pt x="720" y="88"/>
                  <a:pt x="555" y="253"/>
                </a:cubicBezTo>
                <a:cubicBezTo>
                  <a:pt x="1" y="807"/>
                  <a:pt x="395" y="1755"/>
                  <a:pt x="1175" y="1755"/>
                </a:cubicBezTo>
                <a:cubicBezTo>
                  <a:pt x="1178" y="1755"/>
                  <a:pt x="1182" y="1756"/>
                  <a:pt x="1186" y="1756"/>
                </a:cubicBezTo>
                <a:cubicBezTo>
                  <a:pt x="1967" y="1756"/>
                  <a:pt x="2355" y="804"/>
                  <a:pt x="1804" y="262"/>
                </a:cubicBezTo>
                <a:cubicBezTo>
                  <a:pt x="1757" y="225"/>
                  <a:pt x="1710" y="187"/>
                  <a:pt x="1672" y="149"/>
                </a:cubicBezTo>
                <a:cubicBezTo>
                  <a:pt x="1616" y="121"/>
                  <a:pt x="1569" y="93"/>
                  <a:pt x="1513" y="74"/>
                </a:cubicBezTo>
                <a:cubicBezTo>
                  <a:pt x="1456" y="46"/>
                  <a:pt x="1409" y="27"/>
                  <a:pt x="1353" y="18"/>
                </a:cubicBezTo>
                <a:cubicBezTo>
                  <a:pt x="1294" y="7"/>
                  <a:pt x="1235" y="1"/>
                  <a:pt x="117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32" name="Google Shape;392;p 3"/>
          <p:cNvSpPr/>
          <p:nvPr/>
        </p:nvSpPr>
        <p:spPr>
          <a:xfrm>
            <a:off x="5712480" y="4861800"/>
            <a:ext cx="93600" cy="67680"/>
          </a:xfrm>
          <a:custGeom>
            <a:avLst/>
            <a:gdLst>
              <a:gd name="textAreaLeft" fmla="*/ 0 w 93600"/>
              <a:gd name="textAreaRight" fmla="*/ 93960 w 93600"/>
              <a:gd name="textAreaTop" fmla="*/ 0 h 67680"/>
              <a:gd name="textAreaBottom" fmla="*/ 68040 h 67680"/>
            </a:gdLst>
            <a:ahLst/>
            <a:cxnLst/>
            <a:rect l="textAreaLeft" t="textAreaTop" r="textAreaRight" b="textAreaBottom"/>
            <a:pathLst>
              <a:path w="2401" h="1742">
                <a:moveTo>
                  <a:pt x="1214" y="1"/>
                </a:moveTo>
                <a:cubicBezTo>
                  <a:pt x="1105" y="1"/>
                  <a:pt x="991" y="22"/>
                  <a:pt x="874" y="70"/>
                </a:cubicBezTo>
                <a:cubicBezTo>
                  <a:pt x="1" y="436"/>
                  <a:pt x="245" y="1732"/>
                  <a:pt x="1194" y="1742"/>
                </a:cubicBezTo>
                <a:cubicBezTo>
                  <a:pt x="1428" y="1742"/>
                  <a:pt x="1654" y="1648"/>
                  <a:pt x="1823" y="1488"/>
                </a:cubicBezTo>
                <a:cubicBezTo>
                  <a:pt x="2401" y="910"/>
                  <a:pt x="1921" y="1"/>
                  <a:pt x="121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3840" bIns="33840" anchor="ctr">
            <a:noAutofit/>
          </a:bodyPr>
          <a:lstStyle/>
          <a:p>
            <a:endParaRPr lang="en-US" sz="1400" b="0" u="none" strike="noStrike">
              <a:solidFill>
                <a:srgbClr val="FFFFFF"/>
              </a:solidFill>
              <a:effectLst/>
              <a:uFillTx/>
              <a:latin typeface="Arial"/>
            </a:endParaRPr>
          </a:p>
        </p:txBody>
      </p:sp>
      <p:sp>
        <p:nvSpPr>
          <p:cNvPr id="733" name="Google Shape;393;p 3"/>
          <p:cNvSpPr/>
          <p:nvPr/>
        </p:nvSpPr>
        <p:spPr>
          <a:xfrm>
            <a:off x="5451120" y="4228200"/>
            <a:ext cx="444960" cy="136440"/>
          </a:xfrm>
          <a:custGeom>
            <a:avLst/>
            <a:gdLst>
              <a:gd name="textAreaLeft" fmla="*/ 0 w 444960"/>
              <a:gd name="textAreaRight" fmla="*/ 445320 w 444960"/>
              <a:gd name="textAreaTop" fmla="*/ 0 h 136440"/>
              <a:gd name="textAreaBottom" fmla="*/ 136800 h 136440"/>
            </a:gdLst>
            <a:ahLst/>
            <a:cxnLst/>
            <a:rect l="textAreaLeft" t="textAreaTop" r="textAreaRight" b="textAreaBottom"/>
            <a:pathLst>
              <a:path w="11394" h="3504">
                <a:moveTo>
                  <a:pt x="3927" y="0"/>
                </a:moveTo>
                <a:cubicBezTo>
                  <a:pt x="3495" y="0"/>
                  <a:pt x="3081" y="179"/>
                  <a:pt x="2781" y="498"/>
                </a:cubicBezTo>
                <a:lnTo>
                  <a:pt x="405" y="3062"/>
                </a:lnTo>
                <a:lnTo>
                  <a:pt x="1" y="3504"/>
                </a:lnTo>
                <a:lnTo>
                  <a:pt x="11393" y="3504"/>
                </a:lnTo>
                <a:lnTo>
                  <a:pt x="10989" y="3062"/>
                </a:lnTo>
                <a:lnTo>
                  <a:pt x="8613" y="517"/>
                </a:lnTo>
                <a:cubicBezTo>
                  <a:pt x="8322" y="188"/>
                  <a:pt x="7899" y="0"/>
                  <a:pt x="7458" y="0"/>
                </a:cubicBezTo>
                <a:close/>
              </a:path>
            </a:pathLst>
          </a:custGeom>
          <a:solidFill>
            <a:srgbClr val="9AD7D2"/>
          </a:solidFill>
          <a:ln w="0">
            <a:noFill/>
          </a:ln>
        </p:spPr>
        <p:style>
          <a:lnRef idx="0">
            <a:scrgbClr r="0" g="0" b="0"/>
          </a:lnRef>
          <a:fillRef idx="0">
            <a:scrgbClr r="0" g="0" b="0"/>
          </a:fillRef>
          <a:effectRef idx="0">
            <a:scrgbClr r="0" g="0" b="0"/>
          </a:effectRef>
          <a:fontRef idx="minor"/>
        </p:style>
        <p:txBody>
          <a:bodyPr tIns="68400" bIns="68400" anchor="ctr">
            <a:noAutofit/>
          </a:bodyPr>
          <a:lstStyle/>
          <a:p>
            <a:endParaRPr lang="en-US" sz="1400" b="0" u="none" strike="noStrike">
              <a:solidFill>
                <a:srgbClr val="000000"/>
              </a:solidFill>
              <a:effectLst/>
              <a:uFillTx/>
              <a:latin typeface="Arial"/>
            </a:endParaRPr>
          </a:p>
        </p:txBody>
      </p:sp>
      <p:sp>
        <p:nvSpPr>
          <p:cNvPr id="734" name="Google Shape;394;p 3"/>
          <p:cNvSpPr/>
          <p:nvPr/>
        </p:nvSpPr>
        <p:spPr>
          <a:xfrm>
            <a:off x="3227040" y="422424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7" h="3476">
                <a:moveTo>
                  <a:pt x="883" y="1"/>
                </a:moveTo>
                <a:cubicBezTo>
                  <a:pt x="413" y="1"/>
                  <a:pt x="19" y="367"/>
                  <a:pt x="10" y="846"/>
                </a:cubicBezTo>
                <a:lnTo>
                  <a:pt x="10" y="2602"/>
                </a:lnTo>
                <a:cubicBezTo>
                  <a:pt x="0" y="3081"/>
                  <a:pt x="395" y="3476"/>
                  <a:pt x="883" y="3476"/>
                </a:cubicBezTo>
                <a:cubicBezTo>
                  <a:pt x="1362" y="3476"/>
                  <a:pt x="1756" y="3081"/>
                  <a:pt x="1756" y="2602"/>
                </a:cubicBezTo>
                <a:lnTo>
                  <a:pt x="1756" y="846"/>
                </a:lnTo>
                <a:cubicBezTo>
                  <a:pt x="1738" y="367"/>
                  <a:pt x="1353" y="1"/>
                  <a:pt x="88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35" name="Google Shape;395;p 3"/>
          <p:cNvSpPr/>
          <p:nvPr/>
        </p:nvSpPr>
        <p:spPr>
          <a:xfrm>
            <a:off x="3115440" y="4388760"/>
            <a:ext cx="56520" cy="111600"/>
          </a:xfrm>
          <a:custGeom>
            <a:avLst/>
            <a:gdLst>
              <a:gd name="textAreaLeft" fmla="*/ 0 w 56520"/>
              <a:gd name="textAreaRight" fmla="*/ 56880 w 56520"/>
              <a:gd name="textAreaTop" fmla="*/ 0 h 111600"/>
              <a:gd name="textAreaBottom" fmla="*/ 111960 h 111600"/>
            </a:gdLst>
            <a:ahLst/>
            <a:cxnLst/>
            <a:rect l="textAreaLeft" t="textAreaTop" r="textAreaRight" b="textAreaBottom"/>
            <a:pathLst>
              <a:path w="1795" h="3542">
                <a:moveTo>
                  <a:pt x="902" y="0"/>
                </a:moveTo>
                <a:cubicBezTo>
                  <a:pt x="404" y="0"/>
                  <a:pt x="0" y="414"/>
                  <a:pt x="19" y="911"/>
                </a:cubicBezTo>
                <a:lnTo>
                  <a:pt x="19" y="2668"/>
                </a:lnTo>
                <a:cubicBezTo>
                  <a:pt x="19" y="3147"/>
                  <a:pt x="413" y="3541"/>
                  <a:pt x="902" y="3541"/>
                </a:cubicBezTo>
                <a:cubicBezTo>
                  <a:pt x="1381" y="3541"/>
                  <a:pt x="1775" y="3147"/>
                  <a:pt x="1775" y="2668"/>
                </a:cubicBezTo>
                <a:lnTo>
                  <a:pt x="1775" y="911"/>
                </a:lnTo>
                <a:cubicBezTo>
                  <a:pt x="1794" y="414"/>
                  <a:pt x="1390" y="0"/>
                  <a:pt x="90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5800" bIns="55800" anchor="ctr">
            <a:noAutofit/>
          </a:bodyPr>
          <a:lstStyle/>
          <a:p>
            <a:endParaRPr lang="en-US" sz="1400" b="0" u="none" strike="noStrike">
              <a:solidFill>
                <a:srgbClr val="FFFFFF"/>
              </a:solidFill>
              <a:effectLst/>
              <a:uFillTx/>
              <a:latin typeface="Arial"/>
            </a:endParaRPr>
          </a:p>
        </p:txBody>
      </p:sp>
      <p:sp>
        <p:nvSpPr>
          <p:cNvPr id="736" name="Google Shape;396;p 3"/>
          <p:cNvSpPr/>
          <p:nvPr/>
        </p:nvSpPr>
        <p:spPr>
          <a:xfrm>
            <a:off x="3226680" y="4388760"/>
            <a:ext cx="56160" cy="111600"/>
          </a:xfrm>
          <a:custGeom>
            <a:avLst/>
            <a:gdLst>
              <a:gd name="textAreaLeft" fmla="*/ 0 w 56160"/>
              <a:gd name="textAreaRight" fmla="*/ 56520 w 56160"/>
              <a:gd name="textAreaTop" fmla="*/ 0 h 111600"/>
              <a:gd name="textAreaBottom" fmla="*/ 111960 h 111600"/>
            </a:gdLst>
            <a:ahLst/>
            <a:cxnLst/>
            <a:rect l="textAreaLeft" t="textAreaTop" r="textAreaRight" b="textAreaBottom"/>
            <a:pathLst>
              <a:path w="1786" h="3542">
                <a:moveTo>
                  <a:pt x="893" y="0"/>
                </a:moveTo>
                <a:cubicBezTo>
                  <a:pt x="395" y="0"/>
                  <a:pt x="1" y="414"/>
                  <a:pt x="20" y="911"/>
                </a:cubicBezTo>
                <a:lnTo>
                  <a:pt x="20" y="2668"/>
                </a:lnTo>
                <a:cubicBezTo>
                  <a:pt x="10" y="3147"/>
                  <a:pt x="405" y="3541"/>
                  <a:pt x="893" y="3541"/>
                </a:cubicBezTo>
                <a:cubicBezTo>
                  <a:pt x="1372" y="3541"/>
                  <a:pt x="1766" y="3147"/>
                  <a:pt x="1766" y="2668"/>
                </a:cubicBezTo>
                <a:lnTo>
                  <a:pt x="1766" y="911"/>
                </a:lnTo>
                <a:cubicBezTo>
                  <a:pt x="1785" y="414"/>
                  <a:pt x="1391" y="0"/>
                  <a:pt x="89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5800" bIns="55800" anchor="ctr">
            <a:noAutofit/>
          </a:bodyPr>
          <a:lstStyle/>
          <a:p>
            <a:endParaRPr lang="en-US" sz="1400" b="0" u="none" strike="noStrike">
              <a:solidFill>
                <a:srgbClr val="FFFFFF"/>
              </a:solidFill>
              <a:effectLst/>
              <a:uFillTx/>
              <a:latin typeface="Arial"/>
            </a:endParaRPr>
          </a:p>
        </p:txBody>
      </p:sp>
      <p:sp>
        <p:nvSpPr>
          <p:cNvPr id="737" name="Google Shape;397;p 3"/>
          <p:cNvSpPr/>
          <p:nvPr/>
        </p:nvSpPr>
        <p:spPr>
          <a:xfrm>
            <a:off x="3116160" y="455688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8" h="3476">
                <a:moveTo>
                  <a:pt x="884" y="1"/>
                </a:moveTo>
                <a:cubicBezTo>
                  <a:pt x="405" y="1"/>
                  <a:pt x="20" y="376"/>
                  <a:pt x="1" y="846"/>
                </a:cubicBezTo>
                <a:lnTo>
                  <a:pt x="1" y="2593"/>
                </a:lnTo>
                <a:cubicBezTo>
                  <a:pt x="1" y="3081"/>
                  <a:pt x="395" y="3466"/>
                  <a:pt x="884" y="3476"/>
                </a:cubicBezTo>
                <a:cubicBezTo>
                  <a:pt x="1363" y="3476"/>
                  <a:pt x="1757" y="3081"/>
                  <a:pt x="1757" y="2593"/>
                </a:cubicBezTo>
                <a:lnTo>
                  <a:pt x="1757" y="846"/>
                </a:lnTo>
                <a:cubicBezTo>
                  <a:pt x="1738" y="376"/>
                  <a:pt x="1353" y="1"/>
                  <a:pt x="88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38" name="Google Shape;398;p 3"/>
          <p:cNvSpPr/>
          <p:nvPr/>
        </p:nvSpPr>
        <p:spPr>
          <a:xfrm>
            <a:off x="3227040" y="455688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48" h="3476">
                <a:moveTo>
                  <a:pt x="874" y="1"/>
                </a:moveTo>
                <a:cubicBezTo>
                  <a:pt x="404" y="1"/>
                  <a:pt x="10" y="376"/>
                  <a:pt x="1" y="846"/>
                </a:cubicBezTo>
                <a:lnTo>
                  <a:pt x="1" y="2593"/>
                </a:lnTo>
                <a:cubicBezTo>
                  <a:pt x="1" y="3081"/>
                  <a:pt x="386" y="3476"/>
                  <a:pt x="874" y="3476"/>
                </a:cubicBezTo>
                <a:cubicBezTo>
                  <a:pt x="1353" y="3466"/>
                  <a:pt x="1747" y="3081"/>
                  <a:pt x="1747" y="2593"/>
                </a:cubicBezTo>
                <a:lnTo>
                  <a:pt x="1747" y="846"/>
                </a:lnTo>
                <a:cubicBezTo>
                  <a:pt x="1729" y="376"/>
                  <a:pt x="1344" y="1"/>
                  <a:pt x="8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39" name="Google Shape;399;p 3"/>
          <p:cNvSpPr/>
          <p:nvPr/>
        </p:nvSpPr>
        <p:spPr>
          <a:xfrm>
            <a:off x="3116160" y="472320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8" h="3475">
                <a:moveTo>
                  <a:pt x="884" y="0"/>
                </a:moveTo>
                <a:cubicBezTo>
                  <a:pt x="405" y="0"/>
                  <a:pt x="20" y="366"/>
                  <a:pt x="1" y="845"/>
                </a:cubicBezTo>
                <a:lnTo>
                  <a:pt x="1" y="2592"/>
                </a:lnTo>
                <a:cubicBezTo>
                  <a:pt x="1" y="3081"/>
                  <a:pt x="395" y="3475"/>
                  <a:pt x="884" y="3475"/>
                </a:cubicBezTo>
                <a:cubicBezTo>
                  <a:pt x="1363" y="3475"/>
                  <a:pt x="1757" y="3081"/>
                  <a:pt x="1757" y="2592"/>
                </a:cubicBezTo>
                <a:lnTo>
                  <a:pt x="1757" y="845"/>
                </a:lnTo>
                <a:cubicBezTo>
                  <a:pt x="1738" y="366"/>
                  <a:pt x="1353" y="0"/>
                  <a:pt x="88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40" name="Google Shape;400;p 3"/>
          <p:cNvSpPr/>
          <p:nvPr/>
        </p:nvSpPr>
        <p:spPr>
          <a:xfrm>
            <a:off x="3227040" y="472320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7" h="3475">
                <a:moveTo>
                  <a:pt x="883" y="0"/>
                </a:moveTo>
                <a:cubicBezTo>
                  <a:pt x="413" y="0"/>
                  <a:pt x="19" y="366"/>
                  <a:pt x="10" y="845"/>
                </a:cubicBezTo>
                <a:lnTo>
                  <a:pt x="10" y="2592"/>
                </a:lnTo>
                <a:cubicBezTo>
                  <a:pt x="0" y="3081"/>
                  <a:pt x="395" y="3475"/>
                  <a:pt x="883" y="3475"/>
                </a:cubicBezTo>
                <a:cubicBezTo>
                  <a:pt x="1362" y="3475"/>
                  <a:pt x="1756" y="3081"/>
                  <a:pt x="1756" y="2592"/>
                </a:cubicBezTo>
                <a:lnTo>
                  <a:pt x="1756" y="845"/>
                </a:lnTo>
                <a:cubicBezTo>
                  <a:pt x="1738" y="366"/>
                  <a:pt x="1353" y="0"/>
                  <a:pt x="88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41" name="Google Shape;401;p 3"/>
          <p:cNvSpPr/>
          <p:nvPr/>
        </p:nvSpPr>
        <p:spPr>
          <a:xfrm>
            <a:off x="3115440" y="4887720"/>
            <a:ext cx="56520" cy="111600"/>
          </a:xfrm>
          <a:custGeom>
            <a:avLst/>
            <a:gdLst>
              <a:gd name="textAreaLeft" fmla="*/ 0 w 56520"/>
              <a:gd name="textAreaRight" fmla="*/ 56880 w 56520"/>
              <a:gd name="textAreaTop" fmla="*/ 0 h 111600"/>
              <a:gd name="textAreaBottom" fmla="*/ 111960 h 111600"/>
            </a:gdLst>
            <a:ahLst/>
            <a:cxnLst/>
            <a:rect l="textAreaLeft" t="textAreaTop" r="textAreaRight" b="textAreaBottom"/>
            <a:pathLst>
              <a:path w="1795" h="3542">
                <a:moveTo>
                  <a:pt x="902" y="1"/>
                </a:moveTo>
                <a:cubicBezTo>
                  <a:pt x="404" y="1"/>
                  <a:pt x="0" y="414"/>
                  <a:pt x="19" y="912"/>
                </a:cubicBezTo>
                <a:lnTo>
                  <a:pt x="19" y="2659"/>
                </a:lnTo>
                <a:cubicBezTo>
                  <a:pt x="19" y="3147"/>
                  <a:pt x="413" y="3541"/>
                  <a:pt x="902" y="3541"/>
                </a:cubicBezTo>
                <a:cubicBezTo>
                  <a:pt x="1381" y="3541"/>
                  <a:pt x="1775" y="3147"/>
                  <a:pt x="1775" y="2659"/>
                </a:cubicBezTo>
                <a:lnTo>
                  <a:pt x="1775" y="912"/>
                </a:lnTo>
                <a:cubicBezTo>
                  <a:pt x="1794" y="414"/>
                  <a:pt x="1390" y="1"/>
                  <a:pt x="90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5800" bIns="55800" anchor="ctr">
            <a:noAutofit/>
          </a:bodyPr>
          <a:lstStyle/>
          <a:p>
            <a:endParaRPr lang="en-US" sz="1400" b="0" u="none" strike="noStrike">
              <a:solidFill>
                <a:srgbClr val="FFFFFF"/>
              </a:solidFill>
              <a:effectLst/>
              <a:uFillTx/>
              <a:latin typeface="Arial"/>
            </a:endParaRPr>
          </a:p>
        </p:txBody>
      </p:sp>
      <p:sp>
        <p:nvSpPr>
          <p:cNvPr id="742" name="Google Shape;402;p 3"/>
          <p:cNvSpPr/>
          <p:nvPr/>
        </p:nvSpPr>
        <p:spPr>
          <a:xfrm>
            <a:off x="3226680" y="4887720"/>
            <a:ext cx="56160" cy="111600"/>
          </a:xfrm>
          <a:custGeom>
            <a:avLst/>
            <a:gdLst>
              <a:gd name="textAreaLeft" fmla="*/ 0 w 56160"/>
              <a:gd name="textAreaRight" fmla="*/ 56520 w 56160"/>
              <a:gd name="textAreaTop" fmla="*/ 0 h 111600"/>
              <a:gd name="textAreaBottom" fmla="*/ 111960 h 111600"/>
            </a:gdLst>
            <a:ahLst/>
            <a:cxnLst/>
            <a:rect l="textAreaLeft" t="textAreaTop" r="textAreaRight" b="textAreaBottom"/>
            <a:pathLst>
              <a:path w="1786" h="3542">
                <a:moveTo>
                  <a:pt x="893" y="1"/>
                </a:moveTo>
                <a:cubicBezTo>
                  <a:pt x="395" y="1"/>
                  <a:pt x="1" y="414"/>
                  <a:pt x="20" y="912"/>
                </a:cubicBezTo>
                <a:lnTo>
                  <a:pt x="20" y="2659"/>
                </a:lnTo>
                <a:cubicBezTo>
                  <a:pt x="10" y="3147"/>
                  <a:pt x="405" y="3541"/>
                  <a:pt x="893" y="3541"/>
                </a:cubicBezTo>
                <a:cubicBezTo>
                  <a:pt x="1372" y="3541"/>
                  <a:pt x="1766" y="3147"/>
                  <a:pt x="1766" y="2659"/>
                </a:cubicBezTo>
                <a:lnTo>
                  <a:pt x="1766" y="912"/>
                </a:lnTo>
                <a:cubicBezTo>
                  <a:pt x="1785" y="414"/>
                  <a:pt x="1391" y="1"/>
                  <a:pt x="89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5800" bIns="55800" anchor="ctr">
            <a:noAutofit/>
          </a:bodyPr>
          <a:lstStyle/>
          <a:p>
            <a:endParaRPr lang="en-US" sz="1400" b="0" u="none" strike="noStrike">
              <a:solidFill>
                <a:srgbClr val="FFFFFF"/>
              </a:solidFill>
              <a:effectLst/>
              <a:uFillTx/>
              <a:latin typeface="Arial"/>
            </a:endParaRPr>
          </a:p>
        </p:txBody>
      </p:sp>
      <p:sp>
        <p:nvSpPr>
          <p:cNvPr id="743" name="Google Shape;403;p 3"/>
          <p:cNvSpPr/>
          <p:nvPr/>
        </p:nvSpPr>
        <p:spPr>
          <a:xfrm>
            <a:off x="3985920" y="407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0"/>
                </a:moveTo>
                <a:cubicBezTo>
                  <a:pt x="823" y="0"/>
                  <a:pt x="1" y="821"/>
                  <a:pt x="1" y="1841"/>
                </a:cubicBezTo>
                <a:lnTo>
                  <a:pt x="1" y="1842"/>
                </a:lnTo>
                <a:cubicBezTo>
                  <a:pt x="1" y="2862"/>
                  <a:pt x="823" y="3683"/>
                  <a:pt x="1843" y="3683"/>
                </a:cubicBezTo>
                <a:cubicBezTo>
                  <a:pt x="2863" y="3683"/>
                  <a:pt x="3684" y="2862"/>
                  <a:pt x="3684" y="1842"/>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4" name="Google Shape;404;p 3"/>
          <p:cNvSpPr/>
          <p:nvPr/>
        </p:nvSpPr>
        <p:spPr>
          <a:xfrm>
            <a:off x="4093560" y="407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0"/>
                </a:moveTo>
                <a:cubicBezTo>
                  <a:pt x="821" y="0"/>
                  <a:pt x="0" y="821"/>
                  <a:pt x="0" y="1841"/>
                </a:cubicBezTo>
                <a:lnTo>
                  <a:pt x="0" y="1842"/>
                </a:lnTo>
                <a:cubicBezTo>
                  <a:pt x="0" y="2862"/>
                  <a:pt x="821" y="3683"/>
                  <a:pt x="1841" y="3683"/>
                </a:cubicBezTo>
                <a:lnTo>
                  <a:pt x="1842" y="3683"/>
                </a:lnTo>
                <a:cubicBezTo>
                  <a:pt x="2862" y="3683"/>
                  <a:pt x="3683" y="2862"/>
                  <a:pt x="3683" y="1842"/>
                </a:cubicBezTo>
                <a:lnTo>
                  <a:pt x="3683" y="1841"/>
                </a:lnTo>
                <a:cubicBezTo>
                  <a:pt x="3683" y="821"/>
                  <a:pt x="2862" y="0"/>
                  <a:pt x="184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5" name="Google Shape;405;p 3"/>
          <p:cNvSpPr/>
          <p:nvPr/>
        </p:nvSpPr>
        <p:spPr>
          <a:xfrm>
            <a:off x="3878640" y="4172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1" y="1"/>
                  <a:pt x="1" y="821"/>
                  <a:pt x="1" y="1841"/>
                </a:cubicBezTo>
                <a:lnTo>
                  <a:pt x="1" y="1843"/>
                </a:lnTo>
                <a:cubicBezTo>
                  <a:pt x="1" y="2863"/>
                  <a:pt x="821" y="3684"/>
                  <a:pt x="1841" y="3684"/>
                </a:cubicBezTo>
                <a:lnTo>
                  <a:pt x="1843" y="3684"/>
                </a:lnTo>
                <a:cubicBezTo>
                  <a:pt x="2863" y="3684"/>
                  <a:pt x="3683" y="2863"/>
                  <a:pt x="3683" y="1843"/>
                </a:cubicBezTo>
                <a:lnTo>
                  <a:pt x="3683" y="1841"/>
                </a:lnTo>
                <a:cubicBezTo>
                  <a:pt x="3683"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6" name="Google Shape;406;p 3"/>
          <p:cNvSpPr/>
          <p:nvPr/>
        </p:nvSpPr>
        <p:spPr>
          <a:xfrm>
            <a:off x="3985920" y="4172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1"/>
                </a:moveTo>
                <a:cubicBezTo>
                  <a:pt x="823" y="1"/>
                  <a:pt x="1" y="821"/>
                  <a:pt x="1" y="1841"/>
                </a:cubicBezTo>
                <a:lnTo>
                  <a:pt x="1" y="1843"/>
                </a:lnTo>
                <a:cubicBezTo>
                  <a:pt x="1" y="2863"/>
                  <a:pt x="823" y="3684"/>
                  <a:pt x="1843" y="3684"/>
                </a:cubicBezTo>
                <a:cubicBezTo>
                  <a:pt x="2863" y="3684"/>
                  <a:pt x="3684" y="2863"/>
                  <a:pt x="3684" y="1843"/>
                </a:cubicBezTo>
                <a:lnTo>
                  <a:pt x="3684" y="1841"/>
                </a:lnTo>
                <a:cubicBezTo>
                  <a:pt x="3684"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7" name="Google Shape;407;p 3"/>
          <p:cNvSpPr/>
          <p:nvPr/>
        </p:nvSpPr>
        <p:spPr>
          <a:xfrm>
            <a:off x="4093560" y="4172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1"/>
                  <a:pt x="0" y="1841"/>
                </a:cubicBezTo>
                <a:lnTo>
                  <a:pt x="0" y="1843"/>
                </a:lnTo>
                <a:cubicBezTo>
                  <a:pt x="0" y="2863"/>
                  <a:pt x="821" y="3684"/>
                  <a:pt x="1841" y="3684"/>
                </a:cubicBezTo>
                <a:lnTo>
                  <a:pt x="1842" y="3684"/>
                </a:lnTo>
                <a:cubicBezTo>
                  <a:pt x="2862" y="3684"/>
                  <a:pt x="3683" y="2863"/>
                  <a:pt x="3683" y="1843"/>
                </a:cubicBezTo>
                <a:lnTo>
                  <a:pt x="3683" y="1841"/>
                </a:lnTo>
                <a:cubicBezTo>
                  <a:pt x="3683" y="821"/>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8" name="Google Shape;408;p 3"/>
          <p:cNvSpPr/>
          <p:nvPr/>
        </p:nvSpPr>
        <p:spPr>
          <a:xfrm>
            <a:off x="3878640" y="4270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0"/>
                </a:moveTo>
                <a:cubicBezTo>
                  <a:pt x="821" y="0"/>
                  <a:pt x="1" y="823"/>
                  <a:pt x="1" y="1843"/>
                </a:cubicBezTo>
                <a:cubicBezTo>
                  <a:pt x="1" y="2863"/>
                  <a:pt x="821" y="3685"/>
                  <a:pt x="1841" y="3685"/>
                </a:cubicBezTo>
                <a:lnTo>
                  <a:pt x="1843" y="3685"/>
                </a:lnTo>
                <a:cubicBezTo>
                  <a:pt x="2863" y="3685"/>
                  <a:pt x="3683" y="2863"/>
                  <a:pt x="3683" y="1843"/>
                </a:cubicBezTo>
                <a:cubicBezTo>
                  <a:pt x="3683"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9" name="Google Shape;409;p 3"/>
          <p:cNvSpPr/>
          <p:nvPr/>
        </p:nvSpPr>
        <p:spPr>
          <a:xfrm>
            <a:off x="3985920" y="4270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0"/>
                </a:moveTo>
                <a:cubicBezTo>
                  <a:pt x="823" y="0"/>
                  <a:pt x="1" y="823"/>
                  <a:pt x="1" y="1843"/>
                </a:cubicBezTo>
                <a:cubicBezTo>
                  <a:pt x="1" y="2863"/>
                  <a:pt x="823" y="3685"/>
                  <a:pt x="1843" y="3685"/>
                </a:cubicBezTo>
                <a:cubicBezTo>
                  <a:pt x="2863" y="3685"/>
                  <a:pt x="3684" y="2863"/>
                  <a:pt x="3684" y="1843"/>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0" name="Google Shape;410;p 3"/>
          <p:cNvSpPr/>
          <p:nvPr/>
        </p:nvSpPr>
        <p:spPr>
          <a:xfrm>
            <a:off x="4093560" y="4270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0"/>
                </a:moveTo>
                <a:cubicBezTo>
                  <a:pt x="821" y="0"/>
                  <a:pt x="0" y="823"/>
                  <a:pt x="0" y="1843"/>
                </a:cubicBezTo>
                <a:cubicBezTo>
                  <a:pt x="0" y="2863"/>
                  <a:pt x="821" y="3685"/>
                  <a:pt x="1841" y="3685"/>
                </a:cubicBezTo>
                <a:lnTo>
                  <a:pt x="1842" y="3685"/>
                </a:lnTo>
                <a:cubicBezTo>
                  <a:pt x="2862" y="3685"/>
                  <a:pt x="3683" y="2863"/>
                  <a:pt x="3683" y="1843"/>
                </a:cubicBezTo>
                <a:cubicBezTo>
                  <a:pt x="3683" y="823"/>
                  <a:pt x="2862" y="0"/>
                  <a:pt x="184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1" name="Google Shape;411;p 3"/>
          <p:cNvSpPr/>
          <p:nvPr/>
        </p:nvSpPr>
        <p:spPr>
          <a:xfrm>
            <a:off x="3878640" y="4368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1" y="1"/>
                  <a:pt x="1" y="822"/>
                  <a:pt x="1" y="1841"/>
                </a:cubicBezTo>
                <a:lnTo>
                  <a:pt x="1" y="1843"/>
                </a:lnTo>
                <a:cubicBezTo>
                  <a:pt x="1" y="2863"/>
                  <a:pt x="821" y="3684"/>
                  <a:pt x="1841" y="3684"/>
                </a:cubicBezTo>
                <a:lnTo>
                  <a:pt x="1843" y="3684"/>
                </a:lnTo>
                <a:cubicBezTo>
                  <a:pt x="2863" y="3684"/>
                  <a:pt x="3683" y="2863"/>
                  <a:pt x="3683" y="1843"/>
                </a:cubicBezTo>
                <a:lnTo>
                  <a:pt x="3683" y="1841"/>
                </a:lnTo>
                <a:cubicBezTo>
                  <a:pt x="3683"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2" name="Google Shape;412;p 3"/>
          <p:cNvSpPr/>
          <p:nvPr/>
        </p:nvSpPr>
        <p:spPr>
          <a:xfrm>
            <a:off x="3985920" y="4368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1"/>
                </a:moveTo>
                <a:cubicBezTo>
                  <a:pt x="823" y="1"/>
                  <a:pt x="1" y="822"/>
                  <a:pt x="1" y="1841"/>
                </a:cubicBezTo>
                <a:lnTo>
                  <a:pt x="1" y="1843"/>
                </a:lnTo>
                <a:cubicBezTo>
                  <a:pt x="1" y="2863"/>
                  <a:pt x="823" y="3684"/>
                  <a:pt x="1843" y="3684"/>
                </a:cubicBezTo>
                <a:cubicBezTo>
                  <a:pt x="2863" y="3684"/>
                  <a:pt x="3684" y="2863"/>
                  <a:pt x="3684" y="1843"/>
                </a:cubicBezTo>
                <a:lnTo>
                  <a:pt x="3684" y="1841"/>
                </a:lnTo>
                <a:cubicBezTo>
                  <a:pt x="3684"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3" name="Google Shape;413;p 3"/>
          <p:cNvSpPr/>
          <p:nvPr/>
        </p:nvSpPr>
        <p:spPr>
          <a:xfrm>
            <a:off x="4093560" y="4368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2"/>
                  <a:pt x="0" y="1841"/>
                </a:cubicBezTo>
                <a:lnTo>
                  <a:pt x="0" y="1843"/>
                </a:lnTo>
                <a:cubicBezTo>
                  <a:pt x="0" y="2863"/>
                  <a:pt x="821" y="3684"/>
                  <a:pt x="1841" y="3684"/>
                </a:cubicBezTo>
                <a:lnTo>
                  <a:pt x="1842" y="3684"/>
                </a:lnTo>
                <a:cubicBezTo>
                  <a:pt x="2862" y="3684"/>
                  <a:pt x="3683" y="2863"/>
                  <a:pt x="3683" y="1843"/>
                </a:cubicBezTo>
                <a:lnTo>
                  <a:pt x="3683" y="1841"/>
                </a:lnTo>
                <a:cubicBezTo>
                  <a:pt x="3683" y="822"/>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4" name="Google Shape;414;p 3"/>
          <p:cNvSpPr/>
          <p:nvPr/>
        </p:nvSpPr>
        <p:spPr>
          <a:xfrm>
            <a:off x="3878640" y="4466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1"/>
                </a:moveTo>
                <a:cubicBezTo>
                  <a:pt x="821" y="1"/>
                  <a:pt x="1" y="823"/>
                  <a:pt x="1" y="1843"/>
                </a:cubicBezTo>
                <a:cubicBezTo>
                  <a:pt x="1" y="2865"/>
                  <a:pt x="821" y="3685"/>
                  <a:pt x="1841" y="3685"/>
                </a:cubicBezTo>
                <a:lnTo>
                  <a:pt x="1843" y="3685"/>
                </a:lnTo>
                <a:cubicBezTo>
                  <a:pt x="2863" y="3685"/>
                  <a:pt x="3683" y="2865"/>
                  <a:pt x="3683" y="1843"/>
                </a:cubicBezTo>
                <a:cubicBezTo>
                  <a:pt x="3683"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5" name="Google Shape;415;p 3"/>
          <p:cNvSpPr/>
          <p:nvPr/>
        </p:nvSpPr>
        <p:spPr>
          <a:xfrm>
            <a:off x="3985920" y="4466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3" y="1"/>
                  <a:pt x="1" y="823"/>
                  <a:pt x="1" y="1843"/>
                </a:cubicBezTo>
                <a:cubicBezTo>
                  <a:pt x="1" y="2865"/>
                  <a:pt x="823" y="3685"/>
                  <a:pt x="1843" y="3685"/>
                </a:cubicBezTo>
                <a:cubicBezTo>
                  <a:pt x="2863" y="3685"/>
                  <a:pt x="3684" y="2865"/>
                  <a:pt x="3684" y="1843"/>
                </a:cubicBezTo>
                <a:cubicBezTo>
                  <a:pt x="3684"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6" name="Google Shape;416;p 3"/>
          <p:cNvSpPr/>
          <p:nvPr/>
        </p:nvSpPr>
        <p:spPr>
          <a:xfrm>
            <a:off x="4093560" y="4466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1"/>
                </a:moveTo>
                <a:cubicBezTo>
                  <a:pt x="821" y="1"/>
                  <a:pt x="0" y="823"/>
                  <a:pt x="0" y="1843"/>
                </a:cubicBezTo>
                <a:cubicBezTo>
                  <a:pt x="0" y="2865"/>
                  <a:pt x="821" y="3685"/>
                  <a:pt x="1841" y="3685"/>
                </a:cubicBezTo>
                <a:lnTo>
                  <a:pt x="1842" y="3685"/>
                </a:lnTo>
                <a:cubicBezTo>
                  <a:pt x="2862" y="3685"/>
                  <a:pt x="3683" y="2865"/>
                  <a:pt x="3683" y="1843"/>
                </a:cubicBezTo>
                <a:cubicBezTo>
                  <a:pt x="3683" y="823"/>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7" name="Google Shape;417;p 3"/>
          <p:cNvSpPr/>
          <p:nvPr/>
        </p:nvSpPr>
        <p:spPr>
          <a:xfrm>
            <a:off x="3878640" y="456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1" y="0"/>
                  <a:pt x="1" y="821"/>
                  <a:pt x="1" y="1843"/>
                </a:cubicBezTo>
                <a:cubicBezTo>
                  <a:pt x="1" y="2862"/>
                  <a:pt x="821" y="3685"/>
                  <a:pt x="1841" y="3685"/>
                </a:cubicBezTo>
                <a:lnTo>
                  <a:pt x="1843" y="3685"/>
                </a:lnTo>
                <a:cubicBezTo>
                  <a:pt x="2863" y="3685"/>
                  <a:pt x="3683" y="2862"/>
                  <a:pt x="3683" y="1843"/>
                </a:cubicBez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8" name="Google Shape;418;p 3"/>
          <p:cNvSpPr/>
          <p:nvPr/>
        </p:nvSpPr>
        <p:spPr>
          <a:xfrm>
            <a:off x="3985920" y="456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3" y="0"/>
                </a:moveTo>
                <a:cubicBezTo>
                  <a:pt x="823" y="0"/>
                  <a:pt x="1" y="821"/>
                  <a:pt x="1" y="1843"/>
                </a:cubicBezTo>
                <a:cubicBezTo>
                  <a:pt x="1" y="2862"/>
                  <a:pt x="823" y="3685"/>
                  <a:pt x="1843" y="3685"/>
                </a:cubicBezTo>
                <a:cubicBezTo>
                  <a:pt x="2863" y="3685"/>
                  <a:pt x="3684" y="2862"/>
                  <a:pt x="3684" y="1843"/>
                </a:cubicBez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9" name="Google Shape;419;p 3"/>
          <p:cNvSpPr/>
          <p:nvPr/>
        </p:nvSpPr>
        <p:spPr>
          <a:xfrm>
            <a:off x="4093560" y="456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1"/>
                  <a:pt x="0" y="1843"/>
                </a:cubicBezTo>
                <a:cubicBezTo>
                  <a:pt x="0" y="2862"/>
                  <a:pt x="821" y="3685"/>
                  <a:pt x="1841" y="3685"/>
                </a:cubicBezTo>
                <a:lnTo>
                  <a:pt x="1842" y="3685"/>
                </a:lnTo>
                <a:cubicBezTo>
                  <a:pt x="2862" y="3685"/>
                  <a:pt x="3683" y="2862"/>
                  <a:pt x="3683" y="1843"/>
                </a:cubicBezTo>
                <a:cubicBezTo>
                  <a:pt x="3683" y="821"/>
                  <a:pt x="2862" y="0"/>
                  <a:pt x="184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0" name="Google Shape;420;p 3"/>
          <p:cNvSpPr/>
          <p:nvPr/>
        </p:nvSpPr>
        <p:spPr>
          <a:xfrm>
            <a:off x="3878640" y="4663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1" y="1"/>
                  <a:pt x="1" y="821"/>
                  <a:pt x="1" y="1841"/>
                </a:cubicBezTo>
                <a:lnTo>
                  <a:pt x="1" y="1843"/>
                </a:lnTo>
                <a:cubicBezTo>
                  <a:pt x="1" y="2863"/>
                  <a:pt x="821" y="3684"/>
                  <a:pt x="1841" y="3684"/>
                </a:cubicBezTo>
                <a:lnTo>
                  <a:pt x="1843" y="3684"/>
                </a:lnTo>
                <a:cubicBezTo>
                  <a:pt x="2863" y="3684"/>
                  <a:pt x="3683" y="2863"/>
                  <a:pt x="3683" y="1843"/>
                </a:cubicBezTo>
                <a:lnTo>
                  <a:pt x="3683" y="1841"/>
                </a:lnTo>
                <a:cubicBezTo>
                  <a:pt x="3683"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1" name="Google Shape;421;p 3"/>
          <p:cNvSpPr/>
          <p:nvPr/>
        </p:nvSpPr>
        <p:spPr>
          <a:xfrm>
            <a:off x="3985920" y="4663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1"/>
                </a:moveTo>
                <a:cubicBezTo>
                  <a:pt x="823" y="1"/>
                  <a:pt x="1" y="821"/>
                  <a:pt x="1" y="1841"/>
                </a:cubicBezTo>
                <a:lnTo>
                  <a:pt x="1" y="1843"/>
                </a:lnTo>
                <a:cubicBezTo>
                  <a:pt x="1" y="2863"/>
                  <a:pt x="823" y="3684"/>
                  <a:pt x="1843" y="3684"/>
                </a:cubicBezTo>
                <a:cubicBezTo>
                  <a:pt x="2863" y="3684"/>
                  <a:pt x="3684" y="2863"/>
                  <a:pt x="3684" y="1843"/>
                </a:cubicBezTo>
                <a:lnTo>
                  <a:pt x="3684" y="1841"/>
                </a:lnTo>
                <a:cubicBezTo>
                  <a:pt x="3684"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2" name="Google Shape;422;p 3"/>
          <p:cNvSpPr/>
          <p:nvPr/>
        </p:nvSpPr>
        <p:spPr>
          <a:xfrm>
            <a:off x="4093560" y="4663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1"/>
                  <a:pt x="0" y="1841"/>
                </a:cubicBezTo>
                <a:lnTo>
                  <a:pt x="0" y="1843"/>
                </a:lnTo>
                <a:cubicBezTo>
                  <a:pt x="0" y="2863"/>
                  <a:pt x="821" y="3684"/>
                  <a:pt x="1841" y="3684"/>
                </a:cubicBezTo>
                <a:lnTo>
                  <a:pt x="1842" y="3684"/>
                </a:lnTo>
                <a:cubicBezTo>
                  <a:pt x="2862" y="3684"/>
                  <a:pt x="3683" y="2863"/>
                  <a:pt x="3683" y="1843"/>
                </a:cubicBezTo>
                <a:lnTo>
                  <a:pt x="3683" y="1841"/>
                </a:lnTo>
                <a:cubicBezTo>
                  <a:pt x="3683" y="821"/>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3" name="Google Shape;423;p 3"/>
          <p:cNvSpPr/>
          <p:nvPr/>
        </p:nvSpPr>
        <p:spPr>
          <a:xfrm>
            <a:off x="3878640" y="4761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0"/>
                </a:moveTo>
                <a:cubicBezTo>
                  <a:pt x="821" y="0"/>
                  <a:pt x="1" y="823"/>
                  <a:pt x="1" y="1843"/>
                </a:cubicBezTo>
                <a:cubicBezTo>
                  <a:pt x="1" y="2864"/>
                  <a:pt x="821" y="3685"/>
                  <a:pt x="1841" y="3685"/>
                </a:cubicBezTo>
                <a:lnTo>
                  <a:pt x="1843" y="3685"/>
                </a:lnTo>
                <a:cubicBezTo>
                  <a:pt x="2863" y="3685"/>
                  <a:pt x="3683" y="2864"/>
                  <a:pt x="3683" y="1843"/>
                </a:cubicBezTo>
                <a:cubicBezTo>
                  <a:pt x="3683" y="823"/>
                  <a:pt x="2863" y="0"/>
                  <a:pt x="1843"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64" name="Google Shape;424;p 3"/>
          <p:cNvSpPr/>
          <p:nvPr/>
        </p:nvSpPr>
        <p:spPr>
          <a:xfrm>
            <a:off x="3985920" y="4761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0"/>
                </a:moveTo>
                <a:cubicBezTo>
                  <a:pt x="823" y="0"/>
                  <a:pt x="1" y="823"/>
                  <a:pt x="1" y="1843"/>
                </a:cubicBezTo>
                <a:cubicBezTo>
                  <a:pt x="1" y="2864"/>
                  <a:pt x="823" y="3685"/>
                  <a:pt x="1843" y="3685"/>
                </a:cubicBezTo>
                <a:cubicBezTo>
                  <a:pt x="2863" y="3685"/>
                  <a:pt x="3684" y="2864"/>
                  <a:pt x="3684" y="1843"/>
                </a:cubicBezTo>
                <a:cubicBezTo>
                  <a:pt x="3684" y="823"/>
                  <a:pt x="2863" y="0"/>
                  <a:pt x="1843"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65" name="Google Shape;425;p 3"/>
          <p:cNvSpPr/>
          <p:nvPr/>
        </p:nvSpPr>
        <p:spPr>
          <a:xfrm>
            <a:off x="4093560" y="4761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0"/>
                </a:moveTo>
                <a:cubicBezTo>
                  <a:pt x="821" y="0"/>
                  <a:pt x="0" y="823"/>
                  <a:pt x="0" y="1843"/>
                </a:cubicBezTo>
                <a:cubicBezTo>
                  <a:pt x="0" y="2864"/>
                  <a:pt x="821" y="3685"/>
                  <a:pt x="1841" y="3685"/>
                </a:cubicBezTo>
                <a:lnTo>
                  <a:pt x="1842" y="3685"/>
                </a:lnTo>
                <a:cubicBezTo>
                  <a:pt x="2862" y="3685"/>
                  <a:pt x="3683" y="2864"/>
                  <a:pt x="3683" y="1843"/>
                </a:cubicBezTo>
                <a:cubicBezTo>
                  <a:pt x="3683" y="823"/>
                  <a:pt x="2862" y="0"/>
                  <a:pt x="18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66" name="Google Shape;426;p 3"/>
          <p:cNvSpPr/>
          <p:nvPr/>
        </p:nvSpPr>
        <p:spPr>
          <a:xfrm>
            <a:off x="3878640" y="48600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1"/>
                </a:moveTo>
                <a:cubicBezTo>
                  <a:pt x="821" y="1"/>
                  <a:pt x="1" y="822"/>
                  <a:pt x="1" y="1843"/>
                </a:cubicBezTo>
                <a:cubicBezTo>
                  <a:pt x="1" y="2863"/>
                  <a:pt x="821" y="3686"/>
                  <a:pt x="1841" y="3686"/>
                </a:cubicBezTo>
                <a:lnTo>
                  <a:pt x="1843" y="3686"/>
                </a:lnTo>
                <a:cubicBezTo>
                  <a:pt x="2863" y="3686"/>
                  <a:pt x="3683" y="2863"/>
                  <a:pt x="3683" y="1843"/>
                </a:cubicBezTo>
                <a:cubicBezTo>
                  <a:pt x="3683"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7" name="Google Shape;427;p 3"/>
          <p:cNvSpPr/>
          <p:nvPr/>
        </p:nvSpPr>
        <p:spPr>
          <a:xfrm>
            <a:off x="3985920" y="48600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3" y="1"/>
                  <a:pt x="1" y="822"/>
                  <a:pt x="1" y="1843"/>
                </a:cubicBezTo>
                <a:cubicBezTo>
                  <a:pt x="1" y="2863"/>
                  <a:pt x="823" y="3686"/>
                  <a:pt x="1843" y="3686"/>
                </a:cubicBezTo>
                <a:cubicBezTo>
                  <a:pt x="2863" y="3686"/>
                  <a:pt x="3684" y="2863"/>
                  <a:pt x="3684" y="1843"/>
                </a:cubicBezTo>
                <a:cubicBezTo>
                  <a:pt x="3684"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8" name="Google Shape;428;p 3"/>
          <p:cNvSpPr/>
          <p:nvPr/>
        </p:nvSpPr>
        <p:spPr>
          <a:xfrm>
            <a:off x="4093560" y="48600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1"/>
                </a:moveTo>
                <a:cubicBezTo>
                  <a:pt x="821" y="1"/>
                  <a:pt x="0" y="822"/>
                  <a:pt x="0" y="1843"/>
                </a:cubicBezTo>
                <a:cubicBezTo>
                  <a:pt x="0" y="2863"/>
                  <a:pt x="821" y="3686"/>
                  <a:pt x="1841" y="3686"/>
                </a:cubicBezTo>
                <a:lnTo>
                  <a:pt x="1842" y="3686"/>
                </a:lnTo>
                <a:cubicBezTo>
                  <a:pt x="2862" y="3686"/>
                  <a:pt x="3683" y="2863"/>
                  <a:pt x="3683" y="1843"/>
                </a:cubicBezTo>
                <a:cubicBezTo>
                  <a:pt x="3683" y="822"/>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9" name="Google Shape;429;p 3"/>
          <p:cNvSpPr/>
          <p:nvPr/>
        </p:nvSpPr>
        <p:spPr>
          <a:xfrm>
            <a:off x="3878640" y="495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0"/>
                </a:moveTo>
                <a:cubicBezTo>
                  <a:pt x="821" y="0"/>
                  <a:pt x="1" y="821"/>
                  <a:pt x="1" y="1841"/>
                </a:cubicBezTo>
                <a:lnTo>
                  <a:pt x="1" y="1843"/>
                </a:lnTo>
                <a:cubicBezTo>
                  <a:pt x="1" y="2863"/>
                  <a:pt x="821" y="3683"/>
                  <a:pt x="1841" y="3683"/>
                </a:cubicBezTo>
                <a:lnTo>
                  <a:pt x="1843" y="3683"/>
                </a:lnTo>
                <a:cubicBezTo>
                  <a:pt x="2863" y="3683"/>
                  <a:pt x="3683" y="2863"/>
                  <a:pt x="3683" y="1843"/>
                </a:cubicBezTo>
                <a:lnTo>
                  <a:pt x="3683" y="1841"/>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70" name="Google Shape;430;p 3"/>
          <p:cNvSpPr/>
          <p:nvPr/>
        </p:nvSpPr>
        <p:spPr>
          <a:xfrm>
            <a:off x="3985920" y="495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0"/>
                </a:moveTo>
                <a:cubicBezTo>
                  <a:pt x="823" y="0"/>
                  <a:pt x="1" y="821"/>
                  <a:pt x="1" y="1841"/>
                </a:cubicBezTo>
                <a:lnTo>
                  <a:pt x="1" y="1843"/>
                </a:lnTo>
                <a:cubicBezTo>
                  <a:pt x="1" y="2863"/>
                  <a:pt x="823" y="3683"/>
                  <a:pt x="1843" y="3683"/>
                </a:cubicBezTo>
                <a:cubicBezTo>
                  <a:pt x="2863" y="3683"/>
                  <a:pt x="3684" y="2863"/>
                  <a:pt x="3684" y="1843"/>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71" name="Google Shape;431;p 3"/>
          <p:cNvSpPr/>
          <p:nvPr/>
        </p:nvSpPr>
        <p:spPr>
          <a:xfrm>
            <a:off x="4093560" y="495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0"/>
                </a:moveTo>
                <a:cubicBezTo>
                  <a:pt x="821" y="0"/>
                  <a:pt x="0" y="821"/>
                  <a:pt x="0" y="1841"/>
                </a:cubicBezTo>
                <a:lnTo>
                  <a:pt x="0" y="1843"/>
                </a:lnTo>
                <a:cubicBezTo>
                  <a:pt x="0" y="2863"/>
                  <a:pt x="821" y="3683"/>
                  <a:pt x="1841" y="3683"/>
                </a:cubicBezTo>
                <a:lnTo>
                  <a:pt x="1842" y="3683"/>
                </a:lnTo>
                <a:cubicBezTo>
                  <a:pt x="2862" y="3683"/>
                  <a:pt x="3683" y="2863"/>
                  <a:pt x="3683" y="1843"/>
                </a:cubicBezTo>
                <a:lnTo>
                  <a:pt x="3683" y="1841"/>
                </a:lnTo>
                <a:cubicBezTo>
                  <a:pt x="3683" y="821"/>
                  <a:pt x="2862" y="0"/>
                  <a:pt x="184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72" name="Google Shape;432;p 3"/>
          <p:cNvSpPr/>
          <p:nvPr/>
        </p:nvSpPr>
        <p:spPr>
          <a:xfrm>
            <a:off x="3878640" y="4755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 y="0"/>
                </a:moveTo>
                <a:lnTo>
                  <a:pt x="1" y="3685"/>
                </a:lnTo>
                <a:lnTo>
                  <a:pt x="3683" y="3685"/>
                </a:lnTo>
                <a:lnTo>
                  <a:pt x="3683"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73" name="Google Shape;433;p 3"/>
          <p:cNvSpPr/>
          <p:nvPr/>
        </p:nvSpPr>
        <p:spPr>
          <a:xfrm>
            <a:off x="3985920" y="4755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 y="0"/>
                </a:moveTo>
                <a:lnTo>
                  <a:pt x="1" y="3685"/>
                </a:lnTo>
                <a:lnTo>
                  <a:pt x="3684" y="3685"/>
                </a:lnTo>
                <a:lnTo>
                  <a:pt x="3684"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74" name="Google Shape;434;p 3"/>
          <p:cNvSpPr/>
          <p:nvPr/>
        </p:nvSpPr>
        <p:spPr>
          <a:xfrm>
            <a:off x="4093560" y="4755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0" y="0"/>
                </a:moveTo>
                <a:lnTo>
                  <a:pt x="0" y="3685"/>
                </a:lnTo>
                <a:lnTo>
                  <a:pt x="3683" y="3685"/>
                </a:lnTo>
                <a:lnTo>
                  <a:pt x="3683"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75" name="Google Shape;435;p 3"/>
          <p:cNvSpPr/>
          <p:nvPr/>
        </p:nvSpPr>
        <p:spPr>
          <a:xfrm>
            <a:off x="3878640" y="3967560"/>
            <a:ext cx="274320" cy="58680"/>
          </a:xfrm>
          <a:custGeom>
            <a:avLst/>
            <a:gdLst>
              <a:gd name="textAreaLeft" fmla="*/ 0 w 274320"/>
              <a:gd name="textAreaRight" fmla="*/ 274680 w 274320"/>
              <a:gd name="textAreaTop" fmla="*/ 0 h 58680"/>
              <a:gd name="textAreaBottom" fmla="*/ 59040 h 58680"/>
            </a:gdLst>
            <a:ahLst/>
            <a:cxnLst/>
            <a:rect l="textAreaLeft" t="textAreaTop" r="textAreaRight" b="textAreaBottom"/>
            <a:pathLst>
              <a:path w="16916" h="3638">
                <a:moveTo>
                  <a:pt x="3638" y="1"/>
                </a:moveTo>
                <a:cubicBezTo>
                  <a:pt x="1628" y="1"/>
                  <a:pt x="1" y="1628"/>
                  <a:pt x="1" y="3638"/>
                </a:cubicBezTo>
                <a:lnTo>
                  <a:pt x="16916" y="3638"/>
                </a:lnTo>
                <a:cubicBezTo>
                  <a:pt x="16916" y="1628"/>
                  <a:pt x="15288" y="1"/>
                  <a:pt x="13279"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29520" bIns="29520" anchor="ctr">
            <a:noAutofit/>
          </a:bodyPr>
          <a:lstStyle/>
          <a:p>
            <a:endParaRPr lang="en-US" sz="1400" b="0" u="none" strike="noStrike">
              <a:solidFill>
                <a:srgbClr val="FFFFFF"/>
              </a:solidFill>
              <a:effectLst/>
              <a:uFillTx/>
              <a:latin typeface="Arial"/>
            </a:endParaRPr>
          </a:p>
        </p:txBody>
      </p:sp>
      <p:sp>
        <p:nvSpPr>
          <p:cNvPr id="776" name="Google Shape;436;p 3"/>
          <p:cNvSpPr/>
          <p:nvPr/>
        </p:nvSpPr>
        <p:spPr>
          <a:xfrm>
            <a:off x="4604400" y="3909240"/>
            <a:ext cx="351000" cy="1162440"/>
          </a:xfrm>
          <a:custGeom>
            <a:avLst/>
            <a:gdLst>
              <a:gd name="textAreaLeft" fmla="*/ 0 w 351000"/>
              <a:gd name="textAreaRight" fmla="*/ 351360 w 351000"/>
              <a:gd name="textAreaTop" fmla="*/ 0 h 1162440"/>
              <a:gd name="textAreaBottom" fmla="*/ 1162800 h 1162440"/>
            </a:gdLst>
            <a:ahLst/>
            <a:cxnLst/>
            <a:rect l="textAreaLeft" t="textAreaTop" r="textAreaRight" b="textAreaBottom"/>
            <a:pathLst>
              <a:path w="21648" h="71625">
                <a:moveTo>
                  <a:pt x="2448" y="0"/>
                </a:moveTo>
                <a:cubicBezTo>
                  <a:pt x="1096" y="0"/>
                  <a:pt x="0" y="1097"/>
                  <a:pt x="0" y="2450"/>
                </a:cubicBezTo>
                <a:lnTo>
                  <a:pt x="0" y="71624"/>
                </a:lnTo>
                <a:lnTo>
                  <a:pt x="21648" y="71624"/>
                </a:lnTo>
                <a:lnTo>
                  <a:pt x="21648" y="2450"/>
                </a:lnTo>
                <a:cubicBezTo>
                  <a:pt x="21648" y="1097"/>
                  <a:pt x="20551" y="0"/>
                  <a:pt x="1919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77" name="Google Shape;437;p 3"/>
          <p:cNvSpPr/>
          <p:nvPr/>
        </p:nvSpPr>
        <p:spPr>
          <a:xfrm>
            <a:off x="4642920" y="395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0"/>
                </a:moveTo>
                <a:cubicBezTo>
                  <a:pt x="821" y="0"/>
                  <a:pt x="0" y="821"/>
                  <a:pt x="0" y="1843"/>
                </a:cubicBezTo>
                <a:lnTo>
                  <a:pt x="0" y="1845"/>
                </a:lnTo>
                <a:cubicBezTo>
                  <a:pt x="0" y="2864"/>
                  <a:pt x="821" y="3685"/>
                  <a:pt x="1843" y="3685"/>
                </a:cubicBezTo>
                <a:cubicBezTo>
                  <a:pt x="2863" y="3685"/>
                  <a:pt x="3683" y="2864"/>
                  <a:pt x="3683" y="1845"/>
                </a:cubicBezTo>
                <a:lnTo>
                  <a:pt x="3683" y="1843"/>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78" name="Google Shape;438;p 3"/>
          <p:cNvSpPr/>
          <p:nvPr/>
        </p:nvSpPr>
        <p:spPr>
          <a:xfrm>
            <a:off x="4750200" y="395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0"/>
                </a:moveTo>
                <a:cubicBezTo>
                  <a:pt x="823" y="0"/>
                  <a:pt x="1" y="821"/>
                  <a:pt x="1" y="1843"/>
                </a:cubicBezTo>
                <a:lnTo>
                  <a:pt x="1" y="1845"/>
                </a:lnTo>
                <a:cubicBezTo>
                  <a:pt x="1" y="2864"/>
                  <a:pt x="823" y="3685"/>
                  <a:pt x="1843" y="3685"/>
                </a:cubicBezTo>
                <a:cubicBezTo>
                  <a:pt x="2865" y="3685"/>
                  <a:pt x="3685" y="2864"/>
                  <a:pt x="3685" y="1845"/>
                </a:cubicBezTo>
                <a:lnTo>
                  <a:pt x="3685" y="1843"/>
                </a:lnTo>
                <a:cubicBezTo>
                  <a:pt x="3685" y="821"/>
                  <a:pt x="2865"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79" name="Google Shape;439;p 3"/>
          <p:cNvSpPr/>
          <p:nvPr/>
        </p:nvSpPr>
        <p:spPr>
          <a:xfrm>
            <a:off x="4857480" y="395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0"/>
                </a:moveTo>
                <a:cubicBezTo>
                  <a:pt x="822" y="0"/>
                  <a:pt x="1" y="821"/>
                  <a:pt x="1" y="1843"/>
                </a:cubicBezTo>
                <a:lnTo>
                  <a:pt x="1" y="1845"/>
                </a:lnTo>
                <a:cubicBezTo>
                  <a:pt x="1" y="2864"/>
                  <a:pt x="822" y="3685"/>
                  <a:pt x="1843" y="3685"/>
                </a:cubicBezTo>
                <a:cubicBezTo>
                  <a:pt x="2863" y="3685"/>
                  <a:pt x="3686" y="2864"/>
                  <a:pt x="3686" y="1845"/>
                </a:cubicBezTo>
                <a:lnTo>
                  <a:pt x="3686" y="1843"/>
                </a:lnTo>
                <a:cubicBezTo>
                  <a:pt x="3686"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0" name="Google Shape;440;p 3"/>
          <p:cNvSpPr/>
          <p:nvPr/>
        </p:nvSpPr>
        <p:spPr>
          <a:xfrm>
            <a:off x="4642920" y="4049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1"/>
                  <a:pt x="0" y="1841"/>
                </a:cubicBezTo>
                <a:lnTo>
                  <a:pt x="0" y="1843"/>
                </a:lnTo>
                <a:cubicBezTo>
                  <a:pt x="0" y="2863"/>
                  <a:pt x="821" y="3685"/>
                  <a:pt x="1843" y="3685"/>
                </a:cubicBezTo>
                <a:cubicBezTo>
                  <a:pt x="2863" y="3685"/>
                  <a:pt x="3683" y="2863"/>
                  <a:pt x="3683" y="1843"/>
                </a:cubicBezTo>
                <a:lnTo>
                  <a:pt x="3683" y="1841"/>
                </a:lnTo>
                <a:cubicBezTo>
                  <a:pt x="3683"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1" name="Google Shape;441;p 3"/>
          <p:cNvSpPr/>
          <p:nvPr/>
        </p:nvSpPr>
        <p:spPr>
          <a:xfrm>
            <a:off x="4750200" y="4049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1"/>
                  <a:pt x="1" y="1841"/>
                </a:cubicBezTo>
                <a:lnTo>
                  <a:pt x="1" y="1843"/>
                </a:lnTo>
                <a:cubicBezTo>
                  <a:pt x="1" y="2863"/>
                  <a:pt x="823" y="3685"/>
                  <a:pt x="1843" y="3685"/>
                </a:cubicBezTo>
                <a:cubicBezTo>
                  <a:pt x="2865" y="3685"/>
                  <a:pt x="3685" y="2863"/>
                  <a:pt x="3685" y="1843"/>
                </a:cubicBezTo>
                <a:lnTo>
                  <a:pt x="3685" y="1841"/>
                </a:lnTo>
                <a:cubicBezTo>
                  <a:pt x="3685" y="821"/>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2" name="Google Shape;442;p 3"/>
          <p:cNvSpPr/>
          <p:nvPr/>
        </p:nvSpPr>
        <p:spPr>
          <a:xfrm>
            <a:off x="4857480" y="4049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1"/>
                  <a:pt x="1" y="1841"/>
                </a:cubicBezTo>
                <a:lnTo>
                  <a:pt x="1" y="1843"/>
                </a:lnTo>
                <a:cubicBezTo>
                  <a:pt x="1" y="2863"/>
                  <a:pt x="822" y="3685"/>
                  <a:pt x="1843" y="3685"/>
                </a:cubicBezTo>
                <a:cubicBezTo>
                  <a:pt x="2863" y="3685"/>
                  <a:pt x="3686" y="2863"/>
                  <a:pt x="3686" y="1843"/>
                </a:cubicBezTo>
                <a:lnTo>
                  <a:pt x="3686" y="1841"/>
                </a:lnTo>
                <a:cubicBezTo>
                  <a:pt x="3686"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3" name="Google Shape;443;p 3"/>
          <p:cNvSpPr/>
          <p:nvPr/>
        </p:nvSpPr>
        <p:spPr>
          <a:xfrm>
            <a:off x="4642920" y="414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3"/>
                  <a:pt x="0" y="1843"/>
                </a:cubicBezTo>
                <a:lnTo>
                  <a:pt x="0" y="1845"/>
                </a:lnTo>
                <a:cubicBezTo>
                  <a:pt x="0" y="2865"/>
                  <a:pt x="821" y="3685"/>
                  <a:pt x="1843" y="3685"/>
                </a:cubicBezTo>
                <a:cubicBezTo>
                  <a:pt x="2863" y="3685"/>
                  <a:pt x="3683" y="2865"/>
                  <a:pt x="3683" y="1845"/>
                </a:cubicBezTo>
                <a:lnTo>
                  <a:pt x="3683" y="1843"/>
                </a:lnTo>
                <a:cubicBezTo>
                  <a:pt x="3683"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4" name="Google Shape;444;p 3"/>
          <p:cNvSpPr/>
          <p:nvPr/>
        </p:nvSpPr>
        <p:spPr>
          <a:xfrm>
            <a:off x="4750200" y="414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3"/>
                  <a:pt x="1" y="1843"/>
                </a:cubicBezTo>
                <a:lnTo>
                  <a:pt x="1" y="1845"/>
                </a:lnTo>
                <a:cubicBezTo>
                  <a:pt x="1" y="2865"/>
                  <a:pt x="823" y="3685"/>
                  <a:pt x="1843" y="3685"/>
                </a:cubicBezTo>
                <a:cubicBezTo>
                  <a:pt x="2865" y="3685"/>
                  <a:pt x="3685" y="2865"/>
                  <a:pt x="3685" y="1845"/>
                </a:cubicBezTo>
                <a:lnTo>
                  <a:pt x="3685" y="1843"/>
                </a:lnTo>
                <a:cubicBezTo>
                  <a:pt x="3685" y="823"/>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5" name="Google Shape;445;p 3"/>
          <p:cNvSpPr/>
          <p:nvPr/>
        </p:nvSpPr>
        <p:spPr>
          <a:xfrm>
            <a:off x="4857480" y="414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3"/>
                  <a:pt x="1" y="1843"/>
                </a:cubicBezTo>
                <a:lnTo>
                  <a:pt x="1" y="1845"/>
                </a:lnTo>
                <a:cubicBezTo>
                  <a:pt x="1" y="2865"/>
                  <a:pt x="822" y="3685"/>
                  <a:pt x="1843" y="3685"/>
                </a:cubicBezTo>
                <a:cubicBezTo>
                  <a:pt x="2863" y="3685"/>
                  <a:pt x="3686" y="2865"/>
                  <a:pt x="3686" y="1845"/>
                </a:cubicBezTo>
                <a:lnTo>
                  <a:pt x="3686" y="1843"/>
                </a:lnTo>
                <a:cubicBezTo>
                  <a:pt x="3686"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6" name="Google Shape;446;p 3"/>
          <p:cNvSpPr/>
          <p:nvPr/>
        </p:nvSpPr>
        <p:spPr>
          <a:xfrm>
            <a:off x="4642920" y="4235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4"/>
                  <a:pt x="0" y="1843"/>
                </a:cubicBezTo>
                <a:lnTo>
                  <a:pt x="0" y="1845"/>
                </a:lnTo>
                <a:cubicBezTo>
                  <a:pt x="0" y="2865"/>
                  <a:pt x="821" y="3686"/>
                  <a:pt x="1843" y="3686"/>
                </a:cubicBezTo>
                <a:cubicBezTo>
                  <a:pt x="2863" y="3686"/>
                  <a:pt x="3683" y="2865"/>
                  <a:pt x="3683" y="1845"/>
                </a:cubicBezTo>
                <a:lnTo>
                  <a:pt x="3683" y="1843"/>
                </a:lnTo>
                <a:cubicBezTo>
                  <a:pt x="3683" y="824"/>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7" name="Google Shape;447;p 3"/>
          <p:cNvSpPr/>
          <p:nvPr/>
        </p:nvSpPr>
        <p:spPr>
          <a:xfrm>
            <a:off x="4750200" y="4235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4"/>
                  <a:pt x="1" y="1843"/>
                </a:cubicBezTo>
                <a:lnTo>
                  <a:pt x="1" y="1845"/>
                </a:lnTo>
                <a:cubicBezTo>
                  <a:pt x="1" y="2865"/>
                  <a:pt x="823" y="3686"/>
                  <a:pt x="1843" y="3686"/>
                </a:cubicBezTo>
                <a:cubicBezTo>
                  <a:pt x="2865" y="3686"/>
                  <a:pt x="3685" y="2865"/>
                  <a:pt x="3685" y="1845"/>
                </a:cubicBezTo>
                <a:lnTo>
                  <a:pt x="3685" y="1843"/>
                </a:lnTo>
                <a:cubicBezTo>
                  <a:pt x="3685" y="824"/>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8" name="Google Shape;448;p 3"/>
          <p:cNvSpPr/>
          <p:nvPr/>
        </p:nvSpPr>
        <p:spPr>
          <a:xfrm>
            <a:off x="4857480" y="4235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4"/>
                  <a:pt x="1" y="1843"/>
                </a:cubicBezTo>
                <a:lnTo>
                  <a:pt x="1" y="1845"/>
                </a:lnTo>
                <a:cubicBezTo>
                  <a:pt x="1" y="2865"/>
                  <a:pt x="822" y="3686"/>
                  <a:pt x="1843" y="3686"/>
                </a:cubicBezTo>
                <a:cubicBezTo>
                  <a:pt x="2863" y="3686"/>
                  <a:pt x="3686" y="2865"/>
                  <a:pt x="3686" y="1845"/>
                </a:cubicBezTo>
                <a:lnTo>
                  <a:pt x="3686" y="1843"/>
                </a:lnTo>
                <a:cubicBezTo>
                  <a:pt x="3686" y="824"/>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9" name="Google Shape;449;p 3"/>
          <p:cNvSpPr/>
          <p:nvPr/>
        </p:nvSpPr>
        <p:spPr>
          <a:xfrm>
            <a:off x="4642920" y="4327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3" y="0"/>
                </a:moveTo>
                <a:cubicBezTo>
                  <a:pt x="821" y="0"/>
                  <a:pt x="0" y="821"/>
                  <a:pt x="0" y="1841"/>
                </a:cubicBezTo>
                <a:lnTo>
                  <a:pt x="0" y="1842"/>
                </a:lnTo>
                <a:cubicBezTo>
                  <a:pt x="0" y="2864"/>
                  <a:pt x="821" y="3685"/>
                  <a:pt x="1843" y="3685"/>
                </a:cubicBezTo>
                <a:cubicBezTo>
                  <a:pt x="2863" y="3685"/>
                  <a:pt x="3683" y="2864"/>
                  <a:pt x="3683" y="1842"/>
                </a:cubicBezTo>
                <a:lnTo>
                  <a:pt x="3683" y="1841"/>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90" name="Google Shape;450;p 3"/>
          <p:cNvSpPr/>
          <p:nvPr/>
        </p:nvSpPr>
        <p:spPr>
          <a:xfrm>
            <a:off x="3944880" y="4149360"/>
            <a:ext cx="212040" cy="181800"/>
          </a:xfrm>
          <a:custGeom>
            <a:avLst/>
            <a:gdLst>
              <a:gd name="textAreaLeft" fmla="*/ 0 w 212040"/>
              <a:gd name="textAreaRight" fmla="*/ 212400 w 212040"/>
              <a:gd name="textAreaTop" fmla="*/ 0 h 181800"/>
              <a:gd name="textAreaBottom" fmla="*/ 182160 h 181800"/>
            </a:gdLst>
            <a:ahLst/>
            <a:cxnLst/>
            <a:rect l="textAreaLeft" t="textAreaTop" r="textAreaRight" b="textAreaBottom"/>
            <a:pathLst>
              <a:path w="6134" h="5261">
                <a:moveTo>
                  <a:pt x="874" y="1"/>
                </a:moveTo>
                <a:cubicBezTo>
                  <a:pt x="395" y="1"/>
                  <a:pt x="0" y="395"/>
                  <a:pt x="0" y="883"/>
                </a:cubicBezTo>
                <a:lnTo>
                  <a:pt x="0" y="5260"/>
                </a:lnTo>
                <a:lnTo>
                  <a:pt x="6133" y="5260"/>
                </a:lnTo>
                <a:lnTo>
                  <a:pt x="6133" y="883"/>
                </a:lnTo>
                <a:cubicBezTo>
                  <a:pt x="6133" y="395"/>
                  <a:pt x="5739" y="1"/>
                  <a:pt x="526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080" bIns="91080" anchor="ctr">
            <a:noAutofit/>
          </a:bodyPr>
          <a:lstStyle/>
          <a:p>
            <a:endParaRPr lang="en-US" sz="1400" b="0" u="none" strike="noStrike">
              <a:solidFill>
                <a:srgbClr val="000000"/>
              </a:solidFill>
              <a:effectLst/>
              <a:uFillTx/>
              <a:latin typeface="Arial"/>
            </a:endParaRPr>
          </a:p>
        </p:txBody>
      </p:sp>
      <p:sp>
        <p:nvSpPr>
          <p:cNvPr id="791" name="Google Shape;451;p 3"/>
          <p:cNvSpPr/>
          <p:nvPr/>
        </p:nvSpPr>
        <p:spPr>
          <a:xfrm>
            <a:off x="3823200" y="4270680"/>
            <a:ext cx="576360" cy="848880"/>
          </a:xfrm>
          <a:custGeom>
            <a:avLst/>
            <a:gdLst>
              <a:gd name="textAreaLeft" fmla="*/ 0 w 576360"/>
              <a:gd name="textAreaRight" fmla="*/ 576720 w 576360"/>
              <a:gd name="textAreaTop" fmla="*/ 0 h 848880"/>
              <a:gd name="textAreaBottom" fmla="*/ 849240 h 848880"/>
            </a:gdLst>
            <a:ahLst/>
            <a:cxnLst/>
            <a:rect l="textAreaLeft" t="textAreaTop" r="textAreaRight" b="textAreaBottom"/>
            <a:pathLst>
              <a:path w="16662" h="24542">
                <a:moveTo>
                  <a:pt x="883" y="0"/>
                </a:moveTo>
                <a:cubicBezTo>
                  <a:pt x="395" y="0"/>
                  <a:pt x="10" y="385"/>
                  <a:pt x="10" y="874"/>
                </a:cubicBezTo>
                <a:lnTo>
                  <a:pt x="10" y="23658"/>
                </a:lnTo>
                <a:cubicBezTo>
                  <a:pt x="1" y="24147"/>
                  <a:pt x="395" y="24541"/>
                  <a:pt x="883" y="24541"/>
                </a:cubicBezTo>
                <a:lnTo>
                  <a:pt x="16662" y="24541"/>
                </a:lnTo>
                <a:lnTo>
                  <a:pt x="16662"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92" name="Google Shape;452;p 3"/>
          <p:cNvSpPr/>
          <p:nvPr/>
        </p:nvSpPr>
        <p:spPr>
          <a:xfrm>
            <a:off x="3916080" y="4604040"/>
            <a:ext cx="148680" cy="60480"/>
          </a:xfrm>
          <a:custGeom>
            <a:avLst/>
            <a:gdLst>
              <a:gd name="textAreaLeft" fmla="*/ 0 w 148680"/>
              <a:gd name="textAreaRight" fmla="*/ 149040 w 148680"/>
              <a:gd name="textAreaTop" fmla="*/ 0 h 60480"/>
              <a:gd name="textAreaBottom" fmla="*/ 60840 h 60480"/>
            </a:gdLst>
            <a:ahLst/>
            <a:cxnLst/>
            <a:rect l="textAreaLeft" t="textAreaTop" r="textAreaRight" b="textAreaBottom"/>
            <a:pathLst>
              <a:path w="4303" h="1758">
                <a:moveTo>
                  <a:pt x="878" y="1"/>
                </a:moveTo>
                <a:cubicBezTo>
                  <a:pt x="395" y="1"/>
                  <a:pt x="1" y="388"/>
                  <a:pt x="1" y="875"/>
                </a:cubicBezTo>
                <a:cubicBezTo>
                  <a:pt x="1" y="1367"/>
                  <a:pt x="404" y="1758"/>
                  <a:pt x="894" y="1758"/>
                </a:cubicBezTo>
                <a:cubicBezTo>
                  <a:pt x="900" y="1758"/>
                  <a:pt x="906" y="1758"/>
                  <a:pt x="912" y="1758"/>
                </a:cubicBezTo>
                <a:lnTo>
                  <a:pt x="3457" y="1758"/>
                </a:lnTo>
                <a:cubicBezTo>
                  <a:pt x="3926" y="1739"/>
                  <a:pt x="4302" y="1344"/>
                  <a:pt x="4302" y="875"/>
                </a:cubicBezTo>
                <a:cubicBezTo>
                  <a:pt x="4302" y="405"/>
                  <a:pt x="3926" y="20"/>
                  <a:pt x="3457" y="1"/>
                </a:cubicBezTo>
                <a:lnTo>
                  <a:pt x="912" y="1"/>
                </a:lnTo>
                <a:cubicBezTo>
                  <a:pt x="900" y="1"/>
                  <a:pt x="889" y="1"/>
                  <a:pt x="87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3" name="Google Shape;453;p 3"/>
          <p:cNvSpPr/>
          <p:nvPr/>
        </p:nvSpPr>
        <p:spPr>
          <a:xfrm>
            <a:off x="3917520" y="4483080"/>
            <a:ext cx="148320" cy="60480"/>
          </a:xfrm>
          <a:custGeom>
            <a:avLst/>
            <a:gdLst>
              <a:gd name="textAreaLeft" fmla="*/ 0 w 148320"/>
              <a:gd name="textAreaRight" fmla="*/ 148680 w 148320"/>
              <a:gd name="textAreaTop" fmla="*/ 0 h 60480"/>
              <a:gd name="textAreaBottom" fmla="*/ 60840 h 60480"/>
            </a:gdLst>
            <a:ahLst/>
            <a:cxnLst/>
            <a:rect l="textAreaLeft" t="textAreaTop" r="textAreaRight" b="textAreaBottom"/>
            <a:pathLst>
              <a:path w="4293" h="1757">
                <a:moveTo>
                  <a:pt x="874" y="0"/>
                </a:moveTo>
                <a:cubicBezTo>
                  <a:pt x="395" y="0"/>
                  <a:pt x="0" y="395"/>
                  <a:pt x="0" y="874"/>
                </a:cubicBezTo>
                <a:cubicBezTo>
                  <a:pt x="0" y="1362"/>
                  <a:pt x="395" y="1747"/>
                  <a:pt x="874" y="1756"/>
                </a:cubicBezTo>
                <a:lnTo>
                  <a:pt x="3419" y="1756"/>
                </a:lnTo>
                <a:cubicBezTo>
                  <a:pt x="3898" y="1747"/>
                  <a:pt x="4292" y="1362"/>
                  <a:pt x="4292" y="874"/>
                </a:cubicBezTo>
                <a:cubicBezTo>
                  <a:pt x="4292" y="395"/>
                  <a:pt x="3898" y="0"/>
                  <a:pt x="3419"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4" name="Google Shape;454;p 3"/>
          <p:cNvSpPr/>
          <p:nvPr/>
        </p:nvSpPr>
        <p:spPr>
          <a:xfrm>
            <a:off x="3916080" y="4361760"/>
            <a:ext cx="148680" cy="60120"/>
          </a:xfrm>
          <a:custGeom>
            <a:avLst/>
            <a:gdLst>
              <a:gd name="textAreaLeft" fmla="*/ 0 w 148680"/>
              <a:gd name="textAreaRight" fmla="*/ 149040 w 148680"/>
              <a:gd name="textAreaTop" fmla="*/ 0 h 60120"/>
              <a:gd name="textAreaBottom" fmla="*/ 60480 h 60120"/>
            </a:gdLst>
            <a:ahLst/>
            <a:cxnLst/>
            <a:rect l="textAreaLeft" t="textAreaTop" r="textAreaRight" b="textAreaBottom"/>
            <a:pathLst>
              <a:path w="4303" h="1749">
                <a:moveTo>
                  <a:pt x="878" y="0"/>
                </a:moveTo>
                <a:cubicBezTo>
                  <a:pt x="395" y="0"/>
                  <a:pt x="1" y="388"/>
                  <a:pt x="1" y="874"/>
                </a:cubicBezTo>
                <a:cubicBezTo>
                  <a:pt x="1" y="1361"/>
                  <a:pt x="395" y="1748"/>
                  <a:pt x="878" y="1748"/>
                </a:cubicBezTo>
                <a:cubicBezTo>
                  <a:pt x="889" y="1748"/>
                  <a:pt x="900" y="1748"/>
                  <a:pt x="912" y="1748"/>
                </a:cubicBezTo>
                <a:lnTo>
                  <a:pt x="3457" y="1748"/>
                </a:lnTo>
                <a:cubicBezTo>
                  <a:pt x="3926" y="1729"/>
                  <a:pt x="4302" y="1344"/>
                  <a:pt x="4302" y="874"/>
                </a:cubicBezTo>
                <a:cubicBezTo>
                  <a:pt x="4302" y="405"/>
                  <a:pt x="3926" y="10"/>
                  <a:pt x="3457" y="1"/>
                </a:cubicBezTo>
                <a:lnTo>
                  <a:pt x="912" y="1"/>
                </a:lnTo>
                <a:cubicBezTo>
                  <a:pt x="900" y="1"/>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5" name="Google Shape;455;p 3"/>
          <p:cNvSpPr/>
          <p:nvPr/>
        </p:nvSpPr>
        <p:spPr>
          <a:xfrm>
            <a:off x="3916080" y="4725360"/>
            <a:ext cx="148680" cy="60480"/>
          </a:xfrm>
          <a:custGeom>
            <a:avLst/>
            <a:gdLst>
              <a:gd name="textAreaLeft" fmla="*/ 0 w 148680"/>
              <a:gd name="textAreaRight" fmla="*/ 149040 w 148680"/>
              <a:gd name="textAreaTop" fmla="*/ 0 h 60480"/>
              <a:gd name="textAreaBottom" fmla="*/ 60840 h 60480"/>
            </a:gdLst>
            <a:ahLst/>
            <a:cxnLst/>
            <a:rect l="textAreaLeft" t="textAreaTop" r="textAreaRight" b="textAreaBottom"/>
            <a:pathLst>
              <a:path w="4303" h="1759">
                <a:moveTo>
                  <a:pt x="878" y="1"/>
                </a:moveTo>
                <a:cubicBezTo>
                  <a:pt x="396" y="1"/>
                  <a:pt x="1" y="398"/>
                  <a:pt x="1" y="884"/>
                </a:cubicBezTo>
                <a:cubicBezTo>
                  <a:pt x="1" y="1371"/>
                  <a:pt x="395" y="1758"/>
                  <a:pt x="878" y="1758"/>
                </a:cubicBezTo>
                <a:cubicBezTo>
                  <a:pt x="889" y="1758"/>
                  <a:pt x="900" y="1758"/>
                  <a:pt x="912" y="1758"/>
                </a:cubicBezTo>
                <a:lnTo>
                  <a:pt x="3457" y="1758"/>
                </a:lnTo>
                <a:cubicBezTo>
                  <a:pt x="3926" y="1739"/>
                  <a:pt x="4302" y="1354"/>
                  <a:pt x="4302" y="884"/>
                </a:cubicBezTo>
                <a:cubicBezTo>
                  <a:pt x="4302" y="405"/>
                  <a:pt x="3926" y="20"/>
                  <a:pt x="3457" y="1"/>
                </a:cubicBezTo>
                <a:lnTo>
                  <a:pt x="912" y="1"/>
                </a:lnTo>
                <a:cubicBezTo>
                  <a:pt x="900" y="1"/>
                  <a:pt x="889" y="1"/>
                  <a:pt x="87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6" name="Google Shape;456;p 3"/>
          <p:cNvSpPr/>
          <p:nvPr/>
        </p:nvSpPr>
        <p:spPr>
          <a:xfrm>
            <a:off x="3916080" y="4847040"/>
            <a:ext cx="148680" cy="60120"/>
          </a:xfrm>
          <a:custGeom>
            <a:avLst/>
            <a:gdLst>
              <a:gd name="textAreaLeft" fmla="*/ 0 w 148680"/>
              <a:gd name="textAreaRight" fmla="*/ 149040 w 148680"/>
              <a:gd name="textAreaTop" fmla="*/ 0 h 60120"/>
              <a:gd name="textAreaBottom" fmla="*/ 60480 h 60120"/>
            </a:gdLst>
            <a:ahLst/>
            <a:cxnLst/>
            <a:rect l="textAreaLeft" t="textAreaTop" r="textAreaRight" b="textAreaBottom"/>
            <a:pathLst>
              <a:path w="4303" h="1749">
                <a:moveTo>
                  <a:pt x="878" y="0"/>
                </a:moveTo>
                <a:cubicBezTo>
                  <a:pt x="395" y="0"/>
                  <a:pt x="1" y="388"/>
                  <a:pt x="1" y="874"/>
                </a:cubicBezTo>
                <a:cubicBezTo>
                  <a:pt x="1" y="1361"/>
                  <a:pt x="395" y="1749"/>
                  <a:pt x="878" y="1749"/>
                </a:cubicBezTo>
                <a:cubicBezTo>
                  <a:pt x="889" y="1749"/>
                  <a:pt x="900" y="1748"/>
                  <a:pt x="912" y="1748"/>
                </a:cubicBezTo>
                <a:lnTo>
                  <a:pt x="3457" y="1748"/>
                </a:lnTo>
                <a:cubicBezTo>
                  <a:pt x="3926" y="1729"/>
                  <a:pt x="4302" y="1344"/>
                  <a:pt x="4302" y="874"/>
                </a:cubicBezTo>
                <a:cubicBezTo>
                  <a:pt x="4302" y="405"/>
                  <a:pt x="3926" y="10"/>
                  <a:pt x="3457" y="1"/>
                </a:cubicBezTo>
                <a:lnTo>
                  <a:pt x="912" y="1"/>
                </a:lnTo>
                <a:cubicBezTo>
                  <a:pt x="900" y="1"/>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7" name="Google Shape;457;p 3"/>
          <p:cNvSpPr/>
          <p:nvPr/>
        </p:nvSpPr>
        <p:spPr>
          <a:xfrm>
            <a:off x="3916080" y="4968360"/>
            <a:ext cx="148680" cy="60480"/>
          </a:xfrm>
          <a:custGeom>
            <a:avLst/>
            <a:gdLst>
              <a:gd name="textAreaLeft" fmla="*/ 0 w 148680"/>
              <a:gd name="textAreaRight" fmla="*/ 149040 w 148680"/>
              <a:gd name="textAreaTop" fmla="*/ 0 h 60480"/>
              <a:gd name="textAreaBottom" fmla="*/ 60840 h 60480"/>
            </a:gdLst>
            <a:ahLst/>
            <a:cxnLst/>
            <a:rect l="textAreaLeft" t="textAreaTop" r="textAreaRight" b="textAreaBottom"/>
            <a:pathLst>
              <a:path w="4303" h="1758">
                <a:moveTo>
                  <a:pt x="878" y="1"/>
                </a:moveTo>
                <a:cubicBezTo>
                  <a:pt x="395" y="1"/>
                  <a:pt x="1" y="388"/>
                  <a:pt x="1" y="875"/>
                </a:cubicBezTo>
                <a:cubicBezTo>
                  <a:pt x="1" y="1367"/>
                  <a:pt x="404" y="1758"/>
                  <a:pt x="894" y="1758"/>
                </a:cubicBezTo>
                <a:cubicBezTo>
                  <a:pt x="900" y="1758"/>
                  <a:pt x="906" y="1758"/>
                  <a:pt x="912" y="1757"/>
                </a:cubicBezTo>
                <a:lnTo>
                  <a:pt x="3457" y="1757"/>
                </a:lnTo>
                <a:cubicBezTo>
                  <a:pt x="3926" y="1739"/>
                  <a:pt x="4302" y="1344"/>
                  <a:pt x="4302" y="875"/>
                </a:cubicBezTo>
                <a:cubicBezTo>
                  <a:pt x="4302" y="405"/>
                  <a:pt x="3926" y="20"/>
                  <a:pt x="3457" y="1"/>
                </a:cubicBezTo>
                <a:lnTo>
                  <a:pt x="912" y="1"/>
                </a:lnTo>
                <a:cubicBezTo>
                  <a:pt x="900" y="1"/>
                  <a:pt x="889" y="1"/>
                  <a:pt x="87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8" name="Google Shape;458;p 3"/>
          <p:cNvSpPr/>
          <p:nvPr/>
        </p:nvSpPr>
        <p:spPr>
          <a:xfrm>
            <a:off x="4116240" y="436176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4">
                <a:moveTo>
                  <a:pt x="1191" y="1"/>
                </a:moveTo>
                <a:cubicBezTo>
                  <a:pt x="1185" y="1"/>
                  <a:pt x="1180" y="1"/>
                  <a:pt x="1174" y="1"/>
                </a:cubicBezTo>
                <a:cubicBezTo>
                  <a:pt x="395" y="1"/>
                  <a:pt x="0" y="940"/>
                  <a:pt x="554" y="1494"/>
                </a:cubicBezTo>
                <a:cubicBezTo>
                  <a:pt x="733" y="1673"/>
                  <a:pt x="952" y="1753"/>
                  <a:pt x="1167" y="1753"/>
                </a:cubicBezTo>
                <a:cubicBezTo>
                  <a:pt x="1617" y="1753"/>
                  <a:pt x="2047" y="1402"/>
                  <a:pt x="2047" y="874"/>
                </a:cubicBezTo>
                <a:cubicBezTo>
                  <a:pt x="2047" y="392"/>
                  <a:pt x="1671" y="1"/>
                  <a:pt x="119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9" name="Google Shape;459;p 3"/>
          <p:cNvSpPr/>
          <p:nvPr/>
        </p:nvSpPr>
        <p:spPr>
          <a:xfrm>
            <a:off x="4116240" y="448308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3">
                <a:moveTo>
                  <a:pt x="1174" y="0"/>
                </a:moveTo>
                <a:cubicBezTo>
                  <a:pt x="395" y="0"/>
                  <a:pt x="0" y="939"/>
                  <a:pt x="554" y="1493"/>
                </a:cubicBezTo>
                <a:cubicBezTo>
                  <a:pt x="733" y="1672"/>
                  <a:pt x="952" y="1752"/>
                  <a:pt x="1167" y="1752"/>
                </a:cubicBezTo>
                <a:cubicBezTo>
                  <a:pt x="1617" y="1752"/>
                  <a:pt x="2047" y="1401"/>
                  <a:pt x="2047" y="874"/>
                </a:cubicBezTo>
                <a:cubicBezTo>
                  <a:pt x="2047" y="395"/>
                  <a:pt x="1662" y="0"/>
                  <a:pt x="11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800" name="Google Shape;460;p 3"/>
          <p:cNvSpPr/>
          <p:nvPr/>
        </p:nvSpPr>
        <p:spPr>
          <a:xfrm>
            <a:off x="4116240" y="460440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8">
                <a:moveTo>
                  <a:pt x="1174" y="0"/>
                </a:moveTo>
                <a:cubicBezTo>
                  <a:pt x="395" y="0"/>
                  <a:pt x="0" y="949"/>
                  <a:pt x="554" y="1503"/>
                </a:cubicBezTo>
                <a:cubicBezTo>
                  <a:pt x="733" y="1679"/>
                  <a:pt x="951" y="1758"/>
                  <a:pt x="1166" y="1758"/>
                </a:cubicBezTo>
                <a:cubicBezTo>
                  <a:pt x="1616" y="1758"/>
                  <a:pt x="2047" y="1408"/>
                  <a:pt x="2047" y="874"/>
                </a:cubicBezTo>
                <a:cubicBezTo>
                  <a:pt x="2047" y="395"/>
                  <a:pt x="1662" y="0"/>
                  <a:pt x="11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801" name="Google Shape;461;p 3"/>
          <p:cNvSpPr/>
          <p:nvPr/>
        </p:nvSpPr>
        <p:spPr>
          <a:xfrm>
            <a:off x="4116240" y="472536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63">
                <a:moveTo>
                  <a:pt x="1174" y="0"/>
                </a:moveTo>
                <a:cubicBezTo>
                  <a:pt x="395" y="0"/>
                  <a:pt x="0" y="949"/>
                  <a:pt x="554" y="1503"/>
                </a:cubicBezTo>
                <a:cubicBezTo>
                  <a:pt x="733" y="1682"/>
                  <a:pt x="952" y="1762"/>
                  <a:pt x="1167" y="1762"/>
                </a:cubicBezTo>
                <a:cubicBezTo>
                  <a:pt x="1617" y="1762"/>
                  <a:pt x="2047" y="1411"/>
                  <a:pt x="2047" y="883"/>
                </a:cubicBezTo>
                <a:cubicBezTo>
                  <a:pt x="2047" y="395"/>
                  <a:pt x="1662" y="0"/>
                  <a:pt x="11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802" name="Google Shape;462;p 3"/>
          <p:cNvSpPr/>
          <p:nvPr/>
        </p:nvSpPr>
        <p:spPr>
          <a:xfrm>
            <a:off x="4116240" y="484704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4">
                <a:moveTo>
                  <a:pt x="1174" y="1"/>
                </a:moveTo>
                <a:cubicBezTo>
                  <a:pt x="395" y="1"/>
                  <a:pt x="0" y="940"/>
                  <a:pt x="554" y="1494"/>
                </a:cubicBezTo>
                <a:cubicBezTo>
                  <a:pt x="733" y="1673"/>
                  <a:pt x="952" y="1753"/>
                  <a:pt x="1167" y="1753"/>
                </a:cubicBezTo>
                <a:cubicBezTo>
                  <a:pt x="1617" y="1753"/>
                  <a:pt x="2047" y="1402"/>
                  <a:pt x="2047" y="874"/>
                </a:cubicBezTo>
                <a:cubicBezTo>
                  <a:pt x="2047" y="386"/>
                  <a:pt x="1662" y="1"/>
                  <a:pt x="11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803" name="Google Shape;463;p 3"/>
          <p:cNvSpPr/>
          <p:nvPr/>
        </p:nvSpPr>
        <p:spPr>
          <a:xfrm>
            <a:off x="4116240" y="496836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3">
                <a:moveTo>
                  <a:pt x="1174" y="0"/>
                </a:moveTo>
                <a:cubicBezTo>
                  <a:pt x="395" y="0"/>
                  <a:pt x="0" y="939"/>
                  <a:pt x="554" y="1493"/>
                </a:cubicBezTo>
                <a:cubicBezTo>
                  <a:pt x="733" y="1672"/>
                  <a:pt x="952" y="1752"/>
                  <a:pt x="1167" y="1752"/>
                </a:cubicBezTo>
                <a:cubicBezTo>
                  <a:pt x="1617" y="1752"/>
                  <a:pt x="2047" y="1401"/>
                  <a:pt x="2047" y="874"/>
                </a:cubicBezTo>
                <a:cubicBezTo>
                  <a:pt x="2047" y="395"/>
                  <a:pt x="1662" y="0"/>
                  <a:pt x="11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804" name="Google Shape;464;p 3"/>
          <p:cNvSpPr/>
          <p:nvPr/>
        </p:nvSpPr>
        <p:spPr>
          <a:xfrm>
            <a:off x="4750200" y="4327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3" y="0"/>
                  <a:pt x="1" y="821"/>
                  <a:pt x="1" y="1841"/>
                </a:cubicBezTo>
                <a:lnTo>
                  <a:pt x="1" y="1842"/>
                </a:lnTo>
                <a:cubicBezTo>
                  <a:pt x="1" y="2864"/>
                  <a:pt x="823" y="3685"/>
                  <a:pt x="1843" y="3685"/>
                </a:cubicBezTo>
                <a:cubicBezTo>
                  <a:pt x="2865" y="3685"/>
                  <a:pt x="3685" y="2864"/>
                  <a:pt x="3685" y="1842"/>
                </a:cubicBezTo>
                <a:lnTo>
                  <a:pt x="3685" y="1841"/>
                </a:lnTo>
                <a:cubicBezTo>
                  <a:pt x="3685" y="821"/>
                  <a:pt x="2865"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05" name="Google Shape;465;p 3"/>
          <p:cNvSpPr/>
          <p:nvPr/>
        </p:nvSpPr>
        <p:spPr>
          <a:xfrm>
            <a:off x="4857480" y="4327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1"/>
                  <a:pt x="1" y="1841"/>
                </a:cubicBezTo>
                <a:lnTo>
                  <a:pt x="1" y="1842"/>
                </a:lnTo>
                <a:cubicBezTo>
                  <a:pt x="1" y="2864"/>
                  <a:pt x="822" y="3685"/>
                  <a:pt x="1843" y="3685"/>
                </a:cubicBezTo>
                <a:cubicBezTo>
                  <a:pt x="2863" y="3685"/>
                  <a:pt x="3686" y="2864"/>
                  <a:pt x="3686" y="1842"/>
                </a:cubicBezTo>
                <a:lnTo>
                  <a:pt x="3686" y="1841"/>
                </a:lnTo>
                <a:cubicBezTo>
                  <a:pt x="3686"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06" name="Google Shape;466;p 3"/>
          <p:cNvSpPr/>
          <p:nvPr/>
        </p:nvSpPr>
        <p:spPr>
          <a:xfrm>
            <a:off x="4642920" y="4420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3" y="0"/>
                </a:moveTo>
                <a:cubicBezTo>
                  <a:pt x="821" y="0"/>
                  <a:pt x="0" y="821"/>
                  <a:pt x="0" y="1841"/>
                </a:cubicBezTo>
                <a:lnTo>
                  <a:pt x="0" y="1842"/>
                </a:lnTo>
                <a:cubicBezTo>
                  <a:pt x="0" y="2862"/>
                  <a:pt x="821" y="3685"/>
                  <a:pt x="1843" y="3685"/>
                </a:cubicBezTo>
                <a:cubicBezTo>
                  <a:pt x="2863" y="3685"/>
                  <a:pt x="3683" y="2862"/>
                  <a:pt x="3683" y="1842"/>
                </a:cubicBezTo>
                <a:lnTo>
                  <a:pt x="3683" y="1841"/>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07" name="Google Shape;467;p 3"/>
          <p:cNvSpPr/>
          <p:nvPr/>
        </p:nvSpPr>
        <p:spPr>
          <a:xfrm>
            <a:off x="4750200" y="4420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3" y="0"/>
                  <a:pt x="1" y="821"/>
                  <a:pt x="1" y="1841"/>
                </a:cubicBezTo>
                <a:lnTo>
                  <a:pt x="1" y="1842"/>
                </a:lnTo>
                <a:cubicBezTo>
                  <a:pt x="1" y="2862"/>
                  <a:pt x="823" y="3685"/>
                  <a:pt x="1843" y="3685"/>
                </a:cubicBezTo>
                <a:cubicBezTo>
                  <a:pt x="2865" y="3685"/>
                  <a:pt x="3685" y="2862"/>
                  <a:pt x="3685" y="1842"/>
                </a:cubicBezTo>
                <a:lnTo>
                  <a:pt x="3685" y="1841"/>
                </a:lnTo>
                <a:cubicBezTo>
                  <a:pt x="3685" y="821"/>
                  <a:pt x="2865"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08" name="Google Shape;468;p 3"/>
          <p:cNvSpPr/>
          <p:nvPr/>
        </p:nvSpPr>
        <p:spPr>
          <a:xfrm>
            <a:off x="4857480" y="4420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1"/>
                  <a:pt x="1" y="1841"/>
                </a:cubicBezTo>
                <a:lnTo>
                  <a:pt x="1" y="1842"/>
                </a:lnTo>
                <a:cubicBezTo>
                  <a:pt x="1" y="2862"/>
                  <a:pt x="822" y="3685"/>
                  <a:pt x="1843" y="3685"/>
                </a:cubicBezTo>
                <a:cubicBezTo>
                  <a:pt x="2863" y="3685"/>
                  <a:pt x="3686" y="2862"/>
                  <a:pt x="3686" y="1842"/>
                </a:cubicBezTo>
                <a:lnTo>
                  <a:pt x="3686" y="1841"/>
                </a:lnTo>
                <a:cubicBezTo>
                  <a:pt x="3686"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09" name="Google Shape;469;p 3"/>
          <p:cNvSpPr/>
          <p:nvPr/>
        </p:nvSpPr>
        <p:spPr>
          <a:xfrm>
            <a:off x="4642920" y="4513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3"/>
                  <a:pt x="0" y="1843"/>
                </a:cubicBezTo>
                <a:lnTo>
                  <a:pt x="0" y="1845"/>
                </a:lnTo>
                <a:cubicBezTo>
                  <a:pt x="0" y="2864"/>
                  <a:pt x="821" y="3685"/>
                  <a:pt x="1843" y="3685"/>
                </a:cubicBezTo>
                <a:cubicBezTo>
                  <a:pt x="2863" y="3685"/>
                  <a:pt x="3683" y="2864"/>
                  <a:pt x="3683" y="1845"/>
                </a:cubicBezTo>
                <a:lnTo>
                  <a:pt x="3683" y="1843"/>
                </a:lnTo>
                <a:cubicBezTo>
                  <a:pt x="3683"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0" name="Google Shape;470;p 3"/>
          <p:cNvSpPr/>
          <p:nvPr/>
        </p:nvSpPr>
        <p:spPr>
          <a:xfrm>
            <a:off x="4750200" y="4513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3"/>
                  <a:pt x="1" y="1843"/>
                </a:cubicBezTo>
                <a:lnTo>
                  <a:pt x="1" y="1845"/>
                </a:lnTo>
                <a:cubicBezTo>
                  <a:pt x="1" y="2864"/>
                  <a:pt x="823" y="3685"/>
                  <a:pt x="1843" y="3685"/>
                </a:cubicBezTo>
                <a:cubicBezTo>
                  <a:pt x="2865" y="3685"/>
                  <a:pt x="3685" y="2864"/>
                  <a:pt x="3685" y="1845"/>
                </a:cubicBezTo>
                <a:lnTo>
                  <a:pt x="3685" y="1843"/>
                </a:lnTo>
                <a:cubicBezTo>
                  <a:pt x="3685" y="823"/>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1" name="Google Shape;471;p 3"/>
          <p:cNvSpPr/>
          <p:nvPr/>
        </p:nvSpPr>
        <p:spPr>
          <a:xfrm>
            <a:off x="4857480" y="4513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3"/>
                  <a:pt x="1" y="1843"/>
                </a:cubicBezTo>
                <a:lnTo>
                  <a:pt x="1" y="1845"/>
                </a:lnTo>
                <a:cubicBezTo>
                  <a:pt x="1" y="2864"/>
                  <a:pt x="822" y="3685"/>
                  <a:pt x="1843" y="3685"/>
                </a:cubicBezTo>
                <a:cubicBezTo>
                  <a:pt x="2863" y="3685"/>
                  <a:pt x="3686" y="2864"/>
                  <a:pt x="3686" y="1845"/>
                </a:cubicBezTo>
                <a:lnTo>
                  <a:pt x="3686" y="1843"/>
                </a:lnTo>
                <a:cubicBezTo>
                  <a:pt x="3686"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2" name="Google Shape;472;p 3"/>
          <p:cNvSpPr/>
          <p:nvPr/>
        </p:nvSpPr>
        <p:spPr>
          <a:xfrm>
            <a:off x="4642920" y="460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1"/>
                  <a:pt x="0" y="1843"/>
                </a:cubicBezTo>
                <a:cubicBezTo>
                  <a:pt x="0" y="2864"/>
                  <a:pt x="821" y="3685"/>
                  <a:pt x="1843" y="3685"/>
                </a:cubicBezTo>
                <a:cubicBezTo>
                  <a:pt x="2863" y="3685"/>
                  <a:pt x="3683" y="2864"/>
                  <a:pt x="3683" y="1843"/>
                </a:cubicBezTo>
                <a:cubicBezTo>
                  <a:pt x="3683"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3" name="Google Shape;473;p 3"/>
          <p:cNvSpPr/>
          <p:nvPr/>
        </p:nvSpPr>
        <p:spPr>
          <a:xfrm>
            <a:off x="4750200" y="460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1"/>
                  <a:pt x="1" y="1843"/>
                </a:cubicBezTo>
                <a:cubicBezTo>
                  <a:pt x="1" y="2864"/>
                  <a:pt x="823" y="3685"/>
                  <a:pt x="1843" y="3685"/>
                </a:cubicBezTo>
                <a:cubicBezTo>
                  <a:pt x="2865" y="3685"/>
                  <a:pt x="3685" y="2864"/>
                  <a:pt x="3685" y="1843"/>
                </a:cubicBezTo>
                <a:cubicBezTo>
                  <a:pt x="3685" y="821"/>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4" name="Google Shape;474;p 3"/>
          <p:cNvSpPr/>
          <p:nvPr/>
        </p:nvSpPr>
        <p:spPr>
          <a:xfrm>
            <a:off x="4857480" y="460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1"/>
                  <a:pt x="1" y="1843"/>
                </a:cubicBezTo>
                <a:cubicBezTo>
                  <a:pt x="1" y="2864"/>
                  <a:pt x="822" y="3685"/>
                  <a:pt x="1843" y="3685"/>
                </a:cubicBezTo>
                <a:cubicBezTo>
                  <a:pt x="2863" y="3685"/>
                  <a:pt x="3686" y="2864"/>
                  <a:pt x="3686" y="1843"/>
                </a:cubicBezTo>
                <a:cubicBezTo>
                  <a:pt x="3686"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5" name="Google Shape;475;p 3"/>
          <p:cNvSpPr/>
          <p:nvPr/>
        </p:nvSpPr>
        <p:spPr>
          <a:xfrm>
            <a:off x="4642920" y="4699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2"/>
                  <a:pt x="0" y="1841"/>
                </a:cubicBezTo>
                <a:lnTo>
                  <a:pt x="0" y="1843"/>
                </a:lnTo>
                <a:cubicBezTo>
                  <a:pt x="0" y="2863"/>
                  <a:pt x="821" y="3685"/>
                  <a:pt x="1843" y="3685"/>
                </a:cubicBezTo>
                <a:cubicBezTo>
                  <a:pt x="2863" y="3685"/>
                  <a:pt x="3683" y="2863"/>
                  <a:pt x="3683" y="1843"/>
                </a:cubicBezTo>
                <a:lnTo>
                  <a:pt x="3683" y="1841"/>
                </a:lnTo>
                <a:cubicBezTo>
                  <a:pt x="3683" y="822"/>
                  <a:pt x="2863" y="1"/>
                  <a:pt x="1843"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16" name="Google Shape;476;p 3"/>
          <p:cNvSpPr/>
          <p:nvPr/>
        </p:nvSpPr>
        <p:spPr>
          <a:xfrm>
            <a:off x="4750200" y="4699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2"/>
                  <a:pt x="1" y="1841"/>
                </a:cubicBezTo>
                <a:lnTo>
                  <a:pt x="1" y="1843"/>
                </a:lnTo>
                <a:cubicBezTo>
                  <a:pt x="1" y="2863"/>
                  <a:pt x="823" y="3685"/>
                  <a:pt x="1843" y="3685"/>
                </a:cubicBezTo>
                <a:cubicBezTo>
                  <a:pt x="2865" y="3685"/>
                  <a:pt x="3685" y="2863"/>
                  <a:pt x="3685" y="1843"/>
                </a:cubicBezTo>
                <a:lnTo>
                  <a:pt x="3685" y="1841"/>
                </a:lnTo>
                <a:cubicBezTo>
                  <a:pt x="3685" y="822"/>
                  <a:pt x="2865" y="1"/>
                  <a:pt x="1843"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17" name="Google Shape;477;p 3"/>
          <p:cNvSpPr/>
          <p:nvPr/>
        </p:nvSpPr>
        <p:spPr>
          <a:xfrm>
            <a:off x="4857480" y="4699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2"/>
                  <a:pt x="1" y="1841"/>
                </a:cubicBezTo>
                <a:lnTo>
                  <a:pt x="1" y="1843"/>
                </a:lnTo>
                <a:cubicBezTo>
                  <a:pt x="1" y="2863"/>
                  <a:pt x="822" y="3685"/>
                  <a:pt x="1843" y="3685"/>
                </a:cubicBezTo>
                <a:cubicBezTo>
                  <a:pt x="2863" y="3685"/>
                  <a:pt x="3686" y="2863"/>
                  <a:pt x="3686" y="1843"/>
                </a:cubicBezTo>
                <a:lnTo>
                  <a:pt x="3686" y="1841"/>
                </a:lnTo>
                <a:cubicBezTo>
                  <a:pt x="3686" y="822"/>
                  <a:pt x="2863" y="1"/>
                  <a:pt x="1843"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18" name="Google Shape;478;p 3"/>
          <p:cNvSpPr/>
          <p:nvPr/>
        </p:nvSpPr>
        <p:spPr>
          <a:xfrm>
            <a:off x="4642920" y="4736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0" y="1"/>
                </a:moveTo>
                <a:lnTo>
                  <a:pt x="0" y="3686"/>
                </a:lnTo>
                <a:lnTo>
                  <a:pt x="3683" y="3686"/>
                </a:lnTo>
                <a:lnTo>
                  <a:pt x="3683"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19" name="Google Shape;479;p 3"/>
          <p:cNvSpPr/>
          <p:nvPr/>
        </p:nvSpPr>
        <p:spPr>
          <a:xfrm>
            <a:off x="4750200" y="4736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 y="1"/>
                </a:moveTo>
                <a:lnTo>
                  <a:pt x="1" y="3686"/>
                </a:lnTo>
                <a:lnTo>
                  <a:pt x="3685" y="3686"/>
                </a:lnTo>
                <a:lnTo>
                  <a:pt x="3685"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0" name="Google Shape;480;p 3"/>
          <p:cNvSpPr/>
          <p:nvPr/>
        </p:nvSpPr>
        <p:spPr>
          <a:xfrm>
            <a:off x="4857480" y="4736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 y="1"/>
                </a:moveTo>
                <a:lnTo>
                  <a:pt x="1" y="3686"/>
                </a:lnTo>
                <a:lnTo>
                  <a:pt x="3686" y="3686"/>
                </a:lnTo>
                <a:lnTo>
                  <a:pt x="36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1" name="Google Shape;481;p 3"/>
          <p:cNvSpPr/>
          <p:nvPr/>
        </p:nvSpPr>
        <p:spPr>
          <a:xfrm>
            <a:off x="4642920" y="4833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3">
                <a:moveTo>
                  <a:pt x="0" y="0"/>
                </a:moveTo>
                <a:lnTo>
                  <a:pt x="0" y="3683"/>
                </a:lnTo>
                <a:lnTo>
                  <a:pt x="3683" y="3683"/>
                </a:lnTo>
                <a:lnTo>
                  <a:pt x="3683"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2" name="Google Shape;482;p 3"/>
          <p:cNvSpPr/>
          <p:nvPr/>
        </p:nvSpPr>
        <p:spPr>
          <a:xfrm>
            <a:off x="4750200" y="4833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3">
                <a:moveTo>
                  <a:pt x="1" y="0"/>
                </a:moveTo>
                <a:lnTo>
                  <a:pt x="1" y="3683"/>
                </a:lnTo>
                <a:lnTo>
                  <a:pt x="3685" y="3683"/>
                </a:lnTo>
                <a:lnTo>
                  <a:pt x="368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3" name="Google Shape;483;p 3"/>
          <p:cNvSpPr/>
          <p:nvPr/>
        </p:nvSpPr>
        <p:spPr>
          <a:xfrm>
            <a:off x="4857480" y="4833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3">
                <a:moveTo>
                  <a:pt x="1" y="0"/>
                </a:moveTo>
                <a:lnTo>
                  <a:pt x="1" y="3683"/>
                </a:lnTo>
                <a:lnTo>
                  <a:pt x="3686" y="3683"/>
                </a:lnTo>
                <a:lnTo>
                  <a:pt x="3686"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4" name="Google Shape;484;p 3"/>
          <p:cNvSpPr/>
          <p:nvPr/>
        </p:nvSpPr>
        <p:spPr>
          <a:xfrm>
            <a:off x="4642920" y="4939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0" y="1"/>
                </a:moveTo>
                <a:lnTo>
                  <a:pt x="0" y="3684"/>
                </a:lnTo>
                <a:lnTo>
                  <a:pt x="3683" y="3684"/>
                </a:lnTo>
                <a:lnTo>
                  <a:pt x="3683"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5" name="Google Shape;485;p 3"/>
          <p:cNvSpPr/>
          <p:nvPr/>
        </p:nvSpPr>
        <p:spPr>
          <a:xfrm>
            <a:off x="4750200" y="4939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 y="1"/>
                </a:moveTo>
                <a:lnTo>
                  <a:pt x="1" y="3684"/>
                </a:lnTo>
                <a:lnTo>
                  <a:pt x="3685" y="3684"/>
                </a:lnTo>
                <a:lnTo>
                  <a:pt x="3685"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6" name="Google Shape;486;p 3"/>
          <p:cNvSpPr/>
          <p:nvPr/>
        </p:nvSpPr>
        <p:spPr>
          <a:xfrm>
            <a:off x="4857480" y="4939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 y="1"/>
                </a:moveTo>
                <a:lnTo>
                  <a:pt x="1" y="3684"/>
                </a:lnTo>
                <a:lnTo>
                  <a:pt x="3686" y="3684"/>
                </a:lnTo>
                <a:lnTo>
                  <a:pt x="36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7" name="Google Shape;487;p 3"/>
          <p:cNvSpPr/>
          <p:nvPr/>
        </p:nvSpPr>
        <p:spPr>
          <a:xfrm>
            <a:off x="4223880" y="3891240"/>
            <a:ext cx="351000" cy="1180440"/>
          </a:xfrm>
          <a:custGeom>
            <a:avLst/>
            <a:gdLst>
              <a:gd name="textAreaLeft" fmla="*/ 0 w 351000"/>
              <a:gd name="textAreaRight" fmla="*/ 351360 w 351000"/>
              <a:gd name="textAreaTop" fmla="*/ 0 h 1180440"/>
              <a:gd name="textAreaBottom" fmla="*/ 1180800 h 1180440"/>
            </a:gdLst>
            <a:ahLst/>
            <a:cxnLst/>
            <a:rect l="textAreaLeft" t="textAreaTop" r="textAreaRight" b="textAreaBottom"/>
            <a:pathLst>
              <a:path w="21649" h="72726">
                <a:moveTo>
                  <a:pt x="20164" y="0"/>
                </a:moveTo>
                <a:cubicBezTo>
                  <a:pt x="20161" y="0"/>
                  <a:pt x="20158" y="0"/>
                  <a:pt x="20155" y="0"/>
                </a:cubicBezTo>
                <a:lnTo>
                  <a:pt x="1517" y="104"/>
                </a:lnTo>
                <a:cubicBezTo>
                  <a:pt x="701" y="108"/>
                  <a:pt x="41" y="772"/>
                  <a:pt x="41" y="1589"/>
                </a:cubicBezTo>
                <a:lnTo>
                  <a:pt x="0" y="72725"/>
                </a:lnTo>
                <a:lnTo>
                  <a:pt x="21648" y="72725"/>
                </a:lnTo>
                <a:lnTo>
                  <a:pt x="21648" y="1485"/>
                </a:lnTo>
                <a:cubicBezTo>
                  <a:pt x="21648" y="666"/>
                  <a:pt x="20984" y="0"/>
                  <a:pt x="2016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28" name="Google Shape;488;p 3"/>
          <p:cNvSpPr/>
          <p:nvPr/>
        </p:nvSpPr>
        <p:spPr>
          <a:xfrm>
            <a:off x="4288680" y="3963600"/>
            <a:ext cx="32760" cy="1046520"/>
          </a:xfrm>
          <a:custGeom>
            <a:avLst/>
            <a:gdLst>
              <a:gd name="textAreaLeft" fmla="*/ 0 w 32760"/>
              <a:gd name="textAreaRight" fmla="*/ 33120 w 32760"/>
              <a:gd name="textAreaTop" fmla="*/ 0 h 1046520"/>
              <a:gd name="textAreaBottom" fmla="*/ 1046880 h 1046520"/>
            </a:gdLst>
            <a:ahLst/>
            <a:cxnLst/>
            <a:rect l="textAreaLeft" t="textAreaTop" r="textAreaRight" b="textAreaBottom"/>
            <a:pathLst>
              <a:path w="2038" h="64488">
                <a:moveTo>
                  <a:pt x="1018" y="1"/>
                </a:moveTo>
                <a:cubicBezTo>
                  <a:pt x="454" y="1"/>
                  <a:pt x="0" y="455"/>
                  <a:pt x="0" y="1019"/>
                </a:cubicBezTo>
                <a:lnTo>
                  <a:pt x="0" y="63470"/>
                </a:lnTo>
                <a:cubicBezTo>
                  <a:pt x="0" y="64035"/>
                  <a:pt x="454" y="64488"/>
                  <a:pt x="1018" y="64488"/>
                </a:cubicBezTo>
                <a:cubicBezTo>
                  <a:pt x="1583" y="64488"/>
                  <a:pt x="2038" y="64035"/>
                  <a:pt x="2038" y="63470"/>
                </a:cubicBezTo>
                <a:lnTo>
                  <a:pt x="2038" y="1019"/>
                </a:lnTo>
                <a:cubicBezTo>
                  <a:pt x="2038" y="455"/>
                  <a:pt x="1583" y="1"/>
                  <a:pt x="101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829" name="Google Shape;489;p 3"/>
          <p:cNvSpPr/>
          <p:nvPr/>
        </p:nvSpPr>
        <p:spPr>
          <a:xfrm>
            <a:off x="4383000" y="3963600"/>
            <a:ext cx="32760" cy="1046520"/>
          </a:xfrm>
          <a:custGeom>
            <a:avLst/>
            <a:gdLst>
              <a:gd name="textAreaLeft" fmla="*/ 0 w 32760"/>
              <a:gd name="textAreaRight" fmla="*/ 33120 w 32760"/>
              <a:gd name="textAreaTop" fmla="*/ 0 h 1046520"/>
              <a:gd name="textAreaBottom" fmla="*/ 1046880 h 1046520"/>
            </a:gdLst>
            <a:ahLst/>
            <a:cxnLst/>
            <a:rect l="textAreaLeft" t="textAreaTop" r="textAreaRight" b="textAreaBottom"/>
            <a:pathLst>
              <a:path w="2037" h="64488">
                <a:moveTo>
                  <a:pt x="1018" y="1"/>
                </a:moveTo>
                <a:cubicBezTo>
                  <a:pt x="454" y="1"/>
                  <a:pt x="0" y="455"/>
                  <a:pt x="0" y="1019"/>
                </a:cubicBezTo>
                <a:lnTo>
                  <a:pt x="0" y="63470"/>
                </a:lnTo>
                <a:cubicBezTo>
                  <a:pt x="0" y="64035"/>
                  <a:pt x="454" y="64488"/>
                  <a:pt x="1018" y="64488"/>
                </a:cubicBezTo>
                <a:cubicBezTo>
                  <a:pt x="1582" y="64488"/>
                  <a:pt x="2036" y="64035"/>
                  <a:pt x="2036" y="63470"/>
                </a:cubicBezTo>
                <a:lnTo>
                  <a:pt x="2036" y="1019"/>
                </a:lnTo>
                <a:cubicBezTo>
                  <a:pt x="2036" y="455"/>
                  <a:pt x="1582" y="1"/>
                  <a:pt x="101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830" name="Google Shape;490;p 3"/>
          <p:cNvSpPr/>
          <p:nvPr/>
        </p:nvSpPr>
        <p:spPr>
          <a:xfrm>
            <a:off x="4477680" y="3963600"/>
            <a:ext cx="32760" cy="1046520"/>
          </a:xfrm>
          <a:custGeom>
            <a:avLst/>
            <a:gdLst>
              <a:gd name="textAreaLeft" fmla="*/ 0 w 32760"/>
              <a:gd name="textAreaRight" fmla="*/ 33120 w 32760"/>
              <a:gd name="textAreaTop" fmla="*/ 0 h 1046520"/>
              <a:gd name="textAreaBottom" fmla="*/ 1046880 h 1046520"/>
            </a:gdLst>
            <a:ahLst/>
            <a:cxnLst/>
            <a:rect l="textAreaLeft" t="textAreaTop" r="textAreaRight" b="textAreaBottom"/>
            <a:pathLst>
              <a:path w="2039" h="64488">
                <a:moveTo>
                  <a:pt x="1018" y="1"/>
                </a:moveTo>
                <a:cubicBezTo>
                  <a:pt x="455" y="1"/>
                  <a:pt x="0" y="455"/>
                  <a:pt x="0" y="1019"/>
                </a:cubicBezTo>
                <a:lnTo>
                  <a:pt x="0" y="63470"/>
                </a:lnTo>
                <a:cubicBezTo>
                  <a:pt x="0" y="64035"/>
                  <a:pt x="455" y="64488"/>
                  <a:pt x="1018" y="64488"/>
                </a:cubicBezTo>
                <a:cubicBezTo>
                  <a:pt x="1584" y="64488"/>
                  <a:pt x="2038" y="64035"/>
                  <a:pt x="2038" y="63470"/>
                </a:cubicBezTo>
                <a:lnTo>
                  <a:pt x="2038" y="1019"/>
                </a:lnTo>
                <a:cubicBezTo>
                  <a:pt x="2038" y="455"/>
                  <a:pt x="1584" y="1"/>
                  <a:pt x="101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831" name="Google Shape;491;p 3"/>
          <p:cNvSpPr/>
          <p:nvPr/>
        </p:nvSpPr>
        <p:spPr>
          <a:xfrm>
            <a:off x="5004360" y="3535920"/>
            <a:ext cx="351000" cy="1535760"/>
          </a:xfrm>
          <a:custGeom>
            <a:avLst/>
            <a:gdLst>
              <a:gd name="textAreaLeft" fmla="*/ 0 w 351000"/>
              <a:gd name="textAreaRight" fmla="*/ 351360 w 351000"/>
              <a:gd name="textAreaTop" fmla="*/ 0 h 1535760"/>
              <a:gd name="textAreaBottom" fmla="*/ 1536120 h 1535760"/>
            </a:gdLst>
            <a:ahLst/>
            <a:cxnLst/>
            <a:rect l="textAreaLeft" t="textAreaTop" r="textAreaRight" b="textAreaBottom"/>
            <a:pathLst>
              <a:path w="21649" h="94628">
                <a:moveTo>
                  <a:pt x="1508" y="1"/>
                </a:moveTo>
                <a:cubicBezTo>
                  <a:pt x="675" y="1"/>
                  <a:pt x="0" y="675"/>
                  <a:pt x="0" y="1508"/>
                </a:cubicBezTo>
                <a:lnTo>
                  <a:pt x="0" y="94627"/>
                </a:lnTo>
                <a:lnTo>
                  <a:pt x="21648" y="94627"/>
                </a:lnTo>
                <a:lnTo>
                  <a:pt x="21648" y="1508"/>
                </a:lnTo>
                <a:cubicBezTo>
                  <a:pt x="21648" y="675"/>
                  <a:pt x="20974" y="1"/>
                  <a:pt x="20141"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32" name="Google Shape;492;p 3"/>
          <p:cNvSpPr/>
          <p:nvPr/>
        </p:nvSpPr>
        <p:spPr>
          <a:xfrm>
            <a:off x="5150160" y="369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0"/>
                </a:moveTo>
                <a:cubicBezTo>
                  <a:pt x="822" y="0"/>
                  <a:pt x="1" y="821"/>
                  <a:pt x="1" y="1841"/>
                </a:cubicBezTo>
                <a:lnTo>
                  <a:pt x="1" y="1843"/>
                </a:lnTo>
                <a:cubicBezTo>
                  <a:pt x="1" y="2863"/>
                  <a:pt x="822" y="3683"/>
                  <a:pt x="1841" y="3683"/>
                </a:cubicBezTo>
                <a:lnTo>
                  <a:pt x="1843" y="3683"/>
                </a:lnTo>
                <a:cubicBezTo>
                  <a:pt x="2863" y="3683"/>
                  <a:pt x="3684" y="2863"/>
                  <a:pt x="3684" y="1843"/>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3" name="Google Shape;493;p 3"/>
          <p:cNvSpPr/>
          <p:nvPr/>
        </p:nvSpPr>
        <p:spPr>
          <a:xfrm>
            <a:off x="5257800" y="3801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3">
                <a:moveTo>
                  <a:pt x="1841" y="0"/>
                </a:moveTo>
                <a:cubicBezTo>
                  <a:pt x="821" y="0"/>
                  <a:pt x="0" y="821"/>
                  <a:pt x="0" y="1841"/>
                </a:cubicBezTo>
                <a:lnTo>
                  <a:pt x="0" y="1842"/>
                </a:lnTo>
                <a:cubicBezTo>
                  <a:pt x="0" y="2862"/>
                  <a:pt x="821" y="3683"/>
                  <a:pt x="1841" y="3683"/>
                </a:cubicBezTo>
                <a:cubicBezTo>
                  <a:pt x="2860" y="3683"/>
                  <a:pt x="3683" y="2862"/>
                  <a:pt x="3683" y="1842"/>
                </a:cubicBezTo>
                <a:lnTo>
                  <a:pt x="3683" y="1841"/>
                </a:lnTo>
                <a:cubicBezTo>
                  <a:pt x="3683" y="821"/>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4" name="Google Shape;494;p 3"/>
          <p:cNvSpPr/>
          <p:nvPr/>
        </p:nvSpPr>
        <p:spPr>
          <a:xfrm>
            <a:off x="5042880" y="3910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3"/>
                  <a:pt x="1" y="1843"/>
                </a:cubicBezTo>
                <a:cubicBezTo>
                  <a:pt x="1" y="2864"/>
                  <a:pt x="822" y="3685"/>
                  <a:pt x="1843" y="3685"/>
                </a:cubicBezTo>
                <a:lnTo>
                  <a:pt x="1845" y="3685"/>
                </a:lnTo>
                <a:cubicBezTo>
                  <a:pt x="2865" y="3685"/>
                  <a:pt x="3685" y="2864"/>
                  <a:pt x="3685" y="1843"/>
                </a:cubicBezTo>
                <a:cubicBezTo>
                  <a:pt x="3685" y="823"/>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5" name="Google Shape;495;p 3"/>
          <p:cNvSpPr/>
          <p:nvPr/>
        </p:nvSpPr>
        <p:spPr>
          <a:xfrm>
            <a:off x="5257800" y="3910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1"/>
                </a:moveTo>
                <a:cubicBezTo>
                  <a:pt x="821" y="1"/>
                  <a:pt x="0" y="823"/>
                  <a:pt x="0" y="1843"/>
                </a:cubicBezTo>
                <a:cubicBezTo>
                  <a:pt x="0" y="2864"/>
                  <a:pt x="821" y="3685"/>
                  <a:pt x="1841" y="3685"/>
                </a:cubicBezTo>
                <a:cubicBezTo>
                  <a:pt x="2860" y="3685"/>
                  <a:pt x="3683" y="2864"/>
                  <a:pt x="3683" y="1843"/>
                </a:cubicBezTo>
                <a:cubicBezTo>
                  <a:pt x="3683" y="823"/>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6" name="Google Shape;496;p 3"/>
          <p:cNvSpPr/>
          <p:nvPr/>
        </p:nvSpPr>
        <p:spPr>
          <a:xfrm>
            <a:off x="5042880" y="4019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1"/>
                </a:moveTo>
                <a:cubicBezTo>
                  <a:pt x="822" y="1"/>
                  <a:pt x="1" y="822"/>
                  <a:pt x="1" y="1841"/>
                </a:cubicBezTo>
                <a:lnTo>
                  <a:pt x="1" y="1843"/>
                </a:lnTo>
                <a:cubicBezTo>
                  <a:pt x="1" y="2863"/>
                  <a:pt x="822" y="3684"/>
                  <a:pt x="1843" y="3684"/>
                </a:cubicBezTo>
                <a:lnTo>
                  <a:pt x="1845" y="3684"/>
                </a:lnTo>
                <a:cubicBezTo>
                  <a:pt x="2865" y="3684"/>
                  <a:pt x="3685" y="2863"/>
                  <a:pt x="3685" y="1843"/>
                </a:cubicBezTo>
                <a:lnTo>
                  <a:pt x="3685" y="1841"/>
                </a:lnTo>
                <a:cubicBezTo>
                  <a:pt x="3685" y="822"/>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7" name="Google Shape;497;p 3"/>
          <p:cNvSpPr/>
          <p:nvPr/>
        </p:nvSpPr>
        <p:spPr>
          <a:xfrm>
            <a:off x="5150160" y="4019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2" y="1"/>
                  <a:pt x="1" y="822"/>
                  <a:pt x="1" y="1841"/>
                </a:cubicBezTo>
                <a:lnTo>
                  <a:pt x="1" y="1843"/>
                </a:lnTo>
                <a:cubicBezTo>
                  <a:pt x="1" y="2863"/>
                  <a:pt x="822" y="3684"/>
                  <a:pt x="1841" y="3684"/>
                </a:cubicBezTo>
                <a:lnTo>
                  <a:pt x="1843" y="3684"/>
                </a:lnTo>
                <a:cubicBezTo>
                  <a:pt x="2863" y="3684"/>
                  <a:pt x="3684" y="2863"/>
                  <a:pt x="3684" y="1843"/>
                </a:cubicBezTo>
                <a:lnTo>
                  <a:pt x="3684" y="1841"/>
                </a:lnTo>
                <a:cubicBezTo>
                  <a:pt x="3684"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8" name="Google Shape;498;p 3"/>
          <p:cNvSpPr/>
          <p:nvPr/>
        </p:nvSpPr>
        <p:spPr>
          <a:xfrm>
            <a:off x="5257800" y="4019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2"/>
                  <a:pt x="0" y="1841"/>
                </a:cubicBezTo>
                <a:lnTo>
                  <a:pt x="0" y="1843"/>
                </a:lnTo>
                <a:cubicBezTo>
                  <a:pt x="0" y="2863"/>
                  <a:pt x="821" y="3684"/>
                  <a:pt x="1841" y="3684"/>
                </a:cubicBezTo>
                <a:cubicBezTo>
                  <a:pt x="2860" y="3684"/>
                  <a:pt x="3683" y="2863"/>
                  <a:pt x="3683" y="1843"/>
                </a:cubicBezTo>
                <a:lnTo>
                  <a:pt x="3683" y="1841"/>
                </a:lnTo>
                <a:cubicBezTo>
                  <a:pt x="3683" y="822"/>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9" name="Google Shape;499;p 3"/>
          <p:cNvSpPr/>
          <p:nvPr/>
        </p:nvSpPr>
        <p:spPr>
          <a:xfrm>
            <a:off x="5042880" y="412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0"/>
                </a:moveTo>
                <a:cubicBezTo>
                  <a:pt x="822" y="0"/>
                  <a:pt x="1" y="823"/>
                  <a:pt x="1" y="1843"/>
                </a:cubicBezTo>
                <a:cubicBezTo>
                  <a:pt x="1" y="2864"/>
                  <a:pt x="822" y="3685"/>
                  <a:pt x="1843" y="3685"/>
                </a:cubicBezTo>
                <a:lnTo>
                  <a:pt x="1845" y="3685"/>
                </a:lnTo>
                <a:cubicBezTo>
                  <a:pt x="2865" y="3685"/>
                  <a:pt x="3685" y="2864"/>
                  <a:pt x="3685" y="1843"/>
                </a:cubicBezTo>
                <a:cubicBezTo>
                  <a:pt x="3685" y="823"/>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0" name="Google Shape;500;p 3"/>
          <p:cNvSpPr/>
          <p:nvPr/>
        </p:nvSpPr>
        <p:spPr>
          <a:xfrm>
            <a:off x="5150160" y="412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0"/>
                </a:moveTo>
                <a:cubicBezTo>
                  <a:pt x="822" y="0"/>
                  <a:pt x="1" y="823"/>
                  <a:pt x="1" y="1843"/>
                </a:cubicBezTo>
                <a:cubicBezTo>
                  <a:pt x="1" y="2864"/>
                  <a:pt x="822" y="3685"/>
                  <a:pt x="1841" y="3685"/>
                </a:cubicBezTo>
                <a:lnTo>
                  <a:pt x="1843" y="3685"/>
                </a:lnTo>
                <a:cubicBezTo>
                  <a:pt x="2863" y="3685"/>
                  <a:pt x="3684" y="2864"/>
                  <a:pt x="3684" y="1843"/>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1" name="Google Shape;501;p 3"/>
          <p:cNvSpPr/>
          <p:nvPr/>
        </p:nvSpPr>
        <p:spPr>
          <a:xfrm>
            <a:off x="5257800" y="412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0"/>
                </a:moveTo>
                <a:cubicBezTo>
                  <a:pt x="821" y="0"/>
                  <a:pt x="0" y="823"/>
                  <a:pt x="0" y="1843"/>
                </a:cubicBezTo>
                <a:cubicBezTo>
                  <a:pt x="0" y="2864"/>
                  <a:pt x="821" y="3685"/>
                  <a:pt x="1841" y="3685"/>
                </a:cubicBezTo>
                <a:cubicBezTo>
                  <a:pt x="2860" y="3685"/>
                  <a:pt x="3683" y="2864"/>
                  <a:pt x="3683" y="1843"/>
                </a:cubicBezTo>
                <a:cubicBezTo>
                  <a:pt x="3683" y="823"/>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2" name="Google Shape;502;p 3"/>
          <p:cNvSpPr/>
          <p:nvPr/>
        </p:nvSpPr>
        <p:spPr>
          <a:xfrm>
            <a:off x="5042880" y="423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1"/>
                </a:moveTo>
                <a:cubicBezTo>
                  <a:pt x="822" y="1"/>
                  <a:pt x="1" y="822"/>
                  <a:pt x="1" y="1841"/>
                </a:cubicBezTo>
                <a:lnTo>
                  <a:pt x="1" y="1843"/>
                </a:lnTo>
                <a:cubicBezTo>
                  <a:pt x="1" y="2863"/>
                  <a:pt x="822" y="3684"/>
                  <a:pt x="1843" y="3684"/>
                </a:cubicBezTo>
                <a:lnTo>
                  <a:pt x="1845" y="3684"/>
                </a:lnTo>
                <a:cubicBezTo>
                  <a:pt x="2865" y="3684"/>
                  <a:pt x="3685" y="2863"/>
                  <a:pt x="3685" y="1843"/>
                </a:cubicBezTo>
                <a:lnTo>
                  <a:pt x="3685" y="1841"/>
                </a:lnTo>
                <a:cubicBezTo>
                  <a:pt x="3685" y="822"/>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3" name="Google Shape;503;p 3"/>
          <p:cNvSpPr/>
          <p:nvPr/>
        </p:nvSpPr>
        <p:spPr>
          <a:xfrm>
            <a:off x="5150160" y="423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2" y="1"/>
                  <a:pt x="1" y="822"/>
                  <a:pt x="1" y="1841"/>
                </a:cubicBezTo>
                <a:lnTo>
                  <a:pt x="1" y="1843"/>
                </a:lnTo>
                <a:cubicBezTo>
                  <a:pt x="1" y="2863"/>
                  <a:pt x="822" y="3684"/>
                  <a:pt x="1841" y="3684"/>
                </a:cubicBezTo>
                <a:lnTo>
                  <a:pt x="1843" y="3684"/>
                </a:lnTo>
                <a:cubicBezTo>
                  <a:pt x="2863" y="3684"/>
                  <a:pt x="3684" y="2863"/>
                  <a:pt x="3684" y="1843"/>
                </a:cubicBezTo>
                <a:lnTo>
                  <a:pt x="3684" y="1841"/>
                </a:lnTo>
                <a:cubicBezTo>
                  <a:pt x="3684"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4" name="Google Shape;504;p 3"/>
          <p:cNvSpPr/>
          <p:nvPr/>
        </p:nvSpPr>
        <p:spPr>
          <a:xfrm>
            <a:off x="5257800" y="423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2"/>
                  <a:pt x="0" y="1841"/>
                </a:cubicBezTo>
                <a:lnTo>
                  <a:pt x="0" y="1843"/>
                </a:lnTo>
                <a:cubicBezTo>
                  <a:pt x="0" y="2863"/>
                  <a:pt x="821" y="3684"/>
                  <a:pt x="1841" y="3684"/>
                </a:cubicBezTo>
                <a:cubicBezTo>
                  <a:pt x="2860" y="3684"/>
                  <a:pt x="3683" y="2863"/>
                  <a:pt x="3683" y="1843"/>
                </a:cubicBezTo>
                <a:lnTo>
                  <a:pt x="3683" y="1841"/>
                </a:lnTo>
                <a:cubicBezTo>
                  <a:pt x="3683" y="822"/>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5" name="Google Shape;505;p 3"/>
          <p:cNvSpPr/>
          <p:nvPr/>
        </p:nvSpPr>
        <p:spPr>
          <a:xfrm>
            <a:off x="5042880" y="4347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3"/>
                  <a:pt x="1" y="1843"/>
                </a:cubicBezTo>
                <a:cubicBezTo>
                  <a:pt x="1" y="2864"/>
                  <a:pt x="822" y="3685"/>
                  <a:pt x="1843" y="3685"/>
                </a:cubicBezTo>
                <a:lnTo>
                  <a:pt x="1845" y="3685"/>
                </a:lnTo>
                <a:cubicBezTo>
                  <a:pt x="2865" y="3685"/>
                  <a:pt x="3685" y="2864"/>
                  <a:pt x="3685" y="1843"/>
                </a:cubicBezTo>
                <a:cubicBezTo>
                  <a:pt x="3685" y="823"/>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6" name="Google Shape;506;p 3"/>
          <p:cNvSpPr/>
          <p:nvPr/>
        </p:nvSpPr>
        <p:spPr>
          <a:xfrm>
            <a:off x="5150160" y="4347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2" y="0"/>
                  <a:pt x="1" y="823"/>
                  <a:pt x="1" y="1843"/>
                </a:cubicBezTo>
                <a:cubicBezTo>
                  <a:pt x="1" y="2864"/>
                  <a:pt x="822" y="3685"/>
                  <a:pt x="1841" y="3685"/>
                </a:cubicBezTo>
                <a:lnTo>
                  <a:pt x="1843" y="3685"/>
                </a:lnTo>
                <a:cubicBezTo>
                  <a:pt x="2863" y="3685"/>
                  <a:pt x="3684" y="2864"/>
                  <a:pt x="3684" y="1843"/>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7" name="Google Shape;507;p 3"/>
          <p:cNvSpPr/>
          <p:nvPr/>
        </p:nvSpPr>
        <p:spPr>
          <a:xfrm>
            <a:off x="5257800" y="4347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3"/>
                  <a:pt x="0" y="1843"/>
                </a:cubicBezTo>
                <a:cubicBezTo>
                  <a:pt x="0" y="2864"/>
                  <a:pt x="821" y="3685"/>
                  <a:pt x="1841" y="3685"/>
                </a:cubicBezTo>
                <a:cubicBezTo>
                  <a:pt x="2860" y="3685"/>
                  <a:pt x="3683" y="2864"/>
                  <a:pt x="3683" y="1843"/>
                </a:cubicBezTo>
                <a:cubicBezTo>
                  <a:pt x="3683" y="823"/>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8" name="Google Shape;508;p 3"/>
          <p:cNvSpPr/>
          <p:nvPr/>
        </p:nvSpPr>
        <p:spPr>
          <a:xfrm>
            <a:off x="5042880" y="4456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1"/>
                </a:moveTo>
                <a:cubicBezTo>
                  <a:pt x="822" y="1"/>
                  <a:pt x="1" y="821"/>
                  <a:pt x="1" y="1841"/>
                </a:cubicBezTo>
                <a:lnTo>
                  <a:pt x="1" y="1843"/>
                </a:lnTo>
                <a:cubicBezTo>
                  <a:pt x="1" y="2863"/>
                  <a:pt x="822" y="3683"/>
                  <a:pt x="1843" y="3683"/>
                </a:cubicBezTo>
                <a:lnTo>
                  <a:pt x="1845" y="3683"/>
                </a:lnTo>
                <a:cubicBezTo>
                  <a:pt x="2865" y="3683"/>
                  <a:pt x="3685" y="2863"/>
                  <a:pt x="3685" y="1843"/>
                </a:cubicBezTo>
                <a:lnTo>
                  <a:pt x="3685" y="1841"/>
                </a:lnTo>
                <a:cubicBezTo>
                  <a:pt x="3685" y="821"/>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9" name="Google Shape;509;p 3"/>
          <p:cNvSpPr/>
          <p:nvPr/>
        </p:nvSpPr>
        <p:spPr>
          <a:xfrm>
            <a:off x="5150160" y="4456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2" y="1"/>
                  <a:pt x="1" y="821"/>
                  <a:pt x="1" y="1841"/>
                </a:cubicBezTo>
                <a:lnTo>
                  <a:pt x="1" y="1843"/>
                </a:lnTo>
                <a:cubicBezTo>
                  <a:pt x="1" y="2863"/>
                  <a:pt x="822" y="3683"/>
                  <a:pt x="1841" y="3683"/>
                </a:cubicBezTo>
                <a:lnTo>
                  <a:pt x="1843" y="3683"/>
                </a:lnTo>
                <a:cubicBezTo>
                  <a:pt x="2863" y="3683"/>
                  <a:pt x="3684" y="2863"/>
                  <a:pt x="3684" y="1843"/>
                </a:cubicBezTo>
                <a:lnTo>
                  <a:pt x="3684" y="1841"/>
                </a:lnTo>
                <a:cubicBezTo>
                  <a:pt x="3684"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0" name="Google Shape;510;p 3"/>
          <p:cNvSpPr/>
          <p:nvPr/>
        </p:nvSpPr>
        <p:spPr>
          <a:xfrm>
            <a:off x="5257800" y="4456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1"/>
                  <a:pt x="0" y="1841"/>
                </a:cubicBezTo>
                <a:lnTo>
                  <a:pt x="0" y="1843"/>
                </a:lnTo>
                <a:cubicBezTo>
                  <a:pt x="0" y="2863"/>
                  <a:pt x="821" y="3683"/>
                  <a:pt x="1841" y="3683"/>
                </a:cubicBezTo>
                <a:cubicBezTo>
                  <a:pt x="2860" y="3683"/>
                  <a:pt x="3683" y="2863"/>
                  <a:pt x="3683" y="1843"/>
                </a:cubicBezTo>
                <a:lnTo>
                  <a:pt x="3683" y="1841"/>
                </a:lnTo>
                <a:cubicBezTo>
                  <a:pt x="3683" y="821"/>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1" name="Google Shape;511;p 3"/>
          <p:cNvSpPr/>
          <p:nvPr/>
        </p:nvSpPr>
        <p:spPr>
          <a:xfrm>
            <a:off x="5042880" y="4565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3"/>
                  <a:pt x="1" y="1842"/>
                </a:cubicBezTo>
                <a:cubicBezTo>
                  <a:pt x="1" y="2864"/>
                  <a:pt x="822" y="3685"/>
                  <a:pt x="1843" y="3685"/>
                </a:cubicBezTo>
                <a:lnTo>
                  <a:pt x="1845" y="3685"/>
                </a:lnTo>
                <a:cubicBezTo>
                  <a:pt x="2865" y="3685"/>
                  <a:pt x="3685" y="2864"/>
                  <a:pt x="3685" y="1842"/>
                </a:cubicBezTo>
                <a:cubicBezTo>
                  <a:pt x="3685" y="823"/>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2" name="Google Shape;512;p 3"/>
          <p:cNvSpPr/>
          <p:nvPr/>
        </p:nvSpPr>
        <p:spPr>
          <a:xfrm>
            <a:off x="5150160" y="4565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2" y="0"/>
                  <a:pt x="1" y="823"/>
                  <a:pt x="1" y="1842"/>
                </a:cubicBezTo>
                <a:cubicBezTo>
                  <a:pt x="1" y="2864"/>
                  <a:pt x="822" y="3685"/>
                  <a:pt x="1841" y="3685"/>
                </a:cubicBezTo>
                <a:lnTo>
                  <a:pt x="1843" y="3685"/>
                </a:lnTo>
                <a:cubicBezTo>
                  <a:pt x="2863" y="3685"/>
                  <a:pt x="3684" y="2864"/>
                  <a:pt x="3684" y="1842"/>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3" name="Google Shape;513;p 3"/>
          <p:cNvSpPr/>
          <p:nvPr/>
        </p:nvSpPr>
        <p:spPr>
          <a:xfrm>
            <a:off x="5257800" y="4565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3"/>
                  <a:pt x="0" y="1842"/>
                </a:cubicBezTo>
                <a:cubicBezTo>
                  <a:pt x="0" y="2864"/>
                  <a:pt x="821" y="3685"/>
                  <a:pt x="1841" y="3685"/>
                </a:cubicBezTo>
                <a:cubicBezTo>
                  <a:pt x="2860" y="3685"/>
                  <a:pt x="3683" y="2864"/>
                  <a:pt x="3683" y="1842"/>
                </a:cubicBezTo>
                <a:cubicBezTo>
                  <a:pt x="3683" y="823"/>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4" name="Google Shape;514;p 3"/>
          <p:cNvSpPr/>
          <p:nvPr/>
        </p:nvSpPr>
        <p:spPr>
          <a:xfrm>
            <a:off x="5042880" y="467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1"/>
                </a:moveTo>
                <a:cubicBezTo>
                  <a:pt x="822" y="1"/>
                  <a:pt x="1" y="821"/>
                  <a:pt x="1" y="1841"/>
                </a:cubicBezTo>
                <a:lnTo>
                  <a:pt x="1" y="1843"/>
                </a:lnTo>
                <a:cubicBezTo>
                  <a:pt x="1" y="2863"/>
                  <a:pt x="822" y="3683"/>
                  <a:pt x="1843" y="3683"/>
                </a:cubicBezTo>
                <a:lnTo>
                  <a:pt x="1845" y="3683"/>
                </a:lnTo>
                <a:cubicBezTo>
                  <a:pt x="2865" y="3683"/>
                  <a:pt x="3685" y="2863"/>
                  <a:pt x="3685" y="1843"/>
                </a:cubicBezTo>
                <a:lnTo>
                  <a:pt x="3685" y="1841"/>
                </a:lnTo>
                <a:cubicBezTo>
                  <a:pt x="3685" y="821"/>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5" name="Google Shape;515;p 3"/>
          <p:cNvSpPr/>
          <p:nvPr/>
        </p:nvSpPr>
        <p:spPr>
          <a:xfrm>
            <a:off x="5150160" y="467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2" y="1"/>
                  <a:pt x="1" y="821"/>
                  <a:pt x="1" y="1841"/>
                </a:cubicBezTo>
                <a:lnTo>
                  <a:pt x="1" y="1843"/>
                </a:lnTo>
                <a:cubicBezTo>
                  <a:pt x="1" y="2863"/>
                  <a:pt x="822" y="3683"/>
                  <a:pt x="1841" y="3683"/>
                </a:cubicBezTo>
                <a:lnTo>
                  <a:pt x="1843" y="3683"/>
                </a:lnTo>
                <a:cubicBezTo>
                  <a:pt x="2863" y="3683"/>
                  <a:pt x="3684" y="2863"/>
                  <a:pt x="3684" y="1843"/>
                </a:cubicBezTo>
                <a:lnTo>
                  <a:pt x="3684" y="1841"/>
                </a:lnTo>
                <a:cubicBezTo>
                  <a:pt x="3684"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6" name="Google Shape;516;p 3"/>
          <p:cNvSpPr/>
          <p:nvPr/>
        </p:nvSpPr>
        <p:spPr>
          <a:xfrm>
            <a:off x="5257800" y="467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1"/>
                  <a:pt x="0" y="1841"/>
                </a:cubicBezTo>
                <a:lnTo>
                  <a:pt x="0" y="1843"/>
                </a:lnTo>
                <a:cubicBezTo>
                  <a:pt x="0" y="2863"/>
                  <a:pt x="821" y="3683"/>
                  <a:pt x="1841" y="3683"/>
                </a:cubicBezTo>
                <a:cubicBezTo>
                  <a:pt x="2860" y="3683"/>
                  <a:pt x="3683" y="2863"/>
                  <a:pt x="3683" y="1843"/>
                </a:cubicBezTo>
                <a:lnTo>
                  <a:pt x="3683" y="1841"/>
                </a:lnTo>
                <a:cubicBezTo>
                  <a:pt x="3683" y="821"/>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7" name="Google Shape;517;p 3"/>
          <p:cNvSpPr/>
          <p:nvPr/>
        </p:nvSpPr>
        <p:spPr>
          <a:xfrm>
            <a:off x="5042880" y="4784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3"/>
                  <a:pt x="1" y="1842"/>
                </a:cubicBezTo>
                <a:cubicBezTo>
                  <a:pt x="1" y="2864"/>
                  <a:pt x="822" y="3685"/>
                  <a:pt x="1843" y="3685"/>
                </a:cubicBezTo>
                <a:lnTo>
                  <a:pt x="1845" y="3685"/>
                </a:lnTo>
                <a:cubicBezTo>
                  <a:pt x="2865" y="3685"/>
                  <a:pt x="3685" y="2864"/>
                  <a:pt x="3685" y="1842"/>
                </a:cubicBezTo>
                <a:cubicBezTo>
                  <a:pt x="3685" y="823"/>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8" name="Google Shape;518;p 3"/>
          <p:cNvSpPr/>
          <p:nvPr/>
        </p:nvSpPr>
        <p:spPr>
          <a:xfrm>
            <a:off x="5150160" y="4784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2" y="0"/>
                  <a:pt x="1" y="823"/>
                  <a:pt x="1" y="1842"/>
                </a:cubicBezTo>
                <a:cubicBezTo>
                  <a:pt x="1" y="2864"/>
                  <a:pt x="822" y="3685"/>
                  <a:pt x="1841" y="3685"/>
                </a:cubicBezTo>
                <a:lnTo>
                  <a:pt x="1843" y="3685"/>
                </a:lnTo>
                <a:cubicBezTo>
                  <a:pt x="2863" y="3685"/>
                  <a:pt x="3684" y="2864"/>
                  <a:pt x="3684" y="1842"/>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9" name="Google Shape;519;p 3"/>
          <p:cNvSpPr/>
          <p:nvPr/>
        </p:nvSpPr>
        <p:spPr>
          <a:xfrm>
            <a:off x="5257800" y="4784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3"/>
                  <a:pt x="0" y="1842"/>
                </a:cubicBezTo>
                <a:cubicBezTo>
                  <a:pt x="0" y="2864"/>
                  <a:pt x="821" y="3685"/>
                  <a:pt x="1841" y="3685"/>
                </a:cubicBezTo>
                <a:cubicBezTo>
                  <a:pt x="2860" y="3685"/>
                  <a:pt x="3683" y="2864"/>
                  <a:pt x="3683" y="1842"/>
                </a:cubicBezTo>
                <a:cubicBezTo>
                  <a:pt x="3683" y="823"/>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0" name="Google Shape;520;p 3"/>
          <p:cNvSpPr/>
          <p:nvPr/>
        </p:nvSpPr>
        <p:spPr>
          <a:xfrm>
            <a:off x="5042880" y="48931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0"/>
                </a:moveTo>
                <a:cubicBezTo>
                  <a:pt x="822" y="0"/>
                  <a:pt x="1" y="821"/>
                  <a:pt x="1" y="1841"/>
                </a:cubicBezTo>
                <a:lnTo>
                  <a:pt x="1" y="1843"/>
                </a:lnTo>
                <a:cubicBezTo>
                  <a:pt x="1" y="2862"/>
                  <a:pt x="822" y="3683"/>
                  <a:pt x="1843" y="3683"/>
                </a:cubicBezTo>
                <a:lnTo>
                  <a:pt x="1845" y="3683"/>
                </a:lnTo>
                <a:cubicBezTo>
                  <a:pt x="2865" y="3683"/>
                  <a:pt x="3685" y="2862"/>
                  <a:pt x="3685" y="1843"/>
                </a:cubicBezTo>
                <a:lnTo>
                  <a:pt x="3685" y="1841"/>
                </a:lnTo>
                <a:cubicBezTo>
                  <a:pt x="3685" y="821"/>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1" name="Google Shape;521;p 3"/>
          <p:cNvSpPr/>
          <p:nvPr/>
        </p:nvSpPr>
        <p:spPr>
          <a:xfrm>
            <a:off x="5150160" y="48931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0"/>
                </a:moveTo>
                <a:cubicBezTo>
                  <a:pt x="822" y="0"/>
                  <a:pt x="1" y="821"/>
                  <a:pt x="1" y="1841"/>
                </a:cubicBezTo>
                <a:lnTo>
                  <a:pt x="1" y="1843"/>
                </a:lnTo>
                <a:cubicBezTo>
                  <a:pt x="1" y="2862"/>
                  <a:pt x="822" y="3683"/>
                  <a:pt x="1841" y="3683"/>
                </a:cubicBezTo>
                <a:lnTo>
                  <a:pt x="1843" y="3683"/>
                </a:lnTo>
                <a:cubicBezTo>
                  <a:pt x="2863" y="3683"/>
                  <a:pt x="3684" y="2862"/>
                  <a:pt x="3684" y="1843"/>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2" name="Google Shape;522;p 3"/>
          <p:cNvSpPr/>
          <p:nvPr/>
        </p:nvSpPr>
        <p:spPr>
          <a:xfrm>
            <a:off x="5257800" y="48931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0"/>
                </a:moveTo>
                <a:cubicBezTo>
                  <a:pt x="821" y="0"/>
                  <a:pt x="0" y="821"/>
                  <a:pt x="0" y="1841"/>
                </a:cubicBezTo>
                <a:lnTo>
                  <a:pt x="0" y="1843"/>
                </a:lnTo>
                <a:cubicBezTo>
                  <a:pt x="0" y="2862"/>
                  <a:pt x="821" y="3683"/>
                  <a:pt x="1841" y="3683"/>
                </a:cubicBezTo>
                <a:cubicBezTo>
                  <a:pt x="2860" y="3683"/>
                  <a:pt x="3683" y="2862"/>
                  <a:pt x="3683" y="1843"/>
                </a:cubicBezTo>
                <a:lnTo>
                  <a:pt x="3683" y="1841"/>
                </a:lnTo>
                <a:cubicBezTo>
                  <a:pt x="3683" y="821"/>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3" name="Google Shape;523;p 3"/>
          <p:cNvSpPr/>
          <p:nvPr/>
        </p:nvSpPr>
        <p:spPr>
          <a:xfrm>
            <a:off x="3431160" y="3096720"/>
            <a:ext cx="388080" cy="169920"/>
          </a:xfrm>
          <a:custGeom>
            <a:avLst/>
            <a:gdLst>
              <a:gd name="textAreaLeft" fmla="*/ 0 w 388080"/>
              <a:gd name="textAreaRight" fmla="*/ 388440 w 388080"/>
              <a:gd name="textAreaTop" fmla="*/ 0 h 169920"/>
              <a:gd name="textAreaBottom" fmla="*/ 170280 h 169920"/>
            </a:gdLst>
            <a:ahLst/>
            <a:cxnLst/>
            <a:rect l="textAreaLeft" t="textAreaTop" r="textAreaRight" b="textAreaBottom"/>
            <a:pathLst>
              <a:path w="23923" h="10487">
                <a:moveTo>
                  <a:pt x="1077" y="0"/>
                </a:moveTo>
                <a:cubicBezTo>
                  <a:pt x="480" y="0"/>
                  <a:pt x="1" y="479"/>
                  <a:pt x="1" y="1075"/>
                </a:cubicBezTo>
                <a:lnTo>
                  <a:pt x="1" y="9412"/>
                </a:lnTo>
                <a:cubicBezTo>
                  <a:pt x="1" y="10008"/>
                  <a:pt x="480" y="10487"/>
                  <a:pt x="1077" y="10487"/>
                </a:cubicBezTo>
                <a:lnTo>
                  <a:pt x="22848" y="10487"/>
                </a:lnTo>
                <a:cubicBezTo>
                  <a:pt x="23443" y="10487"/>
                  <a:pt x="23922" y="10008"/>
                  <a:pt x="23922" y="9412"/>
                </a:cubicBezTo>
                <a:lnTo>
                  <a:pt x="23922" y="1075"/>
                </a:lnTo>
                <a:cubicBezTo>
                  <a:pt x="23922" y="479"/>
                  <a:pt x="23443" y="0"/>
                  <a:pt x="22848"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84960" bIns="84960" anchor="ctr">
            <a:noAutofit/>
          </a:bodyPr>
          <a:lstStyle/>
          <a:p>
            <a:endParaRPr lang="en-US" sz="1400" b="0" u="none" strike="noStrike">
              <a:solidFill>
                <a:srgbClr val="000000"/>
              </a:solidFill>
              <a:effectLst/>
              <a:uFillTx/>
              <a:latin typeface="Arial"/>
            </a:endParaRPr>
          </a:p>
        </p:txBody>
      </p:sp>
      <p:sp>
        <p:nvSpPr>
          <p:cNvPr id="864" name="Google Shape;524;p 3"/>
          <p:cNvSpPr/>
          <p:nvPr/>
        </p:nvSpPr>
        <p:spPr>
          <a:xfrm>
            <a:off x="3449520" y="3265560"/>
            <a:ext cx="351000" cy="1806120"/>
          </a:xfrm>
          <a:custGeom>
            <a:avLst/>
            <a:gdLst>
              <a:gd name="textAreaLeft" fmla="*/ 0 w 351000"/>
              <a:gd name="textAreaRight" fmla="*/ 351360 w 351000"/>
              <a:gd name="textAreaTop" fmla="*/ 0 h 1806120"/>
              <a:gd name="textAreaBottom" fmla="*/ 1806480 h 1806120"/>
            </a:gdLst>
            <a:ahLst/>
            <a:cxnLst/>
            <a:rect l="textAreaLeft" t="textAreaTop" r="textAreaRight" b="textAreaBottom"/>
            <a:pathLst>
              <a:path w="21649" h="111275">
                <a:moveTo>
                  <a:pt x="1" y="0"/>
                </a:moveTo>
                <a:lnTo>
                  <a:pt x="1" y="111274"/>
                </a:lnTo>
                <a:lnTo>
                  <a:pt x="21648" y="111274"/>
                </a:lnTo>
                <a:lnTo>
                  <a:pt x="2164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65" name="Google Shape;525;p 3"/>
          <p:cNvSpPr/>
          <p:nvPr/>
        </p:nvSpPr>
        <p:spPr>
          <a:xfrm>
            <a:off x="3491640" y="3312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6"/>
                  <a:pt x="1" y="1719"/>
                </a:cubicBezTo>
                <a:lnTo>
                  <a:pt x="1" y="1964"/>
                </a:lnTo>
                <a:cubicBezTo>
                  <a:pt x="1" y="2917"/>
                  <a:pt x="767" y="3683"/>
                  <a:pt x="1720" y="3683"/>
                </a:cubicBezTo>
                <a:lnTo>
                  <a:pt x="1964" y="3683"/>
                </a:lnTo>
                <a:cubicBezTo>
                  <a:pt x="2917" y="3683"/>
                  <a:pt x="3683" y="2917"/>
                  <a:pt x="3683" y="1964"/>
                </a:cubicBezTo>
                <a:lnTo>
                  <a:pt x="3683" y="1719"/>
                </a:lnTo>
                <a:cubicBezTo>
                  <a:pt x="3683" y="766"/>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6" name="Google Shape;526;p 3"/>
          <p:cNvSpPr/>
          <p:nvPr/>
        </p:nvSpPr>
        <p:spPr>
          <a:xfrm>
            <a:off x="3598920" y="3312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6"/>
                  <a:pt x="0" y="1719"/>
                </a:cubicBezTo>
                <a:lnTo>
                  <a:pt x="0" y="1964"/>
                </a:lnTo>
                <a:cubicBezTo>
                  <a:pt x="0" y="2917"/>
                  <a:pt x="768" y="3683"/>
                  <a:pt x="1721" y="3683"/>
                </a:cubicBezTo>
                <a:lnTo>
                  <a:pt x="1966" y="3683"/>
                </a:lnTo>
                <a:cubicBezTo>
                  <a:pt x="2918" y="3683"/>
                  <a:pt x="3685" y="2917"/>
                  <a:pt x="3685" y="1964"/>
                </a:cubicBezTo>
                <a:lnTo>
                  <a:pt x="3685" y="1719"/>
                </a:lnTo>
                <a:cubicBezTo>
                  <a:pt x="3685" y="766"/>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7" name="Google Shape;527;p 3"/>
          <p:cNvSpPr/>
          <p:nvPr/>
        </p:nvSpPr>
        <p:spPr>
          <a:xfrm>
            <a:off x="3706560" y="3312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6"/>
                  <a:pt x="0" y="1719"/>
                </a:cubicBezTo>
                <a:lnTo>
                  <a:pt x="0" y="1964"/>
                </a:lnTo>
                <a:cubicBezTo>
                  <a:pt x="0" y="2917"/>
                  <a:pt x="766" y="3683"/>
                  <a:pt x="1719" y="3683"/>
                </a:cubicBezTo>
                <a:lnTo>
                  <a:pt x="1964" y="3683"/>
                </a:lnTo>
                <a:cubicBezTo>
                  <a:pt x="2917" y="3683"/>
                  <a:pt x="3683" y="2917"/>
                  <a:pt x="3683" y="1964"/>
                </a:cubicBezTo>
                <a:lnTo>
                  <a:pt x="3683" y="1719"/>
                </a:lnTo>
                <a:cubicBezTo>
                  <a:pt x="3683" y="766"/>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8" name="Google Shape;528;p 3"/>
          <p:cNvSpPr/>
          <p:nvPr/>
        </p:nvSpPr>
        <p:spPr>
          <a:xfrm>
            <a:off x="3491640" y="341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0"/>
                </a:moveTo>
                <a:cubicBezTo>
                  <a:pt x="767" y="0"/>
                  <a:pt x="1" y="768"/>
                  <a:pt x="1" y="1719"/>
                </a:cubicBezTo>
                <a:lnTo>
                  <a:pt x="1" y="1966"/>
                </a:lnTo>
                <a:cubicBezTo>
                  <a:pt x="1" y="2917"/>
                  <a:pt x="767" y="3685"/>
                  <a:pt x="1720" y="3685"/>
                </a:cubicBezTo>
                <a:lnTo>
                  <a:pt x="1964" y="3685"/>
                </a:lnTo>
                <a:cubicBezTo>
                  <a:pt x="2917" y="3685"/>
                  <a:pt x="3683" y="2917"/>
                  <a:pt x="3683" y="1966"/>
                </a:cubicBezTo>
                <a:lnTo>
                  <a:pt x="3683" y="1719"/>
                </a:lnTo>
                <a:cubicBezTo>
                  <a:pt x="3683" y="768"/>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9" name="Google Shape;529;p 3"/>
          <p:cNvSpPr/>
          <p:nvPr/>
        </p:nvSpPr>
        <p:spPr>
          <a:xfrm>
            <a:off x="3598920" y="341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0"/>
                </a:moveTo>
                <a:cubicBezTo>
                  <a:pt x="768" y="0"/>
                  <a:pt x="0" y="768"/>
                  <a:pt x="0" y="1719"/>
                </a:cubicBezTo>
                <a:lnTo>
                  <a:pt x="0" y="1966"/>
                </a:lnTo>
                <a:cubicBezTo>
                  <a:pt x="0" y="2917"/>
                  <a:pt x="768" y="3685"/>
                  <a:pt x="1721" y="3685"/>
                </a:cubicBezTo>
                <a:lnTo>
                  <a:pt x="1966" y="3685"/>
                </a:lnTo>
                <a:cubicBezTo>
                  <a:pt x="2918" y="3685"/>
                  <a:pt x="3685" y="2917"/>
                  <a:pt x="3685" y="1966"/>
                </a:cubicBezTo>
                <a:lnTo>
                  <a:pt x="3685" y="1719"/>
                </a:lnTo>
                <a:cubicBezTo>
                  <a:pt x="3685" y="768"/>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0" name="Google Shape;530;p 3"/>
          <p:cNvSpPr/>
          <p:nvPr/>
        </p:nvSpPr>
        <p:spPr>
          <a:xfrm>
            <a:off x="3706560" y="341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0"/>
                </a:moveTo>
                <a:cubicBezTo>
                  <a:pt x="766" y="0"/>
                  <a:pt x="0" y="768"/>
                  <a:pt x="0" y="1719"/>
                </a:cubicBezTo>
                <a:lnTo>
                  <a:pt x="0" y="1966"/>
                </a:lnTo>
                <a:cubicBezTo>
                  <a:pt x="0" y="2917"/>
                  <a:pt x="766" y="3685"/>
                  <a:pt x="1719" y="3685"/>
                </a:cubicBezTo>
                <a:lnTo>
                  <a:pt x="1964" y="3685"/>
                </a:lnTo>
                <a:cubicBezTo>
                  <a:pt x="2917" y="3685"/>
                  <a:pt x="3683" y="2917"/>
                  <a:pt x="3683" y="1966"/>
                </a:cubicBezTo>
                <a:lnTo>
                  <a:pt x="3683" y="1719"/>
                </a:lnTo>
                <a:cubicBezTo>
                  <a:pt x="3683" y="768"/>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1" name="Google Shape;531;p 3"/>
          <p:cNvSpPr/>
          <p:nvPr/>
        </p:nvSpPr>
        <p:spPr>
          <a:xfrm>
            <a:off x="3491640" y="3520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2" name="Google Shape;532;p 3"/>
          <p:cNvSpPr/>
          <p:nvPr/>
        </p:nvSpPr>
        <p:spPr>
          <a:xfrm>
            <a:off x="3598920" y="3520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3" name="Google Shape;533;p 3"/>
          <p:cNvSpPr/>
          <p:nvPr/>
        </p:nvSpPr>
        <p:spPr>
          <a:xfrm>
            <a:off x="3706560" y="3520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4" name="Google Shape;534;p 3"/>
          <p:cNvSpPr/>
          <p:nvPr/>
        </p:nvSpPr>
        <p:spPr>
          <a:xfrm>
            <a:off x="3491640" y="362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8"/>
                  <a:pt x="1" y="1720"/>
                </a:cubicBezTo>
                <a:lnTo>
                  <a:pt x="1" y="1966"/>
                </a:lnTo>
                <a:cubicBezTo>
                  <a:pt x="1" y="2919"/>
                  <a:pt x="767" y="3685"/>
                  <a:pt x="1720" y="3685"/>
                </a:cubicBezTo>
                <a:lnTo>
                  <a:pt x="1964" y="3685"/>
                </a:lnTo>
                <a:cubicBezTo>
                  <a:pt x="2917" y="3685"/>
                  <a:pt x="3683" y="2919"/>
                  <a:pt x="3683" y="1966"/>
                </a:cubicBezTo>
                <a:lnTo>
                  <a:pt x="3683" y="1720"/>
                </a:lnTo>
                <a:cubicBezTo>
                  <a:pt x="3683" y="768"/>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5" name="Google Shape;535;p 3"/>
          <p:cNvSpPr/>
          <p:nvPr/>
        </p:nvSpPr>
        <p:spPr>
          <a:xfrm>
            <a:off x="3598920" y="362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8"/>
                  <a:pt x="0" y="1720"/>
                </a:cubicBezTo>
                <a:lnTo>
                  <a:pt x="0" y="1966"/>
                </a:lnTo>
                <a:cubicBezTo>
                  <a:pt x="0" y="2919"/>
                  <a:pt x="768" y="3685"/>
                  <a:pt x="1721" y="3685"/>
                </a:cubicBezTo>
                <a:lnTo>
                  <a:pt x="1966" y="3685"/>
                </a:lnTo>
                <a:cubicBezTo>
                  <a:pt x="2918" y="3685"/>
                  <a:pt x="3685" y="2919"/>
                  <a:pt x="3685" y="1966"/>
                </a:cubicBezTo>
                <a:lnTo>
                  <a:pt x="3685" y="1720"/>
                </a:lnTo>
                <a:cubicBezTo>
                  <a:pt x="3685" y="768"/>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6" name="Google Shape;536;p 3"/>
          <p:cNvSpPr/>
          <p:nvPr/>
        </p:nvSpPr>
        <p:spPr>
          <a:xfrm>
            <a:off x="3706560" y="362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8"/>
                  <a:pt x="0" y="1720"/>
                </a:cubicBezTo>
                <a:lnTo>
                  <a:pt x="0" y="1966"/>
                </a:lnTo>
                <a:cubicBezTo>
                  <a:pt x="0" y="2919"/>
                  <a:pt x="766" y="3685"/>
                  <a:pt x="1719" y="3685"/>
                </a:cubicBezTo>
                <a:lnTo>
                  <a:pt x="1964" y="3685"/>
                </a:lnTo>
                <a:cubicBezTo>
                  <a:pt x="2917" y="3685"/>
                  <a:pt x="3683" y="2919"/>
                  <a:pt x="3683" y="1966"/>
                </a:cubicBezTo>
                <a:lnTo>
                  <a:pt x="3683" y="1720"/>
                </a:lnTo>
                <a:cubicBezTo>
                  <a:pt x="3683" y="768"/>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7" name="Google Shape;537;p 3"/>
          <p:cNvSpPr/>
          <p:nvPr/>
        </p:nvSpPr>
        <p:spPr>
          <a:xfrm>
            <a:off x="3491640" y="3727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8" name="Google Shape;538;p 3"/>
          <p:cNvSpPr/>
          <p:nvPr/>
        </p:nvSpPr>
        <p:spPr>
          <a:xfrm>
            <a:off x="3598920" y="3727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9" name="Google Shape;539;p 3"/>
          <p:cNvSpPr/>
          <p:nvPr/>
        </p:nvSpPr>
        <p:spPr>
          <a:xfrm>
            <a:off x="3706560" y="3727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0" name="Google Shape;540;p 3"/>
          <p:cNvSpPr/>
          <p:nvPr/>
        </p:nvSpPr>
        <p:spPr>
          <a:xfrm>
            <a:off x="3491640" y="38314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8"/>
                  <a:pt x="1" y="1721"/>
                </a:cubicBezTo>
                <a:lnTo>
                  <a:pt x="1" y="1966"/>
                </a:lnTo>
                <a:cubicBezTo>
                  <a:pt x="1" y="2919"/>
                  <a:pt x="767" y="3685"/>
                  <a:pt x="1720" y="3685"/>
                </a:cubicBezTo>
                <a:lnTo>
                  <a:pt x="1964" y="3685"/>
                </a:lnTo>
                <a:cubicBezTo>
                  <a:pt x="2917" y="3685"/>
                  <a:pt x="3683" y="2919"/>
                  <a:pt x="3683" y="1966"/>
                </a:cubicBezTo>
                <a:lnTo>
                  <a:pt x="3683" y="1721"/>
                </a:lnTo>
                <a:cubicBezTo>
                  <a:pt x="3683" y="768"/>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1" name="Google Shape;541;p 3"/>
          <p:cNvSpPr/>
          <p:nvPr/>
        </p:nvSpPr>
        <p:spPr>
          <a:xfrm>
            <a:off x="3598920" y="38314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8"/>
                  <a:pt x="0" y="1721"/>
                </a:cubicBezTo>
                <a:lnTo>
                  <a:pt x="0" y="1966"/>
                </a:lnTo>
                <a:cubicBezTo>
                  <a:pt x="0" y="2919"/>
                  <a:pt x="768" y="3685"/>
                  <a:pt x="1721" y="3685"/>
                </a:cubicBezTo>
                <a:lnTo>
                  <a:pt x="1966" y="3685"/>
                </a:lnTo>
                <a:cubicBezTo>
                  <a:pt x="2918" y="3685"/>
                  <a:pt x="3685" y="2919"/>
                  <a:pt x="3685" y="1966"/>
                </a:cubicBezTo>
                <a:lnTo>
                  <a:pt x="3685" y="1721"/>
                </a:lnTo>
                <a:cubicBezTo>
                  <a:pt x="3685" y="768"/>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2" name="Google Shape;542;p 3"/>
          <p:cNvSpPr/>
          <p:nvPr/>
        </p:nvSpPr>
        <p:spPr>
          <a:xfrm>
            <a:off x="3706560" y="38314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8"/>
                  <a:pt x="0" y="1721"/>
                </a:cubicBezTo>
                <a:lnTo>
                  <a:pt x="0" y="1966"/>
                </a:lnTo>
                <a:cubicBezTo>
                  <a:pt x="0" y="2919"/>
                  <a:pt x="766" y="3685"/>
                  <a:pt x="1719" y="3685"/>
                </a:cubicBezTo>
                <a:lnTo>
                  <a:pt x="1964" y="3685"/>
                </a:lnTo>
                <a:cubicBezTo>
                  <a:pt x="2917" y="3685"/>
                  <a:pt x="3683" y="2919"/>
                  <a:pt x="3683" y="1966"/>
                </a:cubicBezTo>
                <a:lnTo>
                  <a:pt x="3683" y="1721"/>
                </a:lnTo>
                <a:cubicBezTo>
                  <a:pt x="3683" y="768"/>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3" name="Google Shape;543;p 3"/>
          <p:cNvSpPr/>
          <p:nvPr/>
        </p:nvSpPr>
        <p:spPr>
          <a:xfrm>
            <a:off x="3491640" y="393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0"/>
                </a:moveTo>
                <a:cubicBezTo>
                  <a:pt x="767" y="0"/>
                  <a:pt x="1" y="767"/>
                  <a:pt x="1" y="1719"/>
                </a:cubicBezTo>
                <a:lnTo>
                  <a:pt x="1" y="1964"/>
                </a:lnTo>
                <a:cubicBezTo>
                  <a:pt x="1" y="2917"/>
                  <a:pt x="767" y="3685"/>
                  <a:pt x="1720" y="3685"/>
                </a:cubicBezTo>
                <a:lnTo>
                  <a:pt x="1964" y="3685"/>
                </a:lnTo>
                <a:cubicBezTo>
                  <a:pt x="2917" y="3685"/>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4" name="Google Shape;544;p 3"/>
          <p:cNvSpPr/>
          <p:nvPr/>
        </p:nvSpPr>
        <p:spPr>
          <a:xfrm>
            <a:off x="3598920" y="393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0"/>
                </a:moveTo>
                <a:cubicBezTo>
                  <a:pt x="768" y="0"/>
                  <a:pt x="0" y="767"/>
                  <a:pt x="0" y="1719"/>
                </a:cubicBezTo>
                <a:lnTo>
                  <a:pt x="0" y="1964"/>
                </a:lnTo>
                <a:cubicBezTo>
                  <a:pt x="0" y="2917"/>
                  <a:pt x="768" y="3685"/>
                  <a:pt x="1721" y="3685"/>
                </a:cubicBezTo>
                <a:lnTo>
                  <a:pt x="1966" y="3685"/>
                </a:lnTo>
                <a:cubicBezTo>
                  <a:pt x="2918" y="3685"/>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5" name="Google Shape;545;p 3"/>
          <p:cNvSpPr/>
          <p:nvPr/>
        </p:nvSpPr>
        <p:spPr>
          <a:xfrm>
            <a:off x="3706560" y="393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0"/>
                </a:moveTo>
                <a:cubicBezTo>
                  <a:pt x="766" y="0"/>
                  <a:pt x="0" y="767"/>
                  <a:pt x="0" y="1719"/>
                </a:cubicBezTo>
                <a:lnTo>
                  <a:pt x="0" y="1964"/>
                </a:lnTo>
                <a:cubicBezTo>
                  <a:pt x="0" y="2917"/>
                  <a:pt x="766" y="3685"/>
                  <a:pt x="1719" y="3685"/>
                </a:cubicBezTo>
                <a:lnTo>
                  <a:pt x="1964" y="3685"/>
                </a:lnTo>
                <a:cubicBezTo>
                  <a:pt x="2917" y="3685"/>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6" name="Google Shape;546;p 3"/>
          <p:cNvSpPr/>
          <p:nvPr/>
        </p:nvSpPr>
        <p:spPr>
          <a:xfrm>
            <a:off x="3491640" y="403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7" name="Google Shape;547;p 3"/>
          <p:cNvSpPr/>
          <p:nvPr/>
        </p:nvSpPr>
        <p:spPr>
          <a:xfrm>
            <a:off x="3598920" y="403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8" name="Google Shape;548;p 3"/>
          <p:cNvSpPr/>
          <p:nvPr/>
        </p:nvSpPr>
        <p:spPr>
          <a:xfrm>
            <a:off x="3706560" y="403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9" name="Google Shape;549;p 3"/>
          <p:cNvSpPr/>
          <p:nvPr/>
        </p:nvSpPr>
        <p:spPr>
          <a:xfrm>
            <a:off x="3491640" y="4142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7"/>
                  <a:pt x="1" y="1720"/>
                </a:cubicBezTo>
                <a:lnTo>
                  <a:pt x="1" y="1966"/>
                </a:lnTo>
                <a:cubicBezTo>
                  <a:pt x="1" y="2917"/>
                  <a:pt x="767" y="3685"/>
                  <a:pt x="1720" y="3685"/>
                </a:cubicBezTo>
                <a:lnTo>
                  <a:pt x="1964" y="3685"/>
                </a:lnTo>
                <a:cubicBezTo>
                  <a:pt x="2917" y="3685"/>
                  <a:pt x="3683" y="2917"/>
                  <a:pt x="3683" y="1966"/>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0" name="Google Shape;550;p 3"/>
          <p:cNvSpPr/>
          <p:nvPr/>
        </p:nvSpPr>
        <p:spPr>
          <a:xfrm>
            <a:off x="3598920" y="4142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7"/>
                  <a:pt x="0" y="1720"/>
                </a:cubicBezTo>
                <a:lnTo>
                  <a:pt x="0" y="1966"/>
                </a:lnTo>
                <a:cubicBezTo>
                  <a:pt x="0" y="2917"/>
                  <a:pt x="768" y="3685"/>
                  <a:pt x="1721" y="3685"/>
                </a:cubicBezTo>
                <a:lnTo>
                  <a:pt x="1966" y="3685"/>
                </a:lnTo>
                <a:cubicBezTo>
                  <a:pt x="2918" y="3685"/>
                  <a:pt x="3685" y="2917"/>
                  <a:pt x="3685" y="1966"/>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1" name="Google Shape;551;p 3"/>
          <p:cNvSpPr/>
          <p:nvPr/>
        </p:nvSpPr>
        <p:spPr>
          <a:xfrm>
            <a:off x="3706560" y="4142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7"/>
                  <a:pt x="0" y="1720"/>
                </a:cubicBezTo>
                <a:lnTo>
                  <a:pt x="0" y="1966"/>
                </a:lnTo>
                <a:cubicBezTo>
                  <a:pt x="0" y="2917"/>
                  <a:pt x="766" y="3685"/>
                  <a:pt x="1719" y="3685"/>
                </a:cubicBezTo>
                <a:lnTo>
                  <a:pt x="1964" y="3685"/>
                </a:lnTo>
                <a:cubicBezTo>
                  <a:pt x="2917" y="3685"/>
                  <a:pt x="3683" y="2917"/>
                  <a:pt x="3683" y="1966"/>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2" name="Google Shape;552;p 3"/>
          <p:cNvSpPr/>
          <p:nvPr/>
        </p:nvSpPr>
        <p:spPr>
          <a:xfrm>
            <a:off x="3491640" y="424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3" name="Google Shape;553;p 3"/>
          <p:cNvSpPr/>
          <p:nvPr/>
        </p:nvSpPr>
        <p:spPr>
          <a:xfrm>
            <a:off x="3598920" y="424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4" name="Google Shape;554;p 3"/>
          <p:cNvSpPr/>
          <p:nvPr/>
        </p:nvSpPr>
        <p:spPr>
          <a:xfrm>
            <a:off x="3706560" y="424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5" name="Google Shape;555;p 3"/>
          <p:cNvSpPr/>
          <p:nvPr/>
        </p:nvSpPr>
        <p:spPr>
          <a:xfrm>
            <a:off x="3491640" y="4349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9"/>
                  <a:pt x="1" y="1720"/>
                </a:cubicBezTo>
                <a:lnTo>
                  <a:pt x="1" y="1966"/>
                </a:lnTo>
                <a:cubicBezTo>
                  <a:pt x="1" y="2917"/>
                  <a:pt x="767" y="3685"/>
                  <a:pt x="1720" y="3685"/>
                </a:cubicBezTo>
                <a:lnTo>
                  <a:pt x="1964" y="3685"/>
                </a:lnTo>
                <a:cubicBezTo>
                  <a:pt x="2917" y="3685"/>
                  <a:pt x="3683" y="2917"/>
                  <a:pt x="3683" y="1966"/>
                </a:cubicBezTo>
                <a:lnTo>
                  <a:pt x="3683" y="1720"/>
                </a:lnTo>
                <a:cubicBezTo>
                  <a:pt x="3683" y="769"/>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6" name="Google Shape;556;p 3"/>
          <p:cNvSpPr/>
          <p:nvPr/>
        </p:nvSpPr>
        <p:spPr>
          <a:xfrm>
            <a:off x="3598920" y="4349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9"/>
                  <a:pt x="0" y="1720"/>
                </a:cubicBezTo>
                <a:lnTo>
                  <a:pt x="0" y="1966"/>
                </a:lnTo>
                <a:cubicBezTo>
                  <a:pt x="0" y="2917"/>
                  <a:pt x="768" y="3685"/>
                  <a:pt x="1721" y="3685"/>
                </a:cubicBezTo>
                <a:lnTo>
                  <a:pt x="1966" y="3685"/>
                </a:lnTo>
                <a:cubicBezTo>
                  <a:pt x="2918" y="3685"/>
                  <a:pt x="3685" y="2917"/>
                  <a:pt x="3685" y="1966"/>
                </a:cubicBezTo>
                <a:lnTo>
                  <a:pt x="3685" y="1720"/>
                </a:lnTo>
                <a:cubicBezTo>
                  <a:pt x="3685" y="769"/>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7" name="Google Shape;557;p 3"/>
          <p:cNvSpPr/>
          <p:nvPr/>
        </p:nvSpPr>
        <p:spPr>
          <a:xfrm>
            <a:off x="3706560" y="4349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9"/>
                  <a:pt x="0" y="1720"/>
                </a:cubicBezTo>
                <a:lnTo>
                  <a:pt x="0" y="1966"/>
                </a:lnTo>
                <a:cubicBezTo>
                  <a:pt x="0" y="2917"/>
                  <a:pt x="766" y="3685"/>
                  <a:pt x="1719" y="3685"/>
                </a:cubicBezTo>
                <a:lnTo>
                  <a:pt x="1964" y="3685"/>
                </a:lnTo>
                <a:cubicBezTo>
                  <a:pt x="2917" y="3685"/>
                  <a:pt x="3683" y="2917"/>
                  <a:pt x="3683" y="1966"/>
                </a:cubicBezTo>
                <a:lnTo>
                  <a:pt x="3683" y="1720"/>
                </a:lnTo>
                <a:cubicBezTo>
                  <a:pt x="3683" y="769"/>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8" name="Google Shape;558;p 3"/>
          <p:cNvSpPr/>
          <p:nvPr/>
        </p:nvSpPr>
        <p:spPr>
          <a:xfrm>
            <a:off x="3491640" y="4453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9" name="Google Shape;559;p 3"/>
          <p:cNvSpPr/>
          <p:nvPr/>
        </p:nvSpPr>
        <p:spPr>
          <a:xfrm>
            <a:off x="3598920" y="4453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0" name="Google Shape;560;p 3"/>
          <p:cNvSpPr/>
          <p:nvPr/>
        </p:nvSpPr>
        <p:spPr>
          <a:xfrm>
            <a:off x="3706560" y="4453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1" name="Google Shape;561;p 3"/>
          <p:cNvSpPr/>
          <p:nvPr/>
        </p:nvSpPr>
        <p:spPr>
          <a:xfrm>
            <a:off x="3491640" y="45572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9"/>
                  <a:pt x="1" y="1721"/>
                </a:cubicBezTo>
                <a:lnTo>
                  <a:pt x="1" y="1966"/>
                </a:lnTo>
                <a:cubicBezTo>
                  <a:pt x="1" y="2919"/>
                  <a:pt x="767" y="3685"/>
                  <a:pt x="1720" y="3685"/>
                </a:cubicBezTo>
                <a:lnTo>
                  <a:pt x="1964" y="3685"/>
                </a:lnTo>
                <a:cubicBezTo>
                  <a:pt x="2917" y="3685"/>
                  <a:pt x="3683" y="2919"/>
                  <a:pt x="3683" y="1966"/>
                </a:cubicBezTo>
                <a:lnTo>
                  <a:pt x="3683" y="1721"/>
                </a:lnTo>
                <a:cubicBezTo>
                  <a:pt x="3683" y="769"/>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2" name="Google Shape;562;p 3"/>
          <p:cNvSpPr/>
          <p:nvPr/>
        </p:nvSpPr>
        <p:spPr>
          <a:xfrm>
            <a:off x="3598920" y="45572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9"/>
                  <a:pt x="0" y="1721"/>
                </a:cubicBezTo>
                <a:lnTo>
                  <a:pt x="0" y="1966"/>
                </a:lnTo>
                <a:cubicBezTo>
                  <a:pt x="0" y="2919"/>
                  <a:pt x="768" y="3685"/>
                  <a:pt x="1721" y="3685"/>
                </a:cubicBezTo>
                <a:lnTo>
                  <a:pt x="1966" y="3685"/>
                </a:lnTo>
                <a:cubicBezTo>
                  <a:pt x="2918" y="3685"/>
                  <a:pt x="3685" y="2919"/>
                  <a:pt x="3685" y="1966"/>
                </a:cubicBezTo>
                <a:lnTo>
                  <a:pt x="3685" y="1721"/>
                </a:lnTo>
                <a:cubicBezTo>
                  <a:pt x="3685" y="769"/>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3" name="Google Shape;563;p 3"/>
          <p:cNvSpPr/>
          <p:nvPr/>
        </p:nvSpPr>
        <p:spPr>
          <a:xfrm>
            <a:off x="3706560" y="45572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9"/>
                  <a:pt x="0" y="1721"/>
                </a:cubicBezTo>
                <a:lnTo>
                  <a:pt x="0" y="1966"/>
                </a:lnTo>
                <a:cubicBezTo>
                  <a:pt x="0" y="2919"/>
                  <a:pt x="766" y="3685"/>
                  <a:pt x="1719" y="3685"/>
                </a:cubicBezTo>
                <a:lnTo>
                  <a:pt x="1964" y="3685"/>
                </a:lnTo>
                <a:cubicBezTo>
                  <a:pt x="2917" y="3685"/>
                  <a:pt x="3683" y="2919"/>
                  <a:pt x="3683" y="1966"/>
                </a:cubicBezTo>
                <a:lnTo>
                  <a:pt x="3683" y="1721"/>
                </a:lnTo>
                <a:cubicBezTo>
                  <a:pt x="3683" y="769"/>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4" name="Google Shape;564;p 3"/>
          <p:cNvSpPr/>
          <p:nvPr/>
        </p:nvSpPr>
        <p:spPr>
          <a:xfrm>
            <a:off x="3491640" y="4661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5" name="Google Shape;565;p 3"/>
          <p:cNvSpPr/>
          <p:nvPr/>
        </p:nvSpPr>
        <p:spPr>
          <a:xfrm>
            <a:off x="3598920" y="4661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6" name="Google Shape;566;p 3"/>
          <p:cNvSpPr/>
          <p:nvPr/>
        </p:nvSpPr>
        <p:spPr>
          <a:xfrm>
            <a:off x="3706560" y="4661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7" name="Google Shape;567;p 3"/>
          <p:cNvSpPr/>
          <p:nvPr/>
        </p:nvSpPr>
        <p:spPr>
          <a:xfrm>
            <a:off x="3491640" y="476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8" name="Google Shape;568;p 3"/>
          <p:cNvSpPr/>
          <p:nvPr/>
        </p:nvSpPr>
        <p:spPr>
          <a:xfrm>
            <a:off x="3598920" y="476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9" name="Google Shape;569;p 3"/>
          <p:cNvSpPr/>
          <p:nvPr/>
        </p:nvSpPr>
        <p:spPr>
          <a:xfrm>
            <a:off x="3706560" y="476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0" name="Google Shape;570;p 3"/>
          <p:cNvSpPr/>
          <p:nvPr/>
        </p:nvSpPr>
        <p:spPr>
          <a:xfrm>
            <a:off x="3491640" y="48686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1" name="Google Shape;571;p 3"/>
          <p:cNvSpPr/>
          <p:nvPr/>
        </p:nvSpPr>
        <p:spPr>
          <a:xfrm>
            <a:off x="3598920" y="48686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2" name="Google Shape;572;p 3"/>
          <p:cNvSpPr/>
          <p:nvPr/>
        </p:nvSpPr>
        <p:spPr>
          <a:xfrm>
            <a:off x="3706560" y="48686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3" name="Google Shape;573;p 3"/>
          <p:cNvSpPr/>
          <p:nvPr/>
        </p:nvSpPr>
        <p:spPr>
          <a:xfrm>
            <a:off x="3491640" y="4972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4" name="Google Shape;574;p 3"/>
          <p:cNvSpPr/>
          <p:nvPr/>
        </p:nvSpPr>
        <p:spPr>
          <a:xfrm>
            <a:off x="3598920" y="4972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5" name="Google Shape;575;p 3"/>
          <p:cNvSpPr/>
          <p:nvPr/>
        </p:nvSpPr>
        <p:spPr>
          <a:xfrm>
            <a:off x="3706560" y="4972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6" name="Google Shape;576;p 3"/>
          <p:cNvSpPr/>
          <p:nvPr/>
        </p:nvSpPr>
        <p:spPr>
          <a:xfrm>
            <a:off x="3488040" y="315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517" y="0"/>
                </a:moveTo>
                <a:cubicBezTo>
                  <a:pt x="677" y="0"/>
                  <a:pt x="1" y="677"/>
                  <a:pt x="1" y="1517"/>
                </a:cubicBezTo>
                <a:lnTo>
                  <a:pt x="1" y="2167"/>
                </a:lnTo>
                <a:cubicBezTo>
                  <a:pt x="1" y="3008"/>
                  <a:pt x="677" y="3685"/>
                  <a:pt x="1517" y="3685"/>
                </a:cubicBezTo>
                <a:lnTo>
                  <a:pt x="2167" y="3685"/>
                </a:lnTo>
                <a:cubicBezTo>
                  <a:pt x="3007" y="3685"/>
                  <a:pt x="3684" y="3008"/>
                  <a:pt x="3684" y="2167"/>
                </a:cubicBezTo>
                <a:lnTo>
                  <a:pt x="3684" y="1517"/>
                </a:lnTo>
                <a:cubicBezTo>
                  <a:pt x="3684" y="677"/>
                  <a:pt x="3007" y="0"/>
                  <a:pt x="2167"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7" name="Google Shape;577;p 3"/>
          <p:cNvSpPr/>
          <p:nvPr/>
        </p:nvSpPr>
        <p:spPr>
          <a:xfrm>
            <a:off x="3595320" y="315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517" y="0"/>
                </a:moveTo>
                <a:cubicBezTo>
                  <a:pt x="676" y="0"/>
                  <a:pt x="0" y="677"/>
                  <a:pt x="0" y="1517"/>
                </a:cubicBezTo>
                <a:lnTo>
                  <a:pt x="0" y="2167"/>
                </a:lnTo>
                <a:cubicBezTo>
                  <a:pt x="0" y="3008"/>
                  <a:pt x="676" y="3685"/>
                  <a:pt x="1517" y="3685"/>
                </a:cubicBezTo>
                <a:lnTo>
                  <a:pt x="2166" y="3685"/>
                </a:lnTo>
                <a:cubicBezTo>
                  <a:pt x="3007" y="3685"/>
                  <a:pt x="3683" y="3008"/>
                  <a:pt x="3683" y="2167"/>
                </a:cubicBezTo>
                <a:lnTo>
                  <a:pt x="3683" y="1517"/>
                </a:lnTo>
                <a:cubicBezTo>
                  <a:pt x="3683" y="677"/>
                  <a:pt x="3007" y="0"/>
                  <a:pt x="21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8" name="Google Shape;578;p 3"/>
          <p:cNvSpPr/>
          <p:nvPr/>
        </p:nvSpPr>
        <p:spPr>
          <a:xfrm>
            <a:off x="3702600" y="315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5">
                <a:moveTo>
                  <a:pt x="1519" y="0"/>
                </a:moveTo>
                <a:cubicBezTo>
                  <a:pt x="679" y="0"/>
                  <a:pt x="0" y="677"/>
                  <a:pt x="0" y="1517"/>
                </a:cubicBezTo>
                <a:lnTo>
                  <a:pt x="0" y="2167"/>
                </a:lnTo>
                <a:cubicBezTo>
                  <a:pt x="0" y="3008"/>
                  <a:pt x="679" y="3685"/>
                  <a:pt x="1519" y="3685"/>
                </a:cubicBezTo>
                <a:lnTo>
                  <a:pt x="2167" y="3685"/>
                </a:lnTo>
                <a:cubicBezTo>
                  <a:pt x="3009" y="3685"/>
                  <a:pt x="3685" y="3008"/>
                  <a:pt x="3685" y="2167"/>
                </a:cubicBezTo>
                <a:lnTo>
                  <a:pt x="3685" y="1517"/>
                </a:lnTo>
                <a:cubicBezTo>
                  <a:pt x="3685" y="677"/>
                  <a:pt x="3009" y="0"/>
                  <a:pt x="2167"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9" name="Google Shape;579;p 3"/>
          <p:cNvSpPr/>
          <p:nvPr/>
        </p:nvSpPr>
        <p:spPr>
          <a:xfrm>
            <a:off x="3928320" y="5160240"/>
            <a:ext cx="549000" cy="24480"/>
          </a:xfrm>
          <a:custGeom>
            <a:avLst/>
            <a:gdLst>
              <a:gd name="textAreaLeft" fmla="*/ 0 w 549000"/>
              <a:gd name="textAreaRight" fmla="*/ 549360 w 549000"/>
              <a:gd name="textAreaTop" fmla="*/ 0 h 24480"/>
              <a:gd name="textAreaBottom" fmla="*/ 24840 h 24480"/>
            </a:gdLst>
            <a:ahLst/>
            <a:cxnLst/>
            <a:rect l="textAreaLeft" t="textAreaTop" r="textAreaRight" b="textAreaBottom"/>
            <a:pathLst>
              <a:path w="33849" h="1519">
                <a:moveTo>
                  <a:pt x="0" y="0"/>
                </a:moveTo>
                <a:lnTo>
                  <a:pt x="0" y="1518"/>
                </a:lnTo>
                <a:lnTo>
                  <a:pt x="33848" y="1518"/>
                </a:lnTo>
                <a:lnTo>
                  <a:pt x="33848" y="0"/>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12240" bIns="12240" anchor="ctr">
            <a:noAutofit/>
          </a:bodyPr>
          <a:lstStyle/>
          <a:p>
            <a:endParaRPr lang="en-US" sz="1400" b="0" u="none" strike="noStrike">
              <a:solidFill>
                <a:srgbClr val="FFFFFF"/>
              </a:solidFill>
              <a:effectLst/>
              <a:uFillTx/>
              <a:latin typeface="Arial"/>
            </a:endParaRPr>
          </a:p>
        </p:txBody>
      </p:sp>
      <p:sp>
        <p:nvSpPr>
          <p:cNvPr id="920" name="Google Shape;580;p 3"/>
          <p:cNvSpPr/>
          <p:nvPr/>
        </p:nvSpPr>
        <p:spPr>
          <a:xfrm>
            <a:off x="2940120" y="5127480"/>
            <a:ext cx="549360" cy="24480"/>
          </a:xfrm>
          <a:custGeom>
            <a:avLst/>
            <a:gdLst>
              <a:gd name="textAreaLeft" fmla="*/ 0 w 549360"/>
              <a:gd name="textAreaRight" fmla="*/ 549720 w 549360"/>
              <a:gd name="textAreaTop" fmla="*/ 0 h 24480"/>
              <a:gd name="textAreaBottom" fmla="*/ 24840 h 24480"/>
            </a:gdLst>
            <a:ahLst/>
            <a:cxnLst/>
            <a:rect l="textAreaLeft" t="textAreaTop" r="textAreaRight" b="textAreaBottom"/>
            <a:pathLst>
              <a:path w="33850" h="1519">
                <a:moveTo>
                  <a:pt x="1" y="1"/>
                </a:moveTo>
                <a:lnTo>
                  <a:pt x="1" y="1519"/>
                </a:lnTo>
                <a:lnTo>
                  <a:pt x="33849" y="1519"/>
                </a:lnTo>
                <a:lnTo>
                  <a:pt x="33849" y="1"/>
                </a:lnTo>
                <a:close/>
              </a:path>
            </a:pathLst>
          </a:custGeom>
          <a:solidFill>
            <a:srgbClr val="FFCB64"/>
          </a:solidFill>
          <a:ln w="0">
            <a:noFill/>
          </a:ln>
        </p:spPr>
        <p:style>
          <a:lnRef idx="0">
            <a:scrgbClr r="0" g="0" b="0"/>
          </a:lnRef>
          <a:fillRef idx="0">
            <a:scrgbClr r="0" g="0" b="0"/>
          </a:fillRef>
          <a:effectRef idx="0">
            <a:scrgbClr r="0" g="0" b="0"/>
          </a:effectRef>
          <a:fontRef idx="minor"/>
        </p:style>
        <p:txBody>
          <a:bodyPr tIns="12240" bIns="12240" anchor="ctr">
            <a:noAutofit/>
          </a:bodyPr>
          <a:lstStyle/>
          <a:p>
            <a:endParaRPr lang="en-US" sz="1400" b="0" u="none" strike="noStrike">
              <a:solidFill>
                <a:srgbClr val="000000"/>
              </a:solidFill>
              <a:effectLst/>
              <a:uFillTx/>
              <a:latin typeface="Arial"/>
            </a:endParaRPr>
          </a:p>
        </p:txBody>
      </p:sp>
      <p:sp>
        <p:nvSpPr>
          <p:cNvPr id="921" name="Google Shape;581;p 3"/>
          <p:cNvSpPr/>
          <p:nvPr/>
        </p:nvSpPr>
        <p:spPr>
          <a:xfrm>
            <a:off x="4416120" y="4568400"/>
            <a:ext cx="529920" cy="615960"/>
          </a:xfrm>
          <a:custGeom>
            <a:avLst/>
            <a:gdLst>
              <a:gd name="textAreaLeft" fmla="*/ 0 w 529920"/>
              <a:gd name="textAreaRight" fmla="*/ 530280 w 529920"/>
              <a:gd name="textAreaTop" fmla="*/ 0 h 615960"/>
              <a:gd name="textAreaBottom" fmla="*/ 616320 h 615960"/>
            </a:gdLst>
            <a:ahLst/>
            <a:cxnLst/>
            <a:rect l="textAreaLeft" t="textAreaTop" r="textAreaRight" b="textAreaBottom"/>
            <a:pathLst>
              <a:path w="32665" h="37969">
                <a:moveTo>
                  <a:pt x="16333" y="1"/>
                </a:moveTo>
                <a:lnTo>
                  <a:pt x="0" y="11718"/>
                </a:lnTo>
                <a:lnTo>
                  <a:pt x="0" y="37968"/>
                </a:lnTo>
                <a:lnTo>
                  <a:pt x="32665" y="37968"/>
                </a:lnTo>
                <a:lnTo>
                  <a:pt x="32665" y="11718"/>
                </a:lnTo>
                <a:lnTo>
                  <a:pt x="16333"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22" name="Google Shape;582;p 3"/>
          <p:cNvSpPr/>
          <p:nvPr/>
        </p:nvSpPr>
        <p:spPr>
          <a:xfrm>
            <a:off x="4416120" y="5152680"/>
            <a:ext cx="529920" cy="31680"/>
          </a:xfrm>
          <a:custGeom>
            <a:avLst/>
            <a:gdLst>
              <a:gd name="textAreaLeft" fmla="*/ 0 w 529920"/>
              <a:gd name="textAreaRight" fmla="*/ 530280 w 529920"/>
              <a:gd name="textAreaTop" fmla="*/ 0 h 31680"/>
              <a:gd name="textAreaBottom" fmla="*/ 32040 h 31680"/>
            </a:gdLst>
            <a:ahLst/>
            <a:cxnLst/>
            <a:rect l="textAreaLeft" t="textAreaTop" r="textAreaRight" b="textAreaBottom"/>
            <a:pathLst>
              <a:path w="32665" h="1977">
                <a:moveTo>
                  <a:pt x="0" y="0"/>
                </a:moveTo>
                <a:lnTo>
                  <a:pt x="0" y="1976"/>
                </a:lnTo>
                <a:lnTo>
                  <a:pt x="32665" y="1976"/>
                </a:lnTo>
                <a:lnTo>
                  <a:pt x="32665" y="0"/>
                </a:lnTo>
                <a:close/>
              </a:path>
            </a:pathLst>
          </a:custGeom>
          <a:solidFill>
            <a:srgbClr val="E2A334"/>
          </a:solidFill>
          <a:ln w="0">
            <a:noFill/>
          </a:ln>
        </p:spPr>
        <p:style>
          <a:lnRef idx="0">
            <a:scrgbClr r="0" g="0" b="0"/>
          </a:lnRef>
          <a:fillRef idx="0">
            <a:scrgbClr r="0" g="0" b="0"/>
          </a:fillRef>
          <a:effectRef idx="0">
            <a:scrgbClr r="0" g="0" b="0"/>
          </a:effectRef>
          <a:fontRef idx="minor"/>
        </p:style>
        <p:txBody>
          <a:bodyPr tIns="15840" bIns="15840" anchor="ctr">
            <a:noAutofit/>
          </a:bodyPr>
          <a:lstStyle/>
          <a:p>
            <a:endParaRPr lang="en-US" sz="1400" b="0" u="none" strike="noStrike">
              <a:solidFill>
                <a:srgbClr val="000000"/>
              </a:solidFill>
              <a:effectLst/>
              <a:uFillTx/>
              <a:latin typeface="Arial"/>
            </a:endParaRPr>
          </a:p>
        </p:txBody>
      </p:sp>
      <p:sp>
        <p:nvSpPr>
          <p:cNvPr id="923" name="Google Shape;583;p 3"/>
          <p:cNvSpPr/>
          <p:nvPr/>
        </p:nvSpPr>
        <p:spPr>
          <a:xfrm>
            <a:off x="4603680" y="4920120"/>
            <a:ext cx="155160" cy="264240"/>
          </a:xfrm>
          <a:custGeom>
            <a:avLst/>
            <a:gdLst>
              <a:gd name="textAreaLeft" fmla="*/ 0 w 155160"/>
              <a:gd name="textAreaRight" fmla="*/ 155520 w 155160"/>
              <a:gd name="textAreaTop" fmla="*/ 0 h 264240"/>
              <a:gd name="textAreaBottom" fmla="*/ 264600 h 264240"/>
            </a:gdLst>
            <a:ahLst/>
            <a:cxnLst/>
            <a:rect l="textAreaLeft" t="textAreaTop" r="textAreaRight" b="textAreaBottom"/>
            <a:pathLst>
              <a:path w="9572" h="16307">
                <a:moveTo>
                  <a:pt x="3082" y="0"/>
                </a:moveTo>
                <a:cubicBezTo>
                  <a:pt x="1381" y="0"/>
                  <a:pt x="0" y="1381"/>
                  <a:pt x="0" y="3083"/>
                </a:cubicBezTo>
                <a:lnTo>
                  <a:pt x="0" y="16306"/>
                </a:lnTo>
                <a:lnTo>
                  <a:pt x="9571" y="16306"/>
                </a:lnTo>
                <a:lnTo>
                  <a:pt x="9569" y="3083"/>
                </a:lnTo>
                <a:cubicBezTo>
                  <a:pt x="9569" y="1381"/>
                  <a:pt x="8188" y="0"/>
                  <a:pt x="6487"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24" name="Google Shape;584;p 3"/>
          <p:cNvSpPr/>
          <p:nvPr/>
        </p:nvSpPr>
        <p:spPr>
          <a:xfrm>
            <a:off x="4347000" y="4554720"/>
            <a:ext cx="664920" cy="269280"/>
          </a:xfrm>
          <a:custGeom>
            <a:avLst/>
            <a:gdLst>
              <a:gd name="textAreaLeft" fmla="*/ 0 w 664920"/>
              <a:gd name="textAreaRight" fmla="*/ 665280 w 664920"/>
              <a:gd name="textAreaTop" fmla="*/ 0 h 269280"/>
              <a:gd name="textAreaBottom" fmla="*/ 269640 h 269280"/>
            </a:gdLst>
            <a:ahLst/>
            <a:cxnLst/>
            <a:rect l="textAreaLeft" t="textAreaTop" r="textAreaRight" b="textAreaBottom"/>
            <a:pathLst>
              <a:path w="40972" h="16600">
                <a:moveTo>
                  <a:pt x="20603" y="1"/>
                </a:moveTo>
                <a:cubicBezTo>
                  <a:pt x="20077" y="1"/>
                  <a:pt x="19551" y="167"/>
                  <a:pt x="19107" y="498"/>
                </a:cubicBezTo>
                <a:lnTo>
                  <a:pt x="570" y="14483"/>
                </a:lnTo>
                <a:cubicBezTo>
                  <a:pt x="165" y="14787"/>
                  <a:pt x="1" y="15316"/>
                  <a:pt x="163" y="15797"/>
                </a:cubicBezTo>
                <a:cubicBezTo>
                  <a:pt x="323" y="16276"/>
                  <a:pt x="772" y="16600"/>
                  <a:pt x="1280" y="16600"/>
                </a:cubicBezTo>
                <a:cubicBezTo>
                  <a:pt x="1535" y="16600"/>
                  <a:pt x="1783" y="16515"/>
                  <a:pt x="1988" y="16362"/>
                </a:cubicBezTo>
                <a:lnTo>
                  <a:pt x="20525" y="2376"/>
                </a:lnTo>
                <a:cubicBezTo>
                  <a:pt x="20548" y="2358"/>
                  <a:pt x="20575" y="2349"/>
                  <a:pt x="20603" y="2349"/>
                </a:cubicBezTo>
                <a:cubicBezTo>
                  <a:pt x="20630" y="2349"/>
                  <a:pt x="20657" y="2358"/>
                  <a:pt x="20680" y="2376"/>
                </a:cubicBezTo>
                <a:lnTo>
                  <a:pt x="38941" y="15841"/>
                </a:lnTo>
                <a:cubicBezTo>
                  <a:pt x="39151" y="15996"/>
                  <a:pt x="39396" y="16071"/>
                  <a:pt x="39639" y="16071"/>
                </a:cubicBezTo>
                <a:cubicBezTo>
                  <a:pt x="40000" y="16071"/>
                  <a:pt x="40356" y="15905"/>
                  <a:pt x="40586" y="15592"/>
                </a:cubicBezTo>
                <a:cubicBezTo>
                  <a:pt x="40972" y="15069"/>
                  <a:pt x="40861" y="14333"/>
                  <a:pt x="40338" y="13947"/>
                </a:cubicBezTo>
                <a:lnTo>
                  <a:pt x="22079" y="482"/>
                </a:lnTo>
                <a:cubicBezTo>
                  <a:pt x="21639" y="161"/>
                  <a:pt x="21121" y="1"/>
                  <a:pt x="20603"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25" name="Google Shape;585;p 3"/>
          <p:cNvSpPr/>
          <p:nvPr/>
        </p:nvSpPr>
        <p:spPr>
          <a:xfrm>
            <a:off x="4632840" y="4724640"/>
            <a:ext cx="93240" cy="89640"/>
          </a:xfrm>
          <a:custGeom>
            <a:avLst/>
            <a:gdLst>
              <a:gd name="textAreaLeft" fmla="*/ 0 w 93240"/>
              <a:gd name="textAreaRight" fmla="*/ 93600 w 93240"/>
              <a:gd name="textAreaTop" fmla="*/ 0 h 89640"/>
              <a:gd name="textAreaBottom" fmla="*/ 90000 h 89640"/>
            </a:gdLst>
            <a:ahLst/>
            <a:cxnLst/>
            <a:rect l="textAreaLeft" t="textAreaTop" r="textAreaRight" b="textAreaBottom"/>
            <a:pathLst>
              <a:path w="5761" h="5542">
                <a:moveTo>
                  <a:pt x="2990" y="0"/>
                </a:moveTo>
                <a:cubicBezTo>
                  <a:pt x="1868" y="0"/>
                  <a:pt x="858" y="675"/>
                  <a:pt x="429" y="1711"/>
                </a:cubicBezTo>
                <a:cubicBezTo>
                  <a:pt x="1" y="2746"/>
                  <a:pt x="237" y="3937"/>
                  <a:pt x="1029" y="4729"/>
                </a:cubicBezTo>
                <a:cubicBezTo>
                  <a:pt x="1559" y="5259"/>
                  <a:pt x="2268" y="5541"/>
                  <a:pt x="2990" y="5541"/>
                </a:cubicBezTo>
                <a:cubicBezTo>
                  <a:pt x="3347" y="5541"/>
                  <a:pt x="3707" y="5472"/>
                  <a:pt x="4050" y="5330"/>
                </a:cubicBezTo>
                <a:cubicBezTo>
                  <a:pt x="5086" y="4902"/>
                  <a:pt x="5760" y="3891"/>
                  <a:pt x="5760" y="2771"/>
                </a:cubicBezTo>
                <a:cubicBezTo>
                  <a:pt x="5760" y="1240"/>
                  <a:pt x="4520" y="0"/>
                  <a:pt x="2990"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5000" bIns="45000" anchor="ctr">
            <a:noAutofit/>
          </a:bodyPr>
          <a:lstStyle/>
          <a:p>
            <a:endParaRPr lang="en-US" sz="1400" b="0" u="none" strike="noStrike">
              <a:solidFill>
                <a:srgbClr val="FFFFFF"/>
              </a:solidFill>
              <a:effectLst/>
              <a:uFillTx/>
              <a:latin typeface="Arial"/>
            </a:endParaRPr>
          </a:p>
        </p:txBody>
      </p:sp>
      <p:sp>
        <p:nvSpPr>
          <p:cNvPr id="926" name="Google Shape;586;p 3"/>
          <p:cNvSpPr/>
          <p:nvPr/>
        </p:nvSpPr>
        <p:spPr>
          <a:xfrm>
            <a:off x="4521600" y="4985640"/>
            <a:ext cx="68760" cy="129960"/>
          </a:xfrm>
          <a:custGeom>
            <a:avLst/>
            <a:gdLst>
              <a:gd name="textAreaLeft" fmla="*/ 0 w 68760"/>
              <a:gd name="textAreaRight" fmla="*/ 69120 w 68760"/>
              <a:gd name="textAreaTop" fmla="*/ 0 h 129960"/>
              <a:gd name="textAreaBottom" fmla="*/ 130320 h 129960"/>
            </a:gdLst>
            <a:ahLst/>
            <a:cxnLst/>
            <a:rect l="textAreaLeft" t="textAreaTop" r="textAreaRight" b="textAreaBottom"/>
            <a:pathLst>
              <a:path w="4249" h="8034">
                <a:moveTo>
                  <a:pt x="2125" y="0"/>
                </a:moveTo>
                <a:cubicBezTo>
                  <a:pt x="980" y="0"/>
                  <a:pt x="52" y="367"/>
                  <a:pt x="6" y="826"/>
                </a:cubicBezTo>
                <a:lnTo>
                  <a:pt x="1" y="826"/>
                </a:lnTo>
                <a:lnTo>
                  <a:pt x="1" y="8033"/>
                </a:lnTo>
                <a:lnTo>
                  <a:pt x="4249" y="8033"/>
                </a:lnTo>
                <a:lnTo>
                  <a:pt x="4249" y="826"/>
                </a:lnTo>
                <a:lnTo>
                  <a:pt x="4244" y="826"/>
                </a:lnTo>
                <a:cubicBezTo>
                  <a:pt x="4198" y="367"/>
                  <a:pt x="3268" y="0"/>
                  <a:pt x="212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65160" bIns="65160" anchor="ctr">
            <a:noAutofit/>
          </a:bodyPr>
          <a:lstStyle/>
          <a:p>
            <a:endParaRPr lang="en-US" sz="1400" b="0" u="none" strike="noStrike">
              <a:solidFill>
                <a:srgbClr val="FFFFFF"/>
              </a:solidFill>
              <a:effectLst/>
              <a:uFillTx/>
              <a:latin typeface="Arial"/>
            </a:endParaRPr>
          </a:p>
        </p:txBody>
      </p:sp>
      <p:sp>
        <p:nvSpPr>
          <p:cNvPr id="927" name="Google Shape;587;p 3"/>
          <p:cNvSpPr/>
          <p:nvPr/>
        </p:nvSpPr>
        <p:spPr>
          <a:xfrm>
            <a:off x="4551840" y="4935960"/>
            <a:ext cx="8280" cy="205200"/>
          </a:xfrm>
          <a:custGeom>
            <a:avLst/>
            <a:gdLst>
              <a:gd name="textAreaLeft" fmla="*/ 0 w 8280"/>
              <a:gd name="textAreaRight" fmla="*/ 8640 w 8280"/>
              <a:gd name="textAreaTop" fmla="*/ 0 h 205200"/>
              <a:gd name="textAreaBottom" fmla="*/ 205560 h 205200"/>
            </a:gdLst>
            <a:ahLst/>
            <a:cxnLst/>
            <a:rect l="textAreaLeft" t="textAreaTop" r="textAreaRight" b="textAreaBottom"/>
            <a:pathLst>
              <a:path w="534" h="12666">
                <a:moveTo>
                  <a:pt x="0" y="0"/>
                </a:moveTo>
                <a:lnTo>
                  <a:pt x="0" y="12666"/>
                </a:lnTo>
                <a:lnTo>
                  <a:pt x="534" y="12666"/>
                </a:lnTo>
                <a:lnTo>
                  <a:pt x="534"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28" name="Google Shape;588;p 3"/>
          <p:cNvSpPr/>
          <p:nvPr/>
        </p:nvSpPr>
        <p:spPr>
          <a:xfrm>
            <a:off x="4521600" y="501408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9" h="399">
                <a:moveTo>
                  <a:pt x="1" y="1"/>
                </a:moveTo>
                <a:lnTo>
                  <a:pt x="1" y="399"/>
                </a:lnTo>
                <a:lnTo>
                  <a:pt x="4249" y="399"/>
                </a:lnTo>
                <a:lnTo>
                  <a:pt x="4249"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29" name="Google Shape;589;p 3"/>
          <p:cNvSpPr/>
          <p:nvPr/>
        </p:nvSpPr>
        <p:spPr>
          <a:xfrm>
            <a:off x="4521600" y="504756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9" h="399">
                <a:moveTo>
                  <a:pt x="1" y="1"/>
                </a:moveTo>
                <a:lnTo>
                  <a:pt x="1" y="399"/>
                </a:lnTo>
                <a:lnTo>
                  <a:pt x="4249" y="399"/>
                </a:lnTo>
                <a:lnTo>
                  <a:pt x="4249"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0" name="Google Shape;590;p 3"/>
          <p:cNvSpPr/>
          <p:nvPr/>
        </p:nvSpPr>
        <p:spPr>
          <a:xfrm>
            <a:off x="4521600" y="508104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9" h="400">
                <a:moveTo>
                  <a:pt x="1" y="0"/>
                </a:moveTo>
                <a:lnTo>
                  <a:pt x="1" y="400"/>
                </a:lnTo>
                <a:lnTo>
                  <a:pt x="4249" y="400"/>
                </a:lnTo>
                <a:lnTo>
                  <a:pt x="4249"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1" name="Google Shape;591;p 3"/>
          <p:cNvSpPr/>
          <p:nvPr/>
        </p:nvSpPr>
        <p:spPr>
          <a:xfrm>
            <a:off x="4521600" y="511452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9" h="399">
                <a:moveTo>
                  <a:pt x="1" y="0"/>
                </a:moveTo>
                <a:lnTo>
                  <a:pt x="1" y="398"/>
                </a:lnTo>
                <a:lnTo>
                  <a:pt x="4249" y="398"/>
                </a:lnTo>
                <a:lnTo>
                  <a:pt x="4249"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2" name="Google Shape;592;p 3"/>
          <p:cNvSpPr/>
          <p:nvPr/>
        </p:nvSpPr>
        <p:spPr>
          <a:xfrm>
            <a:off x="4767480" y="4985640"/>
            <a:ext cx="68760" cy="129960"/>
          </a:xfrm>
          <a:custGeom>
            <a:avLst/>
            <a:gdLst>
              <a:gd name="textAreaLeft" fmla="*/ 0 w 68760"/>
              <a:gd name="textAreaRight" fmla="*/ 69120 w 68760"/>
              <a:gd name="textAreaTop" fmla="*/ 0 h 129960"/>
              <a:gd name="textAreaBottom" fmla="*/ 130320 h 129960"/>
            </a:gdLst>
            <a:ahLst/>
            <a:cxnLst/>
            <a:rect l="textAreaLeft" t="textAreaTop" r="textAreaRight" b="textAreaBottom"/>
            <a:pathLst>
              <a:path w="4249" h="8034">
                <a:moveTo>
                  <a:pt x="2123" y="0"/>
                </a:moveTo>
                <a:cubicBezTo>
                  <a:pt x="979" y="0"/>
                  <a:pt x="49" y="367"/>
                  <a:pt x="4" y="826"/>
                </a:cubicBezTo>
                <a:lnTo>
                  <a:pt x="0" y="826"/>
                </a:lnTo>
                <a:lnTo>
                  <a:pt x="0" y="8033"/>
                </a:lnTo>
                <a:lnTo>
                  <a:pt x="4248" y="8033"/>
                </a:lnTo>
                <a:lnTo>
                  <a:pt x="4248" y="826"/>
                </a:lnTo>
                <a:lnTo>
                  <a:pt x="4243" y="826"/>
                </a:lnTo>
                <a:cubicBezTo>
                  <a:pt x="4196" y="367"/>
                  <a:pt x="3267" y="0"/>
                  <a:pt x="212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65160" bIns="65160" anchor="ctr">
            <a:noAutofit/>
          </a:bodyPr>
          <a:lstStyle/>
          <a:p>
            <a:endParaRPr lang="en-US" sz="1400" b="0" u="none" strike="noStrike">
              <a:solidFill>
                <a:srgbClr val="FFFFFF"/>
              </a:solidFill>
              <a:effectLst/>
              <a:uFillTx/>
              <a:latin typeface="Arial"/>
            </a:endParaRPr>
          </a:p>
        </p:txBody>
      </p:sp>
      <p:sp>
        <p:nvSpPr>
          <p:cNvPr id="933" name="Google Shape;593;p 3"/>
          <p:cNvSpPr/>
          <p:nvPr/>
        </p:nvSpPr>
        <p:spPr>
          <a:xfrm>
            <a:off x="4797720" y="4930200"/>
            <a:ext cx="8280" cy="205200"/>
          </a:xfrm>
          <a:custGeom>
            <a:avLst/>
            <a:gdLst>
              <a:gd name="textAreaLeft" fmla="*/ 0 w 8280"/>
              <a:gd name="textAreaRight" fmla="*/ 8640 w 8280"/>
              <a:gd name="textAreaTop" fmla="*/ 0 h 205200"/>
              <a:gd name="textAreaBottom" fmla="*/ 205560 h 205200"/>
            </a:gdLst>
            <a:ahLst/>
            <a:cxnLst/>
            <a:rect l="textAreaLeft" t="textAreaTop" r="textAreaRight" b="textAreaBottom"/>
            <a:pathLst>
              <a:path w="535" h="12667">
                <a:moveTo>
                  <a:pt x="1" y="1"/>
                </a:moveTo>
                <a:lnTo>
                  <a:pt x="1" y="12666"/>
                </a:lnTo>
                <a:lnTo>
                  <a:pt x="534" y="12666"/>
                </a:lnTo>
                <a:lnTo>
                  <a:pt x="534"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34" name="Google Shape;594;p 3"/>
          <p:cNvSpPr/>
          <p:nvPr/>
        </p:nvSpPr>
        <p:spPr>
          <a:xfrm>
            <a:off x="4767480" y="501408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7" h="399">
                <a:moveTo>
                  <a:pt x="0" y="1"/>
                </a:moveTo>
                <a:lnTo>
                  <a:pt x="0" y="399"/>
                </a:lnTo>
                <a:lnTo>
                  <a:pt x="4247" y="399"/>
                </a:lnTo>
                <a:lnTo>
                  <a:pt x="4247"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5" name="Google Shape;595;p 3"/>
          <p:cNvSpPr/>
          <p:nvPr/>
        </p:nvSpPr>
        <p:spPr>
          <a:xfrm>
            <a:off x="4767480" y="504756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7" h="399">
                <a:moveTo>
                  <a:pt x="0" y="1"/>
                </a:moveTo>
                <a:lnTo>
                  <a:pt x="0" y="399"/>
                </a:lnTo>
                <a:lnTo>
                  <a:pt x="4247" y="399"/>
                </a:lnTo>
                <a:lnTo>
                  <a:pt x="4247"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6" name="Google Shape;596;p 3"/>
          <p:cNvSpPr/>
          <p:nvPr/>
        </p:nvSpPr>
        <p:spPr>
          <a:xfrm>
            <a:off x="4767480" y="508104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7" h="400">
                <a:moveTo>
                  <a:pt x="0" y="0"/>
                </a:moveTo>
                <a:lnTo>
                  <a:pt x="0" y="400"/>
                </a:lnTo>
                <a:lnTo>
                  <a:pt x="4247" y="400"/>
                </a:lnTo>
                <a:lnTo>
                  <a:pt x="4247"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7" name="Google Shape;597;p 3"/>
          <p:cNvSpPr/>
          <p:nvPr/>
        </p:nvSpPr>
        <p:spPr>
          <a:xfrm>
            <a:off x="4767480" y="511452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7" h="399">
                <a:moveTo>
                  <a:pt x="0" y="0"/>
                </a:moveTo>
                <a:lnTo>
                  <a:pt x="0" y="398"/>
                </a:lnTo>
                <a:lnTo>
                  <a:pt x="4247" y="398"/>
                </a:lnTo>
                <a:lnTo>
                  <a:pt x="4247"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8" name="Google Shape;598;p 3"/>
          <p:cNvSpPr/>
          <p:nvPr/>
        </p:nvSpPr>
        <p:spPr>
          <a:xfrm>
            <a:off x="5292720" y="5145840"/>
            <a:ext cx="919080" cy="38880"/>
          </a:xfrm>
          <a:custGeom>
            <a:avLst/>
            <a:gdLst>
              <a:gd name="textAreaLeft" fmla="*/ 0 w 919080"/>
              <a:gd name="textAreaRight" fmla="*/ 919440 w 919080"/>
              <a:gd name="textAreaTop" fmla="*/ 0 h 38880"/>
              <a:gd name="textAreaBottom" fmla="*/ 39240 h 38880"/>
            </a:gdLst>
            <a:ahLst/>
            <a:cxnLst/>
            <a:rect l="textAreaLeft" t="textAreaTop" r="textAreaRight" b="textAreaBottom"/>
            <a:pathLst>
              <a:path w="56636" h="2417">
                <a:moveTo>
                  <a:pt x="0" y="0"/>
                </a:moveTo>
                <a:lnTo>
                  <a:pt x="0" y="2417"/>
                </a:lnTo>
                <a:lnTo>
                  <a:pt x="56636" y="2417"/>
                </a:lnTo>
                <a:lnTo>
                  <a:pt x="56636" y="0"/>
                </a:lnTo>
                <a:close/>
              </a:path>
            </a:pathLst>
          </a:custGeom>
          <a:solidFill>
            <a:srgbClr val="E2A334"/>
          </a:solidFill>
          <a:ln w="0">
            <a:noFill/>
          </a:ln>
        </p:spPr>
        <p:style>
          <a:lnRef idx="0">
            <a:scrgbClr r="0" g="0" b="0"/>
          </a:lnRef>
          <a:fillRef idx="0">
            <a:scrgbClr r="0" g="0" b="0"/>
          </a:fillRef>
          <a:effectRef idx="0">
            <a:scrgbClr r="0" g="0" b="0"/>
          </a:effectRef>
          <a:fontRef idx="minor"/>
        </p:style>
        <p:txBody>
          <a:bodyPr tIns="19440" bIns="19440" anchor="ctr">
            <a:noAutofit/>
          </a:bodyPr>
          <a:lstStyle/>
          <a:p>
            <a:endParaRPr lang="en-US" sz="1400" b="0" u="none" strike="noStrike">
              <a:solidFill>
                <a:srgbClr val="000000"/>
              </a:solidFill>
              <a:effectLst/>
              <a:uFillTx/>
              <a:latin typeface="Arial"/>
            </a:endParaRPr>
          </a:p>
        </p:txBody>
      </p:sp>
      <p:sp>
        <p:nvSpPr>
          <p:cNvPr id="939" name="Google Shape;599;p 3"/>
          <p:cNvSpPr/>
          <p:nvPr/>
        </p:nvSpPr>
        <p:spPr>
          <a:xfrm>
            <a:off x="5110560" y="4549320"/>
            <a:ext cx="439200" cy="635400"/>
          </a:xfrm>
          <a:custGeom>
            <a:avLst/>
            <a:gdLst>
              <a:gd name="textAreaLeft" fmla="*/ 0 w 439200"/>
              <a:gd name="textAreaRight" fmla="*/ 439560 w 439200"/>
              <a:gd name="textAreaTop" fmla="*/ 0 h 635400"/>
              <a:gd name="textAreaBottom" fmla="*/ 635760 h 635400"/>
            </a:gdLst>
            <a:ahLst/>
            <a:cxnLst/>
            <a:rect l="textAreaLeft" t="textAreaTop" r="textAreaRight" b="textAreaBottom"/>
            <a:pathLst>
              <a:path w="27074" h="39159">
                <a:moveTo>
                  <a:pt x="13536" y="1"/>
                </a:moveTo>
                <a:lnTo>
                  <a:pt x="1" y="12086"/>
                </a:lnTo>
                <a:lnTo>
                  <a:pt x="1" y="39159"/>
                </a:lnTo>
                <a:lnTo>
                  <a:pt x="27073" y="39159"/>
                </a:lnTo>
                <a:lnTo>
                  <a:pt x="27073" y="12086"/>
                </a:lnTo>
                <a:lnTo>
                  <a:pt x="13536"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0" name="Google Shape;600;p 3"/>
          <p:cNvSpPr/>
          <p:nvPr/>
        </p:nvSpPr>
        <p:spPr>
          <a:xfrm>
            <a:off x="5110560" y="5151960"/>
            <a:ext cx="439200" cy="32760"/>
          </a:xfrm>
          <a:custGeom>
            <a:avLst/>
            <a:gdLst>
              <a:gd name="textAreaLeft" fmla="*/ 0 w 439200"/>
              <a:gd name="textAreaRight" fmla="*/ 439560 w 439200"/>
              <a:gd name="textAreaTop" fmla="*/ 0 h 32760"/>
              <a:gd name="textAreaBottom" fmla="*/ 33120 h 32760"/>
            </a:gdLst>
            <a:ahLst/>
            <a:cxnLst/>
            <a:rect l="textAreaLeft" t="textAreaTop" r="textAreaRight" b="textAreaBottom"/>
            <a:pathLst>
              <a:path w="27074" h="2037">
                <a:moveTo>
                  <a:pt x="1" y="1"/>
                </a:moveTo>
                <a:lnTo>
                  <a:pt x="1" y="2037"/>
                </a:lnTo>
                <a:lnTo>
                  <a:pt x="27073" y="2037"/>
                </a:lnTo>
                <a:lnTo>
                  <a:pt x="27073" y="1"/>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16560" bIns="16560" anchor="ctr">
            <a:noAutofit/>
          </a:bodyPr>
          <a:lstStyle/>
          <a:p>
            <a:endParaRPr lang="en-US" sz="1400" b="0" u="none" strike="noStrike">
              <a:solidFill>
                <a:srgbClr val="FFFFFF"/>
              </a:solidFill>
              <a:effectLst/>
              <a:uFillTx/>
              <a:latin typeface="Arial"/>
            </a:endParaRPr>
          </a:p>
        </p:txBody>
      </p:sp>
      <p:sp>
        <p:nvSpPr>
          <p:cNvPr id="941" name="Google Shape;601;p 3"/>
          <p:cNvSpPr/>
          <p:nvPr/>
        </p:nvSpPr>
        <p:spPr>
          <a:xfrm>
            <a:off x="5250240" y="4912200"/>
            <a:ext cx="159840" cy="272520"/>
          </a:xfrm>
          <a:custGeom>
            <a:avLst/>
            <a:gdLst>
              <a:gd name="textAreaLeft" fmla="*/ 0 w 159840"/>
              <a:gd name="textAreaRight" fmla="*/ 160200 w 159840"/>
              <a:gd name="textAreaTop" fmla="*/ 0 h 272520"/>
              <a:gd name="textAreaBottom" fmla="*/ 272880 h 272520"/>
            </a:gdLst>
            <a:ahLst/>
            <a:cxnLst/>
            <a:rect l="textAreaLeft" t="textAreaTop" r="textAreaRight" b="textAreaBottom"/>
            <a:pathLst>
              <a:path w="9873" h="16817">
                <a:moveTo>
                  <a:pt x="2239" y="0"/>
                </a:moveTo>
                <a:cubicBezTo>
                  <a:pt x="1002" y="0"/>
                  <a:pt x="0" y="1002"/>
                  <a:pt x="0" y="2239"/>
                </a:cubicBezTo>
                <a:lnTo>
                  <a:pt x="0" y="16817"/>
                </a:lnTo>
                <a:lnTo>
                  <a:pt x="9872" y="16817"/>
                </a:lnTo>
                <a:lnTo>
                  <a:pt x="9872" y="2239"/>
                </a:lnTo>
                <a:cubicBezTo>
                  <a:pt x="9872" y="1002"/>
                  <a:pt x="8870" y="0"/>
                  <a:pt x="763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42" name="Google Shape;602;p 3"/>
          <p:cNvSpPr/>
          <p:nvPr/>
        </p:nvSpPr>
        <p:spPr>
          <a:xfrm>
            <a:off x="5040000" y="4538160"/>
            <a:ext cx="576360" cy="273960"/>
          </a:xfrm>
          <a:custGeom>
            <a:avLst/>
            <a:gdLst>
              <a:gd name="textAreaLeft" fmla="*/ 0 w 576360"/>
              <a:gd name="textAreaRight" fmla="*/ 576720 w 576360"/>
              <a:gd name="textAreaTop" fmla="*/ 0 h 273960"/>
              <a:gd name="textAreaBottom" fmla="*/ 274320 h 273960"/>
            </a:gdLst>
            <a:ahLst/>
            <a:cxnLst/>
            <a:rect l="textAreaLeft" t="textAreaTop" r="textAreaRight" b="textAreaBottom"/>
            <a:pathLst>
              <a:path w="35516" h="16894">
                <a:moveTo>
                  <a:pt x="17897" y="0"/>
                </a:moveTo>
                <a:cubicBezTo>
                  <a:pt x="17270" y="0"/>
                  <a:pt x="16644" y="225"/>
                  <a:pt x="16148" y="676"/>
                </a:cubicBezTo>
                <a:lnTo>
                  <a:pt x="483" y="14844"/>
                </a:lnTo>
                <a:cubicBezTo>
                  <a:pt x="122" y="15169"/>
                  <a:pt x="1" y="15686"/>
                  <a:pt x="175" y="16138"/>
                </a:cubicBezTo>
                <a:cubicBezTo>
                  <a:pt x="349" y="16593"/>
                  <a:pt x="786" y="16894"/>
                  <a:pt x="1274" y="16894"/>
                </a:cubicBezTo>
                <a:cubicBezTo>
                  <a:pt x="1565" y="16894"/>
                  <a:pt x="1846" y="16785"/>
                  <a:pt x="2063" y="16587"/>
                </a:cubicBezTo>
                <a:lnTo>
                  <a:pt x="17728" y="2420"/>
                </a:lnTo>
                <a:cubicBezTo>
                  <a:pt x="17776" y="2375"/>
                  <a:pt x="17836" y="2353"/>
                  <a:pt x="17897" y="2353"/>
                </a:cubicBezTo>
                <a:cubicBezTo>
                  <a:pt x="17958" y="2353"/>
                  <a:pt x="18018" y="2375"/>
                  <a:pt x="18066" y="2418"/>
                </a:cubicBezTo>
                <a:lnTo>
                  <a:pt x="33442" y="16052"/>
                </a:lnTo>
                <a:cubicBezTo>
                  <a:pt x="33664" y="16241"/>
                  <a:pt x="33936" y="16334"/>
                  <a:pt x="34207" y="16334"/>
                </a:cubicBezTo>
                <a:cubicBezTo>
                  <a:pt x="34533" y="16334"/>
                  <a:pt x="34856" y="16200"/>
                  <a:pt x="35089" y="15937"/>
                </a:cubicBezTo>
                <a:cubicBezTo>
                  <a:pt x="35515" y="15457"/>
                  <a:pt x="35476" y="14724"/>
                  <a:pt x="35004" y="14291"/>
                </a:cubicBezTo>
                <a:lnTo>
                  <a:pt x="19628" y="658"/>
                </a:lnTo>
                <a:cubicBezTo>
                  <a:pt x="19134" y="219"/>
                  <a:pt x="18515" y="0"/>
                  <a:pt x="1789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3" name="Google Shape;603;p 3"/>
          <p:cNvSpPr/>
          <p:nvPr/>
        </p:nvSpPr>
        <p:spPr>
          <a:xfrm>
            <a:off x="2608560" y="5090400"/>
            <a:ext cx="4285080" cy="279360"/>
          </a:xfrm>
          <a:custGeom>
            <a:avLst/>
            <a:gdLst>
              <a:gd name="textAreaLeft" fmla="*/ 0 w 4285080"/>
              <a:gd name="textAreaRight" fmla="*/ 4285440 w 4285080"/>
              <a:gd name="textAreaTop" fmla="*/ 0 h 279360"/>
              <a:gd name="textAreaBottom" fmla="*/ 279720 h 279360"/>
            </a:gdLst>
            <a:ahLst/>
            <a:cxnLst/>
            <a:rect l="textAreaLeft" t="textAreaTop" r="textAreaRight" b="textAreaBottom"/>
            <a:pathLst>
              <a:path w="263973" h="17230">
                <a:moveTo>
                  <a:pt x="11995" y="0"/>
                </a:moveTo>
                <a:cubicBezTo>
                  <a:pt x="5371" y="0"/>
                  <a:pt x="1" y="7715"/>
                  <a:pt x="1" y="17229"/>
                </a:cubicBezTo>
                <a:lnTo>
                  <a:pt x="263972" y="17229"/>
                </a:lnTo>
                <a:cubicBezTo>
                  <a:pt x="263972" y="7715"/>
                  <a:pt x="258602" y="0"/>
                  <a:pt x="25197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4" name="Google Shape;604;p 3"/>
          <p:cNvSpPr/>
          <p:nvPr/>
        </p:nvSpPr>
        <p:spPr>
          <a:xfrm>
            <a:off x="2249640" y="4391640"/>
            <a:ext cx="498600" cy="645840"/>
          </a:xfrm>
          <a:custGeom>
            <a:avLst/>
            <a:gdLst>
              <a:gd name="textAreaLeft" fmla="*/ 0 w 498600"/>
              <a:gd name="textAreaRight" fmla="*/ 498960 w 498600"/>
              <a:gd name="textAreaTop" fmla="*/ 0 h 645840"/>
              <a:gd name="textAreaBottom" fmla="*/ 646200 h 645840"/>
            </a:gdLst>
            <a:ahLst/>
            <a:cxnLst/>
            <a:rect l="textAreaLeft" t="textAreaTop" r="textAreaRight" b="textAreaBottom"/>
            <a:pathLst>
              <a:path w="30743" h="39805">
                <a:moveTo>
                  <a:pt x="15545" y="0"/>
                </a:moveTo>
                <a:cubicBezTo>
                  <a:pt x="14946" y="0"/>
                  <a:pt x="14339" y="33"/>
                  <a:pt x="13727" y="99"/>
                </a:cubicBezTo>
                <a:cubicBezTo>
                  <a:pt x="6771" y="851"/>
                  <a:pt x="1243" y="6003"/>
                  <a:pt x="461" y="12465"/>
                </a:cubicBezTo>
                <a:cubicBezTo>
                  <a:pt x="1" y="16273"/>
                  <a:pt x="1172" y="19816"/>
                  <a:pt x="3407" y="22571"/>
                </a:cubicBezTo>
                <a:cubicBezTo>
                  <a:pt x="5174" y="24750"/>
                  <a:pt x="6010" y="27434"/>
                  <a:pt x="5838" y="30155"/>
                </a:cubicBezTo>
                <a:cubicBezTo>
                  <a:pt x="5825" y="30349"/>
                  <a:pt x="5820" y="30543"/>
                  <a:pt x="5822" y="30740"/>
                </a:cubicBezTo>
                <a:cubicBezTo>
                  <a:pt x="5847" y="35714"/>
                  <a:pt x="10162" y="39736"/>
                  <a:pt x="15495" y="39803"/>
                </a:cubicBezTo>
                <a:cubicBezTo>
                  <a:pt x="15538" y="39804"/>
                  <a:pt x="15581" y="39804"/>
                  <a:pt x="15624" y="39804"/>
                </a:cubicBezTo>
                <a:cubicBezTo>
                  <a:pt x="20909" y="39804"/>
                  <a:pt x="25308" y="35836"/>
                  <a:pt x="25430" y="30912"/>
                </a:cubicBezTo>
                <a:cubicBezTo>
                  <a:pt x="25443" y="30462"/>
                  <a:pt x="25418" y="30009"/>
                  <a:pt x="25358" y="29562"/>
                </a:cubicBezTo>
                <a:cubicBezTo>
                  <a:pt x="25036" y="27154"/>
                  <a:pt x="25828" y="24748"/>
                  <a:pt x="27450" y="22848"/>
                </a:cubicBezTo>
                <a:cubicBezTo>
                  <a:pt x="29516" y="20428"/>
                  <a:pt x="30742" y="17363"/>
                  <a:pt x="30725" y="14036"/>
                </a:cubicBezTo>
                <a:cubicBezTo>
                  <a:pt x="30685" y="6271"/>
                  <a:pt x="23895" y="0"/>
                  <a:pt x="15545"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5" name="Google Shape;605;p 3"/>
          <p:cNvSpPr/>
          <p:nvPr/>
        </p:nvSpPr>
        <p:spPr>
          <a:xfrm>
            <a:off x="2403720" y="4640040"/>
            <a:ext cx="199440" cy="609120"/>
          </a:xfrm>
          <a:custGeom>
            <a:avLst/>
            <a:gdLst>
              <a:gd name="textAreaLeft" fmla="*/ 0 w 199440"/>
              <a:gd name="textAreaRight" fmla="*/ 199800 w 199440"/>
              <a:gd name="textAreaTop" fmla="*/ 0 h 609120"/>
              <a:gd name="textAreaBottom" fmla="*/ 609480 h 609120"/>
            </a:gdLst>
            <a:ahLst/>
            <a:cxnLst/>
            <a:rect l="textAreaLeft" t="textAreaTop" r="textAreaRight" b="textAreaBottom"/>
            <a:pathLst>
              <a:path w="12300" h="37551">
                <a:moveTo>
                  <a:pt x="5994" y="0"/>
                </a:moveTo>
                <a:cubicBezTo>
                  <a:pt x="5993" y="0"/>
                  <a:pt x="5992" y="0"/>
                  <a:pt x="5991" y="0"/>
                </a:cubicBezTo>
                <a:cubicBezTo>
                  <a:pt x="5541" y="2"/>
                  <a:pt x="5179" y="368"/>
                  <a:pt x="5180" y="817"/>
                </a:cubicBezTo>
                <a:lnTo>
                  <a:pt x="5216" y="8213"/>
                </a:lnTo>
                <a:lnTo>
                  <a:pt x="1579" y="3260"/>
                </a:lnTo>
                <a:cubicBezTo>
                  <a:pt x="1419" y="3044"/>
                  <a:pt x="1173" y="2929"/>
                  <a:pt x="923" y="2929"/>
                </a:cubicBezTo>
                <a:cubicBezTo>
                  <a:pt x="755" y="2929"/>
                  <a:pt x="586" y="2981"/>
                  <a:pt x="441" y="3088"/>
                </a:cubicBezTo>
                <a:cubicBezTo>
                  <a:pt x="80" y="3354"/>
                  <a:pt x="0" y="3863"/>
                  <a:pt x="268" y="4224"/>
                </a:cubicBezTo>
                <a:lnTo>
                  <a:pt x="4946" y="10594"/>
                </a:lnTo>
                <a:cubicBezTo>
                  <a:pt x="5020" y="10695"/>
                  <a:pt x="5117" y="10776"/>
                  <a:pt x="5228" y="10834"/>
                </a:cubicBezTo>
                <a:lnTo>
                  <a:pt x="5349" y="36742"/>
                </a:lnTo>
                <a:cubicBezTo>
                  <a:pt x="5351" y="37189"/>
                  <a:pt x="5714" y="37550"/>
                  <a:pt x="6160" y="37550"/>
                </a:cubicBezTo>
                <a:cubicBezTo>
                  <a:pt x="6162" y="37550"/>
                  <a:pt x="6165" y="37550"/>
                  <a:pt x="6167" y="37550"/>
                </a:cubicBezTo>
                <a:cubicBezTo>
                  <a:pt x="6616" y="37549"/>
                  <a:pt x="6977" y="37182"/>
                  <a:pt x="6975" y="36733"/>
                </a:cubicBezTo>
                <a:lnTo>
                  <a:pt x="6884" y="17086"/>
                </a:lnTo>
                <a:lnTo>
                  <a:pt x="12039" y="10897"/>
                </a:lnTo>
                <a:cubicBezTo>
                  <a:pt x="12299" y="10550"/>
                  <a:pt x="12243" y="10060"/>
                  <a:pt x="11908" y="9782"/>
                </a:cubicBezTo>
                <a:cubicBezTo>
                  <a:pt x="11757" y="9656"/>
                  <a:pt x="11572" y="9593"/>
                  <a:pt x="11388" y="9593"/>
                </a:cubicBezTo>
                <a:cubicBezTo>
                  <a:pt x="11168" y="9593"/>
                  <a:pt x="10949" y="9682"/>
                  <a:pt x="10788" y="9856"/>
                </a:cubicBezTo>
                <a:lnTo>
                  <a:pt x="6871" y="14559"/>
                </a:lnTo>
                <a:lnTo>
                  <a:pt x="6808" y="808"/>
                </a:lnTo>
                <a:cubicBezTo>
                  <a:pt x="6804" y="360"/>
                  <a:pt x="6441" y="0"/>
                  <a:pt x="599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46" name="Google Shape;606;p 3"/>
          <p:cNvSpPr/>
          <p:nvPr/>
        </p:nvSpPr>
        <p:spPr>
          <a:xfrm>
            <a:off x="2549160" y="4053960"/>
            <a:ext cx="602640" cy="780840"/>
          </a:xfrm>
          <a:custGeom>
            <a:avLst/>
            <a:gdLst>
              <a:gd name="textAreaLeft" fmla="*/ 0 w 602640"/>
              <a:gd name="textAreaRight" fmla="*/ 603000 w 602640"/>
              <a:gd name="textAreaTop" fmla="*/ 0 h 780840"/>
              <a:gd name="textAreaBottom" fmla="*/ 781200 h 780840"/>
            </a:gdLst>
            <a:ahLst/>
            <a:cxnLst/>
            <a:rect l="textAreaLeft" t="textAreaTop" r="textAreaRight" b="textAreaBottom"/>
            <a:pathLst>
              <a:path w="37148" h="48108">
                <a:moveTo>
                  <a:pt x="18346" y="1"/>
                </a:moveTo>
                <a:cubicBezTo>
                  <a:pt x="8214" y="1"/>
                  <a:pt x="1" y="7630"/>
                  <a:pt x="1" y="17042"/>
                </a:cubicBezTo>
                <a:cubicBezTo>
                  <a:pt x="1" y="21063"/>
                  <a:pt x="1501" y="24760"/>
                  <a:pt x="4011" y="27675"/>
                </a:cubicBezTo>
                <a:cubicBezTo>
                  <a:pt x="5984" y="29965"/>
                  <a:pt x="6958" y="32869"/>
                  <a:pt x="6581" y="35780"/>
                </a:cubicBezTo>
                <a:cubicBezTo>
                  <a:pt x="6512" y="36321"/>
                  <a:pt x="6486" y="36869"/>
                  <a:pt x="6502" y="37415"/>
                </a:cubicBezTo>
                <a:cubicBezTo>
                  <a:pt x="6681" y="43345"/>
                  <a:pt x="11991" y="48107"/>
                  <a:pt x="18356" y="48107"/>
                </a:cubicBezTo>
                <a:cubicBezTo>
                  <a:pt x="18425" y="48107"/>
                  <a:pt x="18495" y="48107"/>
                  <a:pt x="18565" y="48106"/>
                </a:cubicBezTo>
                <a:cubicBezTo>
                  <a:pt x="25011" y="47998"/>
                  <a:pt x="30201" y="43112"/>
                  <a:pt x="30201" y="37099"/>
                </a:cubicBezTo>
                <a:cubicBezTo>
                  <a:pt x="30201" y="36862"/>
                  <a:pt x="30193" y="36627"/>
                  <a:pt x="30177" y="36393"/>
                </a:cubicBezTo>
                <a:cubicBezTo>
                  <a:pt x="29951" y="33105"/>
                  <a:pt x="30948" y="29859"/>
                  <a:pt x="33069" y="27217"/>
                </a:cubicBezTo>
                <a:cubicBezTo>
                  <a:pt x="35753" y="23872"/>
                  <a:pt x="37148" y="19585"/>
                  <a:pt x="36567" y="14985"/>
                </a:cubicBezTo>
                <a:cubicBezTo>
                  <a:pt x="35584" y="7181"/>
                  <a:pt x="28870" y="983"/>
                  <a:pt x="20460" y="111"/>
                </a:cubicBezTo>
                <a:cubicBezTo>
                  <a:pt x="19747" y="37"/>
                  <a:pt x="19042" y="1"/>
                  <a:pt x="1834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7" name="Google Shape;607;p 3"/>
          <p:cNvSpPr/>
          <p:nvPr/>
        </p:nvSpPr>
        <p:spPr>
          <a:xfrm>
            <a:off x="2730600" y="4352760"/>
            <a:ext cx="235440" cy="896400"/>
          </a:xfrm>
          <a:custGeom>
            <a:avLst/>
            <a:gdLst>
              <a:gd name="textAreaLeft" fmla="*/ 0 w 235440"/>
              <a:gd name="textAreaRight" fmla="*/ 235800 w 235440"/>
              <a:gd name="textAreaTop" fmla="*/ 0 h 896400"/>
              <a:gd name="textAreaBottom" fmla="*/ 896760 h 896400"/>
            </a:gdLst>
            <a:ahLst/>
            <a:cxnLst/>
            <a:rect l="textAreaLeft" t="textAreaTop" r="textAreaRight" b="textAreaBottom"/>
            <a:pathLst>
              <a:path w="14516" h="55247">
                <a:moveTo>
                  <a:pt x="7243" y="0"/>
                </a:moveTo>
                <a:cubicBezTo>
                  <a:pt x="6873" y="0"/>
                  <a:pt x="6572" y="302"/>
                  <a:pt x="6572" y="672"/>
                </a:cubicBezTo>
                <a:lnTo>
                  <a:pt x="6572" y="10540"/>
                </a:lnTo>
                <a:lnTo>
                  <a:pt x="1663" y="3789"/>
                </a:lnTo>
                <a:cubicBezTo>
                  <a:pt x="1532" y="3609"/>
                  <a:pt x="1327" y="3513"/>
                  <a:pt x="1119" y="3513"/>
                </a:cubicBezTo>
                <a:cubicBezTo>
                  <a:pt x="982" y="3513"/>
                  <a:pt x="844" y="3554"/>
                  <a:pt x="725" y="3641"/>
                </a:cubicBezTo>
                <a:cubicBezTo>
                  <a:pt x="425" y="3859"/>
                  <a:pt x="358" y="4279"/>
                  <a:pt x="577" y="4578"/>
                </a:cubicBezTo>
                <a:lnTo>
                  <a:pt x="6195" y="12305"/>
                </a:lnTo>
                <a:cubicBezTo>
                  <a:pt x="6289" y="12430"/>
                  <a:pt x="6421" y="12518"/>
                  <a:pt x="6572" y="12555"/>
                </a:cubicBezTo>
                <a:lnTo>
                  <a:pt x="6572" y="18145"/>
                </a:lnTo>
                <a:lnTo>
                  <a:pt x="1262" y="11829"/>
                </a:lnTo>
                <a:cubicBezTo>
                  <a:pt x="1129" y="11674"/>
                  <a:pt x="941" y="11595"/>
                  <a:pt x="752" y="11595"/>
                </a:cubicBezTo>
                <a:cubicBezTo>
                  <a:pt x="599" y="11595"/>
                  <a:pt x="445" y="11646"/>
                  <a:pt x="320" y="11752"/>
                </a:cubicBezTo>
                <a:cubicBezTo>
                  <a:pt x="40" y="11990"/>
                  <a:pt x="1" y="12409"/>
                  <a:pt x="233" y="12692"/>
                </a:cubicBezTo>
                <a:lnTo>
                  <a:pt x="6572" y="20231"/>
                </a:lnTo>
                <a:lnTo>
                  <a:pt x="6572" y="54575"/>
                </a:lnTo>
                <a:cubicBezTo>
                  <a:pt x="6572" y="54947"/>
                  <a:pt x="6873" y="55246"/>
                  <a:pt x="7245" y="55246"/>
                </a:cubicBezTo>
                <a:lnTo>
                  <a:pt x="7266" y="55246"/>
                </a:lnTo>
                <a:cubicBezTo>
                  <a:pt x="7636" y="55246"/>
                  <a:pt x="7937" y="54947"/>
                  <a:pt x="7937" y="54575"/>
                </a:cubicBezTo>
                <a:lnTo>
                  <a:pt x="7937" y="20231"/>
                </a:lnTo>
                <a:lnTo>
                  <a:pt x="14276" y="12692"/>
                </a:lnTo>
                <a:cubicBezTo>
                  <a:pt x="14515" y="12409"/>
                  <a:pt x="14478" y="11986"/>
                  <a:pt x="14195" y="11746"/>
                </a:cubicBezTo>
                <a:cubicBezTo>
                  <a:pt x="14069" y="11640"/>
                  <a:pt x="13916" y="11588"/>
                  <a:pt x="13763" y="11588"/>
                </a:cubicBezTo>
                <a:cubicBezTo>
                  <a:pt x="13571" y="11588"/>
                  <a:pt x="13381" y="11670"/>
                  <a:pt x="13247" y="11829"/>
                </a:cubicBezTo>
                <a:lnTo>
                  <a:pt x="7937" y="18145"/>
                </a:lnTo>
                <a:lnTo>
                  <a:pt x="7937" y="12555"/>
                </a:lnTo>
                <a:cubicBezTo>
                  <a:pt x="8087" y="12518"/>
                  <a:pt x="8221" y="12430"/>
                  <a:pt x="8312" y="12305"/>
                </a:cubicBezTo>
                <a:lnTo>
                  <a:pt x="13932" y="4578"/>
                </a:lnTo>
                <a:cubicBezTo>
                  <a:pt x="14146" y="4279"/>
                  <a:pt x="14077" y="3863"/>
                  <a:pt x="13779" y="3646"/>
                </a:cubicBezTo>
                <a:cubicBezTo>
                  <a:pt x="13660" y="3560"/>
                  <a:pt x="13522" y="3518"/>
                  <a:pt x="13385" y="3518"/>
                </a:cubicBezTo>
                <a:cubicBezTo>
                  <a:pt x="13180" y="3518"/>
                  <a:pt x="12978" y="3612"/>
                  <a:pt x="12846" y="3789"/>
                </a:cubicBezTo>
                <a:lnTo>
                  <a:pt x="7937" y="10540"/>
                </a:lnTo>
                <a:lnTo>
                  <a:pt x="7937" y="672"/>
                </a:lnTo>
                <a:cubicBezTo>
                  <a:pt x="7937" y="302"/>
                  <a:pt x="7636" y="0"/>
                  <a:pt x="72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48" name="Google Shape;608;p 3"/>
          <p:cNvSpPr/>
          <p:nvPr/>
        </p:nvSpPr>
        <p:spPr>
          <a:xfrm>
            <a:off x="2723400" y="5263920"/>
            <a:ext cx="3957840" cy="212040"/>
          </a:xfrm>
          <a:custGeom>
            <a:avLst/>
            <a:gdLst>
              <a:gd name="textAreaLeft" fmla="*/ 0 w 3957840"/>
              <a:gd name="textAreaRight" fmla="*/ 3958200 w 3957840"/>
              <a:gd name="textAreaTop" fmla="*/ 0 h 212040"/>
              <a:gd name="textAreaBottom" fmla="*/ 212400 h 212040"/>
            </a:gdLst>
            <a:ahLst/>
            <a:cxnLst/>
            <a:rect l="textAreaLeft" t="textAreaTop" r="textAreaRight" b="textAreaBottom"/>
            <a:pathLst>
              <a:path w="243797" h="13087">
                <a:moveTo>
                  <a:pt x="8414" y="0"/>
                </a:moveTo>
                <a:cubicBezTo>
                  <a:pt x="3768" y="0"/>
                  <a:pt x="1" y="5860"/>
                  <a:pt x="1" y="13086"/>
                </a:cubicBezTo>
                <a:lnTo>
                  <a:pt x="243797" y="13086"/>
                </a:lnTo>
                <a:cubicBezTo>
                  <a:pt x="243797" y="5860"/>
                  <a:pt x="240029" y="0"/>
                  <a:pt x="23538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9" name="Google Shape;609;p 3"/>
          <p:cNvSpPr/>
          <p:nvPr/>
        </p:nvSpPr>
        <p:spPr>
          <a:xfrm>
            <a:off x="3252600" y="4583880"/>
            <a:ext cx="393120" cy="509400"/>
          </a:xfrm>
          <a:custGeom>
            <a:avLst/>
            <a:gdLst>
              <a:gd name="textAreaLeft" fmla="*/ 0 w 393120"/>
              <a:gd name="textAreaRight" fmla="*/ 393480 w 393120"/>
              <a:gd name="textAreaTop" fmla="*/ 0 h 509400"/>
              <a:gd name="textAreaBottom" fmla="*/ 509760 h 509400"/>
            </a:gdLst>
            <a:ahLst/>
            <a:cxnLst/>
            <a:rect l="textAreaLeft" t="textAreaTop" r="textAreaRight" b="textAreaBottom"/>
            <a:pathLst>
              <a:path w="24245" h="31393">
                <a:moveTo>
                  <a:pt x="12260" y="0"/>
                </a:moveTo>
                <a:cubicBezTo>
                  <a:pt x="11787" y="0"/>
                  <a:pt x="11307" y="26"/>
                  <a:pt x="10823" y="78"/>
                </a:cubicBezTo>
                <a:cubicBezTo>
                  <a:pt x="5339" y="672"/>
                  <a:pt x="979" y="4735"/>
                  <a:pt x="363" y="9831"/>
                </a:cubicBezTo>
                <a:cubicBezTo>
                  <a:pt x="0" y="12834"/>
                  <a:pt x="923" y="15629"/>
                  <a:pt x="2686" y="17802"/>
                </a:cubicBezTo>
                <a:cubicBezTo>
                  <a:pt x="4079" y="19519"/>
                  <a:pt x="4738" y="21636"/>
                  <a:pt x="4602" y="23783"/>
                </a:cubicBezTo>
                <a:cubicBezTo>
                  <a:pt x="4593" y="23935"/>
                  <a:pt x="4588" y="24088"/>
                  <a:pt x="4590" y="24243"/>
                </a:cubicBezTo>
                <a:cubicBezTo>
                  <a:pt x="4609" y="28167"/>
                  <a:pt x="8012" y="31341"/>
                  <a:pt x="12218" y="31392"/>
                </a:cubicBezTo>
                <a:cubicBezTo>
                  <a:pt x="12252" y="31392"/>
                  <a:pt x="12285" y="31393"/>
                  <a:pt x="12319" y="31393"/>
                </a:cubicBezTo>
                <a:cubicBezTo>
                  <a:pt x="16489" y="31393"/>
                  <a:pt x="19958" y="28263"/>
                  <a:pt x="20056" y="24380"/>
                </a:cubicBezTo>
                <a:cubicBezTo>
                  <a:pt x="20065" y="24025"/>
                  <a:pt x="20045" y="23669"/>
                  <a:pt x="19998" y="23315"/>
                </a:cubicBezTo>
                <a:cubicBezTo>
                  <a:pt x="19742" y="21416"/>
                  <a:pt x="20369" y="19519"/>
                  <a:pt x="21648" y="18019"/>
                </a:cubicBezTo>
                <a:cubicBezTo>
                  <a:pt x="23275" y="16109"/>
                  <a:pt x="24244" y="13693"/>
                  <a:pt x="24230" y="11069"/>
                </a:cubicBezTo>
                <a:cubicBezTo>
                  <a:pt x="24199" y="4944"/>
                  <a:pt x="18846" y="0"/>
                  <a:pt x="12260"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0" name="Google Shape;610;p 3"/>
          <p:cNvSpPr/>
          <p:nvPr/>
        </p:nvSpPr>
        <p:spPr>
          <a:xfrm>
            <a:off x="3373920" y="4780080"/>
            <a:ext cx="157680" cy="480600"/>
          </a:xfrm>
          <a:custGeom>
            <a:avLst/>
            <a:gdLst>
              <a:gd name="textAreaLeft" fmla="*/ 0 w 157680"/>
              <a:gd name="textAreaRight" fmla="*/ 158040 w 157680"/>
              <a:gd name="textAreaTop" fmla="*/ 0 h 480600"/>
              <a:gd name="textAreaBottom" fmla="*/ 480960 h 480600"/>
            </a:gdLst>
            <a:ahLst/>
            <a:cxnLst/>
            <a:rect l="textAreaLeft" t="textAreaTop" r="textAreaRight" b="textAreaBottom"/>
            <a:pathLst>
              <a:path w="9725" h="29617">
                <a:moveTo>
                  <a:pt x="4728" y="1"/>
                </a:moveTo>
                <a:cubicBezTo>
                  <a:pt x="4727" y="1"/>
                  <a:pt x="4726" y="1"/>
                  <a:pt x="4724" y="1"/>
                </a:cubicBezTo>
                <a:cubicBezTo>
                  <a:pt x="4374" y="2"/>
                  <a:pt x="4090" y="284"/>
                  <a:pt x="4087" y="635"/>
                </a:cubicBezTo>
                <a:lnTo>
                  <a:pt x="4115" y="6466"/>
                </a:lnTo>
                <a:lnTo>
                  <a:pt x="1246" y="2562"/>
                </a:lnTo>
                <a:cubicBezTo>
                  <a:pt x="1120" y="2391"/>
                  <a:pt x="926" y="2300"/>
                  <a:pt x="728" y="2300"/>
                </a:cubicBezTo>
                <a:cubicBezTo>
                  <a:pt x="597" y="2300"/>
                  <a:pt x="464" y="2340"/>
                  <a:pt x="349" y="2424"/>
                </a:cubicBezTo>
                <a:cubicBezTo>
                  <a:pt x="64" y="2634"/>
                  <a:pt x="1" y="3035"/>
                  <a:pt x="212" y="3321"/>
                </a:cubicBezTo>
                <a:lnTo>
                  <a:pt x="3902" y="8344"/>
                </a:lnTo>
                <a:cubicBezTo>
                  <a:pt x="3960" y="8423"/>
                  <a:pt x="4036" y="8488"/>
                  <a:pt x="4124" y="8532"/>
                </a:cubicBezTo>
                <a:lnTo>
                  <a:pt x="4219" y="28967"/>
                </a:lnTo>
                <a:cubicBezTo>
                  <a:pt x="4214" y="29323"/>
                  <a:pt x="4503" y="29617"/>
                  <a:pt x="4860" y="29617"/>
                </a:cubicBezTo>
                <a:cubicBezTo>
                  <a:pt x="4861" y="29617"/>
                  <a:pt x="4863" y="29617"/>
                  <a:pt x="4864" y="29617"/>
                </a:cubicBezTo>
                <a:cubicBezTo>
                  <a:pt x="5223" y="29615"/>
                  <a:pt x="5510" y="29319"/>
                  <a:pt x="5501" y="28960"/>
                </a:cubicBezTo>
                <a:lnTo>
                  <a:pt x="5429" y="13466"/>
                </a:lnTo>
                <a:lnTo>
                  <a:pt x="9498" y="8583"/>
                </a:lnTo>
                <a:cubicBezTo>
                  <a:pt x="9725" y="8310"/>
                  <a:pt x="9688" y="7907"/>
                  <a:pt x="9415" y="7680"/>
                </a:cubicBezTo>
                <a:cubicBezTo>
                  <a:pt x="9295" y="7580"/>
                  <a:pt x="9149" y="7531"/>
                  <a:pt x="9004" y="7531"/>
                </a:cubicBezTo>
                <a:cubicBezTo>
                  <a:pt x="8821" y="7531"/>
                  <a:pt x="8638" y="7610"/>
                  <a:pt x="8511" y="7763"/>
                </a:cubicBezTo>
                <a:lnTo>
                  <a:pt x="5420" y="11472"/>
                </a:lnTo>
                <a:lnTo>
                  <a:pt x="5369" y="628"/>
                </a:lnTo>
                <a:cubicBezTo>
                  <a:pt x="5360" y="278"/>
                  <a:pt x="5077" y="1"/>
                  <a:pt x="472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51" name="Google Shape;611;p 3"/>
          <p:cNvSpPr/>
          <p:nvPr/>
        </p:nvSpPr>
        <p:spPr>
          <a:xfrm>
            <a:off x="4917960" y="4608360"/>
            <a:ext cx="375840" cy="486720"/>
          </a:xfrm>
          <a:custGeom>
            <a:avLst/>
            <a:gdLst>
              <a:gd name="textAreaLeft" fmla="*/ 0 w 375840"/>
              <a:gd name="textAreaRight" fmla="*/ 376200 w 375840"/>
              <a:gd name="textAreaTop" fmla="*/ 0 h 486720"/>
              <a:gd name="textAreaBottom" fmla="*/ 487080 h 486720"/>
            </a:gdLst>
            <a:ahLst/>
            <a:cxnLst/>
            <a:rect l="textAreaLeft" t="textAreaTop" r="textAreaRight" b="textAreaBottom"/>
            <a:pathLst>
              <a:path w="23165" h="29995">
                <a:moveTo>
                  <a:pt x="11452" y="1"/>
                </a:moveTo>
                <a:cubicBezTo>
                  <a:pt x="5159" y="1"/>
                  <a:pt x="44" y="4724"/>
                  <a:pt x="15" y="10576"/>
                </a:cubicBezTo>
                <a:cubicBezTo>
                  <a:pt x="1" y="13084"/>
                  <a:pt x="925" y="15393"/>
                  <a:pt x="2480" y="17216"/>
                </a:cubicBezTo>
                <a:cubicBezTo>
                  <a:pt x="3703" y="18650"/>
                  <a:pt x="4302" y="20462"/>
                  <a:pt x="4059" y="22276"/>
                </a:cubicBezTo>
                <a:cubicBezTo>
                  <a:pt x="4013" y="22614"/>
                  <a:pt x="3993" y="22954"/>
                  <a:pt x="4002" y="23296"/>
                </a:cubicBezTo>
                <a:cubicBezTo>
                  <a:pt x="4097" y="27003"/>
                  <a:pt x="7411" y="29995"/>
                  <a:pt x="11392" y="29995"/>
                </a:cubicBezTo>
                <a:cubicBezTo>
                  <a:pt x="11424" y="29995"/>
                  <a:pt x="11457" y="29994"/>
                  <a:pt x="11489" y="29994"/>
                </a:cubicBezTo>
                <a:cubicBezTo>
                  <a:pt x="15509" y="29945"/>
                  <a:pt x="18760" y="26912"/>
                  <a:pt x="18779" y="23164"/>
                </a:cubicBezTo>
                <a:cubicBezTo>
                  <a:pt x="18779" y="23016"/>
                  <a:pt x="18776" y="22870"/>
                  <a:pt x="18767" y="22723"/>
                </a:cubicBezTo>
                <a:cubicBezTo>
                  <a:pt x="18637" y="20672"/>
                  <a:pt x="19267" y="18650"/>
                  <a:pt x="20599" y="17008"/>
                </a:cubicBezTo>
                <a:cubicBezTo>
                  <a:pt x="22283" y="14932"/>
                  <a:pt x="23165" y="12262"/>
                  <a:pt x="22820" y="9392"/>
                </a:cubicBezTo>
                <a:cubicBezTo>
                  <a:pt x="22230" y="4524"/>
                  <a:pt x="18064" y="641"/>
                  <a:pt x="12824" y="75"/>
                </a:cubicBezTo>
                <a:cubicBezTo>
                  <a:pt x="12362" y="25"/>
                  <a:pt x="11904" y="1"/>
                  <a:pt x="1145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2" name="Google Shape;612;p 3"/>
          <p:cNvSpPr/>
          <p:nvPr/>
        </p:nvSpPr>
        <p:spPr>
          <a:xfrm>
            <a:off x="5027040" y="4795560"/>
            <a:ext cx="150480" cy="459360"/>
          </a:xfrm>
          <a:custGeom>
            <a:avLst/>
            <a:gdLst>
              <a:gd name="textAreaLeft" fmla="*/ 0 w 150480"/>
              <a:gd name="textAreaRight" fmla="*/ 150840 w 150480"/>
              <a:gd name="textAreaTop" fmla="*/ 0 h 459360"/>
              <a:gd name="textAreaBottom" fmla="*/ 459720 h 459360"/>
            </a:gdLst>
            <a:ahLst/>
            <a:cxnLst/>
            <a:rect l="textAreaLeft" t="textAreaTop" r="textAreaRight" b="textAreaBottom"/>
            <a:pathLst>
              <a:path w="9294" h="28318">
                <a:moveTo>
                  <a:pt x="4778" y="0"/>
                </a:moveTo>
                <a:cubicBezTo>
                  <a:pt x="4436" y="0"/>
                  <a:pt x="4159" y="279"/>
                  <a:pt x="4165" y="622"/>
                </a:cubicBezTo>
                <a:lnTo>
                  <a:pt x="4115" y="10982"/>
                </a:lnTo>
                <a:lnTo>
                  <a:pt x="1163" y="7438"/>
                </a:lnTo>
                <a:cubicBezTo>
                  <a:pt x="1042" y="7288"/>
                  <a:pt x="866" y="7211"/>
                  <a:pt x="688" y="7211"/>
                </a:cubicBezTo>
                <a:cubicBezTo>
                  <a:pt x="549" y="7211"/>
                  <a:pt x="410" y="7258"/>
                  <a:pt x="295" y="7353"/>
                </a:cubicBezTo>
                <a:cubicBezTo>
                  <a:pt x="33" y="7572"/>
                  <a:pt x="1" y="7963"/>
                  <a:pt x="221" y="8222"/>
                </a:cubicBezTo>
                <a:lnTo>
                  <a:pt x="4106" y="12886"/>
                </a:lnTo>
                <a:lnTo>
                  <a:pt x="4038" y="27691"/>
                </a:lnTo>
                <a:cubicBezTo>
                  <a:pt x="4029" y="28034"/>
                  <a:pt x="4304" y="28316"/>
                  <a:pt x="4647" y="28318"/>
                </a:cubicBezTo>
                <a:cubicBezTo>
                  <a:pt x="4648" y="28318"/>
                  <a:pt x="4649" y="28318"/>
                  <a:pt x="4650" y="28318"/>
                </a:cubicBezTo>
                <a:cubicBezTo>
                  <a:pt x="4992" y="28318"/>
                  <a:pt x="5267" y="28038"/>
                  <a:pt x="5264" y="27698"/>
                </a:cubicBezTo>
                <a:lnTo>
                  <a:pt x="5355" y="8174"/>
                </a:lnTo>
                <a:cubicBezTo>
                  <a:pt x="5438" y="8132"/>
                  <a:pt x="5510" y="8070"/>
                  <a:pt x="5566" y="7994"/>
                </a:cubicBezTo>
                <a:lnTo>
                  <a:pt x="9093" y="3195"/>
                </a:lnTo>
                <a:cubicBezTo>
                  <a:pt x="9293" y="2922"/>
                  <a:pt x="9235" y="2538"/>
                  <a:pt x="8962" y="2337"/>
                </a:cubicBezTo>
                <a:cubicBezTo>
                  <a:pt x="8853" y="2257"/>
                  <a:pt x="8726" y="2218"/>
                  <a:pt x="8601" y="2218"/>
                </a:cubicBezTo>
                <a:cubicBezTo>
                  <a:pt x="8412" y="2218"/>
                  <a:pt x="8226" y="2305"/>
                  <a:pt x="8106" y="2469"/>
                </a:cubicBezTo>
                <a:lnTo>
                  <a:pt x="5364" y="6202"/>
                </a:lnTo>
                <a:lnTo>
                  <a:pt x="5364" y="6202"/>
                </a:lnTo>
                <a:lnTo>
                  <a:pt x="5390" y="627"/>
                </a:lnTo>
                <a:cubicBezTo>
                  <a:pt x="5397" y="284"/>
                  <a:pt x="5123" y="2"/>
                  <a:pt x="4781" y="0"/>
                </a:cubicBezTo>
                <a:cubicBezTo>
                  <a:pt x="4780" y="0"/>
                  <a:pt x="4779" y="0"/>
                  <a:pt x="47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53" name="Google Shape;613;p 3"/>
          <p:cNvSpPr/>
          <p:nvPr/>
        </p:nvSpPr>
        <p:spPr>
          <a:xfrm>
            <a:off x="4684680" y="4806000"/>
            <a:ext cx="261000" cy="337680"/>
          </a:xfrm>
          <a:custGeom>
            <a:avLst/>
            <a:gdLst>
              <a:gd name="textAreaLeft" fmla="*/ 0 w 261000"/>
              <a:gd name="textAreaRight" fmla="*/ 261360 w 261000"/>
              <a:gd name="textAreaTop" fmla="*/ 0 h 337680"/>
              <a:gd name="textAreaBottom" fmla="*/ 338040 h 337680"/>
            </a:gdLst>
            <a:ahLst/>
            <a:cxnLst/>
            <a:rect l="textAreaLeft" t="textAreaTop" r="textAreaRight" b="textAreaBottom"/>
            <a:pathLst>
              <a:path w="16091" h="20832">
                <a:moveTo>
                  <a:pt x="8136" y="0"/>
                </a:moveTo>
                <a:cubicBezTo>
                  <a:pt x="7823" y="0"/>
                  <a:pt x="7506" y="17"/>
                  <a:pt x="7185" y="52"/>
                </a:cubicBezTo>
                <a:cubicBezTo>
                  <a:pt x="3546" y="447"/>
                  <a:pt x="652" y="3143"/>
                  <a:pt x="244" y="6525"/>
                </a:cubicBezTo>
                <a:cubicBezTo>
                  <a:pt x="1" y="8517"/>
                  <a:pt x="615" y="10371"/>
                  <a:pt x="1785" y="11814"/>
                </a:cubicBezTo>
                <a:cubicBezTo>
                  <a:pt x="2696" y="12929"/>
                  <a:pt x="3150" y="14347"/>
                  <a:pt x="3057" y="15782"/>
                </a:cubicBezTo>
                <a:cubicBezTo>
                  <a:pt x="3051" y="15882"/>
                  <a:pt x="3048" y="15984"/>
                  <a:pt x="3048" y="16087"/>
                </a:cubicBezTo>
                <a:cubicBezTo>
                  <a:pt x="3062" y="18692"/>
                  <a:pt x="5320" y="20796"/>
                  <a:pt x="8110" y="20832"/>
                </a:cubicBezTo>
                <a:cubicBezTo>
                  <a:pt x="8132" y="20832"/>
                  <a:pt x="8154" y="20832"/>
                  <a:pt x="8176" y="20832"/>
                </a:cubicBezTo>
                <a:cubicBezTo>
                  <a:pt x="10943" y="20832"/>
                  <a:pt x="13244" y="18754"/>
                  <a:pt x="13311" y="16178"/>
                </a:cubicBezTo>
                <a:cubicBezTo>
                  <a:pt x="13316" y="15942"/>
                  <a:pt x="13304" y="15706"/>
                  <a:pt x="13272" y="15472"/>
                </a:cubicBezTo>
                <a:cubicBezTo>
                  <a:pt x="13103" y="14211"/>
                  <a:pt x="13519" y="12953"/>
                  <a:pt x="14368" y="11956"/>
                </a:cubicBezTo>
                <a:cubicBezTo>
                  <a:pt x="15449" y="10690"/>
                  <a:pt x="16090" y="9087"/>
                  <a:pt x="16081" y="7345"/>
                </a:cubicBezTo>
                <a:cubicBezTo>
                  <a:pt x="16062" y="3281"/>
                  <a:pt x="12507" y="0"/>
                  <a:pt x="8136"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4" name="Google Shape;614;p 3"/>
          <p:cNvSpPr/>
          <p:nvPr/>
        </p:nvSpPr>
        <p:spPr>
          <a:xfrm>
            <a:off x="4765320" y="4935960"/>
            <a:ext cx="104400" cy="318600"/>
          </a:xfrm>
          <a:custGeom>
            <a:avLst/>
            <a:gdLst>
              <a:gd name="textAreaLeft" fmla="*/ 0 w 104400"/>
              <a:gd name="textAreaRight" fmla="*/ 104760 w 104400"/>
              <a:gd name="textAreaTop" fmla="*/ 0 h 318600"/>
              <a:gd name="textAreaBottom" fmla="*/ 318960 h 318600"/>
            </a:gdLst>
            <a:ahLst/>
            <a:cxnLst/>
            <a:rect l="textAreaLeft" t="textAreaTop" r="textAreaRight" b="textAreaBottom"/>
            <a:pathLst>
              <a:path w="6451" h="19652">
                <a:moveTo>
                  <a:pt x="3134" y="1"/>
                </a:moveTo>
                <a:cubicBezTo>
                  <a:pt x="2899" y="3"/>
                  <a:pt x="2709" y="195"/>
                  <a:pt x="2711" y="429"/>
                </a:cubicBezTo>
                <a:lnTo>
                  <a:pt x="2729" y="4300"/>
                </a:lnTo>
                <a:lnTo>
                  <a:pt x="825" y="1708"/>
                </a:lnTo>
                <a:cubicBezTo>
                  <a:pt x="741" y="1595"/>
                  <a:pt x="613" y="1535"/>
                  <a:pt x="482" y="1535"/>
                </a:cubicBezTo>
                <a:cubicBezTo>
                  <a:pt x="395" y="1535"/>
                  <a:pt x="307" y="1562"/>
                  <a:pt x="231" y="1618"/>
                </a:cubicBezTo>
                <a:cubicBezTo>
                  <a:pt x="41" y="1755"/>
                  <a:pt x="0" y="2023"/>
                  <a:pt x="139" y="2211"/>
                </a:cubicBezTo>
                <a:lnTo>
                  <a:pt x="2588" y="5545"/>
                </a:lnTo>
                <a:cubicBezTo>
                  <a:pt x="2626" y="5597"/>
                  <a:pt x="2677" y="5641"/>
                  <a:pt x="2736" y="5671"/>
                </a:cubicBezTo>
                <a:lnTo>
                  <a:pt x="2799" y="19229"/>
                </a:lnTo>
                <a:cubicBezTo>
                  <a:pt x="2801" y="19462"/>
                  <a:pt x="2989" y="19652"/>
                  <a:pt x="3224" y="19652"/>
                </a:cubicBezTo>
                <a:cubicBezTo>
                  <a:pt x="3225" y="19652"/>
                  <a:pt x="3226" y="19652"/>
                  <a:pt x="3227" y="19652"/>
                </a:cubicBezTo>
                <a:cubicBezTo>
                  <a:pt x="3461" y="19652"/>
                  <a:pt x="3651" y="19460"/>
                  <a:pt x="3650" y="19225"/>
                </a:cubicBezTo>
                <a:lnTo>
                  <a:pt x="3602" y="8943"/>
                </a:lnTo>
                <a:lnTo>
                  <a:pt x="6300" y="5704"/>
                </a:lnTo>
                <a:cubicBezTo>
                  <a:pt x="6450" y="5523"/>
                  <a:pt x="6425" y="5255"/>
                  <a:pt x="6246" y="5105"/>
                </a:cubicBezTo>
                <a:cubicBezTo>
                  <a:pt x="6166" y="5038"/>
                  <a:pt x="6069" y="5006"/>
                  <a:pt x="5973" y="5006"/>
                </a:cubicBezTo>
                <a:cubicBezTo>
                  <a:pt x="5851" y="5006"/>
                  <a:pt x="5730" y="5058"/>
                  <a:pt x="5645" y="5160"/>
                </a:cubicBezTo>
                <a:lnTo>
                  <a:pt x="3595" y="7620"/>
                </a:lnTo>
                <a:lnTo>
                  <a:pt x="3562" y="425"/>
                </a:lnTo>
                <a:cubicBezTo>
                  <a:pt x="3560" y="189"/>
                  <a:pt x="3370" y="1"/>
                  <a:pt x="313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55" name="Google Shape;615;p 3"/>
          <p:cNvSpPr/>
          <p:nvPr/>
        </p:nvSpPr>
        <p:spPr>
          <a:xfrm>
            <a:off x="3468960" y="4687560"/>
            <a:ext cx="333000" cy="430920"/>
          </a:xfrm>
          <a:custGeom>
            <a:avLst/>
            <a:gdLst>
              <a:gd name="textAreaLeft" fmla="*/ 0 w 333000"/>
              <a:gd name="textAreaRight" fmla="*/ 333360 w 333000"/>
              <a:gd name="textAreaTop" fmla="*/ 0 h 430920"/>
              <a:gd name="textAreaBottom" fmla="*/ 431280 h 430920"/>
            </a:gdLst>
            <a:ahLst/>
            <a:cxnLst/>
            <a:rect l="textAreaLeft" t="textAreaTop" r="textAreaRight" b="textAreaBottom"/>
            <a:pathLst>
              <a:path w="20526" h="26574">
                <a:moveTo>
                  <a:pt x="10378" y="0"/>
                </a:moveTo>
                <a:cubicBezTo>
                  <a:pt x="9979" y="0"/>
                  <a:pt x="9574" y="22"/>
                  <a:pt x="9165" y="66"/>
                </a:cubicBezTo>
                <a:cubicBezTo>
                  <a:pt x="4522" y="568"/>
                  <a:pt x="831" y="4007"/>
                  <a:pt x="309" y="8321"/>
                </a:cubicBezTo>
                <a:cubicBezTo>
                  <a:pt x="1" y="10864"/>
                  <a:pt x="783" y="13228"/>
                  <a:pt x="2275" y="15068"/>
                </a:cubicBezTo>
                <a:cubicBezTo>
                  <a:pt x="3455" y="16523"/>
                  <a:pt x="4013" y="18316"/>
                  <a:pt x="3899" y="20132"/>
                </a:cubicBezTo>
                <a:cubicBezTo>
                  <a:pt x="3892" y="20262"/>
                  <a:pt x="3886" y="20391"/>
                  <a:pt x="3886" y="20523"/>
                </a:cubicBezTo>
                <a:cubicBezTo>
                  <a:pt x="3904" y="23843"/>
                  <a:pt x="6784" y="26529"/>
                  <a:pt x="10345" y="26573"/>
                </a:cubicBezTo>
                <a:cubicBezTo>
                  <a:pt x="10374" y="26573"/>
                  <a:pt x="10403" y="26573"/>
                  <a:pt x="10432" y="26573"/>
                </a:cubicBezTo>
                <a:cubicBezTo>
                  <a:pt x="13960" y="26573"/>
                  <a:pt x="16896" y="23923"/>
                  <a:pt x="16980" y="20639"/>
                </a:cubicBezTo>
                <a:cubicBezTo>
                  <a:pt x="16987" y="20336"/>
                  <a:pt x="16971" y="20035"/>
                  <a:pt x="16930" y="19736"/>
                </a:cubicBezTo>
                <a:cubicBezTo>
                  <a:pt x="16715" y="18129"/>
                  <a:pt x="17244" y="16523"/>
                  <a:pt x="18327" y="15251"/>
                </a:cubicBezTo>
                <a:cubicBezTo>
                  <a:pt x="19706" y="13636"/>
                  <a:pt x="20525" y="11590"/>
                  <a:pt x="20513" y="9369"/>
                </a:cubicBezTo>
                <a:cubicBezTo>
                  <a:pt x="20487" y="4185"/>
                  <a:pt x="15953" y="0"/>
                  <a:pt x="1037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6" name="Google Shape;616;p 3"/>
          <p:cNvSpPr/>
          <p:nvPr/>
        </p:nvSpPr>
        <p:spPr>
          <a:xfrm>
            <a:off x="3571920" y="4853880"/>
            <a:ext cx="133200" cy="406800"/>
          </a:xfrm>
          <a:custGeom>
            <a:avLst/>
            <a:gdLst>
              <a:gd name="textAreaLeft" fmla="*/ 0 w 133200"/>
              <a:gd name="textAreaRight" fmla="*/ 133560 w 133200"/>
              <a:gd name="textAreaTop" fmla="*/ 0 h 406800"/>
              <a:gd name="textAreaBottom" fmla="*/ 407160 h 406800"/>
            </a:gdLst>
            <a:ahLst/>
            <a:cxnLst/>
            <a:rect l="textAreaLeft" t="textAreaTop" r="textAreaRight" b="textAreaBottom"/>
            <a:pathLst>
              <a:path w="8229" h="25069">
                <a:moveTo>
                  <a:pt x="4001" y="0"/>
                </a:moveTo>
                <a:cubicBezTo>
                  <a:pt x="4000" y="0"/>
                  <a:pt x="3999" y="0"/>
                  <a:pt x="3998" y="0"/>
                </a:cubicBezTo>
                <a:cubicBezTo>
                  <a:pt x="3699" y="2"/>
                  <a:pt x="3456" y="245"/>
                  <a:pt x="3457" y="546"/>
                </a:cubicBezTo>
                <a:lnTo>
                  <a:pt x="3482" y="5483"/>
                </a:lnTo>
                <a:lnTo>
                  <a:pt x="1053" y="2177"/>
                </a:lnTo>
                <a:cubicBezTo>
                  <a:pt x="947" y="2031"/>
                  <a:pt x="782" y="1955"/>
                  <a:pt x="616" y="1955"/>
                </a:cubicBezTo>
                <a:cubicBezTo>
                  <a:pt x="504" y="1955"/>
                  <a:pt x="391" y="1989"/>
                  <a:pt x="294" y="2061"/>
                </a:cubicBezTo>
                <a:cubicBezTo>
                  <a:pt x="53" y="2237"/>
                  <a:pt x="0" y="2577"/>
                  <a:pt x="178" y="2820"/>
                </a:cubicBezTo>
                <a:lnTo>
                  <a:pt x="3302" y="7072"/>
                </a:lnTo>
                <a:cubicBezTo>
                  <a:pt x="3352" y="7138"/>
                  <a:pt x="3415" y="7193"/>
                  <a:pt x="3489" y="7230"/>
                </a:cubicBezTo>
                <a:lnTo>
                  <a:pt x="3570" y="24528"/>
                </a:lnTo>
                <a:cubicBezTo>
                  <a:pt x="3572" y="24827"/>
                  <a:pt x="3817" y="25068"/>
                  <a:pt x="4116" y="25068"/>
                </a:cubicBezTo>
                <a:cubicBezTo>
                  <a:pt x="4416" y="25066"/>
                  <a:pt x="4659" y="24822"/>
                  <a:pt x="4657" y="24522"/>
                </a:cubicBezTo>
                <a:lnTo>
                  <a:pt x="4595" y="11406"/>
                </a:lnTo>
                <a:lnTo>
                  <a:pt x="8037" y="7272"/>
                </a:lnTo>
                <a:cubicBezTo>
                  <a:pt x="8229" y="7042"/>
                  <a:pt x="8199" y="6700"/>
                  <a:pt x="7968" y="6508"/>
                </a:cubicBezTo>
                <a:cubicBezTo>
                  <a:pt x="7867" y="6423"/>
                  <a:pt x="7743" y="6382"/>
                  <a:pt x="7621" y="6382"/>
                </a:cubicBezTo>
                <a:cubicBezTo>
                  <a:pt x="7465" y="6382"/>
                  <a:pt x="7309" y="6449"/>
                  <a:pt x="7202" y="6578"/>
                </a:cubicBezTo>
                <a:lnTo>
                  <a:pt x="4588" y="9719"/>
                </a:lnTo>
                <a:lnTo>
                  <a:pt x="4544" y="541"/>
                </a:lnTo>
                <a:cubicBezTo>
                  <a:pt x="4542" y="241"/>
                  <a:pt x="4299" y="0"/>
                  <a:pt x="400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57" name="Google Shape;617;p 3"/>
          <p:cNvSpPr/>
          <p:nvPr/>
        </p:nvSpPr>
        <p:spPr>
          <a:xfrm>
            <a:off x="5753160" y="4549320"/>
            <a:ext cx="394200" cy="510120"/>
          </a:xfrm>
          <a:custGeom>
            <a:avLst/>
            <a:gdLst>
              <a:gd name="textAreaLeft" fmla="*/ 0 w 394200"/>
              <a:gd name="textAreaRight" fmla="*/ 394560 w 394200"/>
              <a:gd name="textAreaTop" fmla="*/ 0 h 510120"/>
              <a:gd name="textAreaBottom" fmla="*/ 510480 h 510120"/>
            </a:gdLst>
            <a:ahLst/>
            <a:cxnLst/>
            <a:rect l="textAreaLeft" t="textAreaTop" r="textAreaRight" b="textAreaBottom"/>
            <a:pathLst>
              <a:path w="24293" h="31453">
                <a:moveTo>
                  <a:pt x="12008" y="1"/>
                </a:moveTo>
                <a:cubicBezTo>
                  <a:pt x="5409" y="1"/>
                  <a:pt x="46" y="4954"/>
                  <a:pt x="15" y="11088"/>
                </a:cubicBezTo>
                <a:cubicBezTo>
                  <a:pt x="1" y="13718"/>
                  <a:pt x="971" y="16140"/>
                  <a:pt x="2602" y="18053"/>
                </a:cubicBezTo>
                <a:cubicBezTo>
                  <a:pt x="3884" y="19557"/>
                  <a:pt x="4511" y="21459"/>
                  <a:pt x="4256" y="23361"/>
                </a:cubicBezTo>
                <a:cubicBezTo>
                  <a:pt x="4208" y="23715"/>
                  <a:pt x="4189" y="24071"/>
                  <a:pt x="4198" y="24428"/>
                </a:cubicBezTo>
                <a:cubicBezTo>
                  <a:pt x="4296" y="28318"/>
                  <a:pt x="7772" y="31453"/>
                  <a:pt x="11949" y="31453"/>
                </a:cubicBezTo>
                <a:cubicBezTo>
                  <a:pt x="11982" y="31453"/>
                  <a:pt x="12016" y="31453"/>
                  <a:pt x="12050" y="31452"/>
                </a:cubicBezTo>
                <a:cubicBezTo>
                  <a:pt x="16264" y="31400"/>
                  <a:pt x="19673" y="28220"/>
                  <a:pt x="19694" y="24289"/>
                </a:cubicBezTo>
                <a:cubicBezTo>
                  <a:pt x="19694" y="24134"/>
                  <a:pt x="19690" y="23981"/>
                  <a:pt x="19680" y="23828"/>
                </a:cubicBezTo>
                <a:cubicBezTo>
                  <a:pt x="19544" y="21677"/>
                  <a:pt x="20204" y="19557"/>
                  <a:pt x="21601" y="17836"/>
                </a:cubicBezTo>
                <a:cubicBezTo>
                  <a:pt x="23366" y="15657"/>
                  <a:pt x="24292" y="12857"/>
                  <a:pt x="23930" y="9849"/>
                </a:cubicBezTo>
                <a:cubicBezTo>
                  <a:pt x="23313" y="4743"/>
                  <a:pt x="18942" y="672"/>
                  <a:pt x="13448" y="79"/>
                </a:cubicBezTo>
                <a:cubicBezTo>
                  <a:pt x="12963" y="26"/>
                  <a:pt x="12482" y="1"/>
                  <a:pt x="12008" y="1"/>
                </a:cubicBezTo>
                <a:close/>
              </a:path>
            </a:pathLst>
          </a:custGeom>
          <a:solidFill>
            <a:srgbClr val="FFCB6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8" name="Google Shape;618;p 3"/>
          <p:cNvSpPr/>
          <p:nvPr/>
        </p:nvSpPr>
        <p:spPr>
          <a:xfrm>
            <a:off x="5867280" y="4775400"/>
            <a:ext cx="157680" cy="481320"/>
          </a:xfrm>
          <a:custGeom>
            <a:avLst/>
            <a:gdLst>
              <a:gd name="textAreaLeft" fmla="*/ 0 w 157680"/>
              <a:gd name="textAreaRight" fmla="*/ 158040 w 157680"/>
              <a:gd name="textAreaTop" fmla="*/ 0 h 481320"/>
              <a:gd name="textAreaBottom" fmla="*/ 481680 h 481320"/>
            </a:gdLst>
            <a:ahLst/>
            <a:cxnLst/>
            <a:rect l="textAreaLeft" t="textAreaTop" r="textAreaRight" b="textAreaBottom"/>
            <a:pathLst>
              <a:path w="9740" h="29673">
                <a:moveTo>
                  <a:pt x="5005" y="0"/>
                </a:moveTo>
                <a:cubicBezTo>
                  <a:pt x="4651" y="0"/>
                  <a:pt x="4364" y="287"/>
                  <a:pt x="4362" y="640"/>
                </a:cubicBezTo>
                <a:lnTo>
                  <a:pt x="4311" y="11503"/>
                </a:lnTo>
                <a:lnTo>
                  <a:pt x="1216" y="7787"/>
                </a:lnTo>
                <a:cubicBezTo>
                  <a:pt x="1089" y="7635"/>
                  <a:pt x="906" y="7557"/>
                  <a:pt x="722" y="7557"/>
                </a:cubicBezTo>
                <a:cubicBezTo>
                  <a:pt x="577" y="7557"/>
                  <a:pt x="431" y="7606"/>
                  <a:pt x="311" y="7706"/>
                </a:cubicBezTo>
                <a:cubicBezTo>
                  <a:pt x="38" y="7933"/>
                  <a:pt x="1" y="8338"/>
                  <a:pt x="228" y="8611"/>
                </a:cubicBezTo>
                <a:lnTo>
                  <a:pt x="4300" y="13502"/>
                </a:lnTo>
                <a:lnTo>
                  <a:pt x="4228" y="29026"/>
                </a:lnTo>
                <a:cubicBezTo>
                  <a:pt x="4226" y="29382"/>
                  <a:pt x="4513" y="29671"/>
                  <a:pt x="4867" y="29673"/>
                </a:cubicBezTo>
                <a:cubicBezTo>
                  <a:pt x="4868" y="29673"/>
                  <a:pt x="4870" y="29673"/>
                  <a:pt x="4871" y="29673"/>
                </a:cubicBezTo>
                <a:cubicBezTo>
                  <a:pt x="5225" y="29673"/>
                  <a:pt x="5512" y="29386"/>
                  <a:pt x="5514" y="29033"/>
                </a:cubicBezTo>
                <a:lnTo>
                  <a:pt x="5609" y="8560"/>
                </a:lnTo>
                <a:cubicBezTo>
                  <a:pt x="5697" y="8516"/>
                  <a:pt x="5773" y="8451"/>
                  <a:pt x="5831" y="8372"/>
                </a:cubicBezTo>
                <a:lnTo>
                  <a:pt x="9529" y="3338"/>
                </a:lnTo>
                <a:cubicBezTo>
                  <a:pt x="9739" y="3053"/>
                  <a:pt x="9677" y="2651"/>
                  <a:pt x="9392" y="2440"/>
                </a:cubicBezTo>
                <a:cubicBezTo>
                  <a:pt x="9278" y="2356"/>
                  <a:pt x="9145" y="2315"/>
                  <a:pt x="9013" y="2315"/>
                </a:cubicBezTo>
                <a:cubicBezTo>
                  <a:pt x="8815" y="2315"/>
                  <a:pt x="8620" y="2406"/>
                  <a:pt x="8494" y="2577"/>
                </a:cubicBezTo>
                <a:lnTo>
                  <a:pt x="5619" y="6491"/>
                </a:lnTo>
                <a:lnTo>
                  <a:pt x="5648" y="647"/>
                </a:lnTo>
                <a:cubicBezTo>
                  <a:pt x="5649" y="291"/>
                  <a:pt x="5362" y="2"/>
                  <a:pt x="5008" y="0"/>
                </a:cubicBezTo>
                <a:cubicBezTo>
                  <a:pt x="5007" y="0"/>
                  <a:pt x="5006" y="0"/>
                  <a:pt x="500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59" name="Google Shape;619;p 3"/>
          <p:cNvSpPr/>
          <p:nvPr/>
        </p:nvSpPr>
        <p:spPr>
          <a:xfrm>
            <a:off x="6030360" y="4312440"/>
            <a:ext cx="476280" cy="616680"/>
          </a:xfrm>
          <a:custGeom>
            <a:avLst/>
            <a:gdLst>
              <a:gd name="textAreaLeft" fmla="*/ 0 w 476280"/>
              <a:gd name="textAreaRight" fmla="*/ 476640 w 476280"/>
              <a:gd name="textAreaTop" fmla="*/ 0 h 616680"/>
              <a:gd name="textAreaBottom" fmla="*/ 617040 h 616680"/>
            </a:gdLst>
            <a:ahLst/>
            <a:cxnLst/>
            <a:rect l="textAreaLeft" t="textAreaTop" r="textAreaRight" b="textAreaBottom"/>
            <a:pathLst>
              <a:path w="29352" h="38014">
                <a:moveTo>
                  <a:pt x="14499" y="0"/>
                </a:moveTo>
                <a:cubicBezTo>
                  <a:pt x="6491" y="0"/>
                  <a:pt x="0" y="6029"/>
                  <a:pt x="0" y="13466"/>
                </a:cubicBezTo>
                <a:cubicBezTo>
                  <a:pt x="0" y="16645"/>
                  <a:pt x="1185" y="19565"/>
                  <a:pt x="3169" y="21867"/>
                </a:cubicBezTo>
                <a:cubicBezTo>
                  <a:pt x="4727" y="23677"/>
                  <a:pt x="5499" y="25972"/>
                  <a:pt x="5199" y="28273"/>
                </a:cubicBezTo>
                <a:cubicBezTo>
                  <a:pt x="5145" y="28701"/>
                  <a:pt x="5124" y="29132"/>
                  <a:pt x="5138" y="29564"/>
                </a:cubicBezTo>
                <a:cubicBezTo>
                  <a:pt x="5279" y="34250"/>
                  <a:pt x="9474" y="38014"/>
                  <a:pt x="14501" y="38014"/>
                </a:cubicBezTo>
                <a:cubicBezTo>
                  <a:pt x="14557" y="38014"/>
                  <a:pt x="14612" y="38013"/>
                  <a:pt x="14668" y="38012"/>
                </a:cubicBezTo>
                <a:cubicBezTo>
                  <a:pt x="19762" y="37926"/>
                  <a:pt x="23864" y="34065"/>
                  <a:pt x="23864" y="29315"/>
                </a:cubicBezTo>
                <a:cubicBezTo>
                  <a:pt x="23864" y="29129"/>
                  <a:pt x="23857" y="28942"/>
                  <a:pt x="23844" y="28759"/>
                </a:cubicBezTo>
                <a:cubicBezTo>
                  <a:pt x="23666" y="26161"/>
                  <a:pt x="24452" y="23593"/>
                  <a:pt x="26129" y="21506"/>
                </a:cubicBezTo>
                <a:cubicBezTo>
                  <a:pt x="28249" y="18864"/>
                  <a:pt x="29352" y="15475"/>
                  <a:pt x="28894" y="11842"/>
                </a:cubicBezTo>
                <a:cubicBezTo>
                  <a:pt x="28117" y="5674"/>
                  <a:pt x="22810" y="776"/>
                  <a:pt x="16167" y="87"/>
                </a:cubicBezTo>
                <a:cubicBezTo>
                  <a:pt x="15605" y="29"/>
                  <a:pt x="15048" y="0"/>
                  <a:pt x="14499"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60" name="Google Shape;620;p 3"/>
          <p:cNvSpPr/>
          <p:nvPr/>
        </p:nvSpPr>
        <p:spPr>
          <a:xfrm>
            <a:off x="6174000" y="4548600"/>
            <a:ext cx="185760" cy="708480"/>
          </a:xfrm>
          <a:custGeom>
            <a:avLst/>
            <a:gdLst>
              <a:gd name="textAreaLeft" fmla="*/ 0 w 185760"/>
              <a:gd name="textAreaRight" fmla="*/ 186120 w 185760"/>
              <a:gd name="textAreaTop" fmla="*/ 0 h 708480"/>
              <a:gd name="textAreaBottom" fmla="*/ 708840 h 708480"/>
            </a:gdLst>
            <a:ahLst/>
            <a:cxnLst/>
            <a:rect l="textAreaLeft" t="textAreaTop" r="textAreaRight" b="textAreaBottom"/>
            <a:pathLst>
              <a:path w="11465" h="43654">
                <a:moveTo>
                  <a:pt x="5720" y="0"/>
                </a:moveTo>
                <a:cubicBezTo>
                  <a:pt x="5426" y="0"/>
                  <a:pt x="5188" y="236"/>
                  <a:pt x="5188" y="531"/>
                </a:cubicBezTo>
                <a:lnTo>
                  <a:pt x="5188" y="8326"/>
                </a:lnTo>
                <a:lnTo>
                  <a:pt x="1309" y="2993"/>
                </a:lnTo>
                <a:cubicBezTo>
                  <a:pt x="1205" y="2850"/>
                  <a:pt x="1043" y="2774"/>
                  <a:pt x="879" y="2774"/>
                </a:cubicBezTo>
                <a:cubicBezTo>
                  <a:pt x="771" y="2774"/>
                  <a:pt x="662" y="2807"/>
                  <a:pt x="568" y="2875"/>
                </a:cubicBezTo>
                <a:cubicBezTo>
                  <a:pt x="330" y="3047"/>
                  <a:pt x="277" y="3380"/>
                  <a:pt x="450" y="3616"/>
                </a:cubicBezTo>
                <a:lnTo>
                  <a:pt x="4890" y="9721"/>
                </a:lnTo>
                <a:cubicBezTo>
                  <a:pt x="4962" y="9820"/>
                  <a:pt x="5068" y="9890"/>
                  <a:pt x="5188" y="9920"/>
                </a:cubicBezTo>
                <a:lnTo>
                  <a:pt x="5188" y="14337"/>
                </a:lnTo>
                <a:lnTo>
                  <a:pt x="992" y="9346"/>
                </a:lnTo>
                <a:cubicBezTo>
                  <a:pt x="888" y="9227"/>
                  <a:pt x="741" y="9165"/>
                  <a:pt x="594" y="9165"/>
                </a:cubicBezTo>
                <a:cubicBezTo>
                  <a:pt x="474" y="9165"/>
                  <a:pt x="352" y="9206"/>
                  <a:pt x="253" y="9289"/>
                </a:cubicBezTo>
                <a:cubicBezTo>
                  <a:pt x="32" y="9474"/>
                  <a:pt x="1" y="9802"/>
                  <a:pt x="180" y="10027"/>
                </a:cubicBezTo>
                <a:lnTo>
                  <a:pt x="5189" y="15984"/>
                </a:lnTo>
                <a:lnTo>
                  <a:pt x="5189" y="43124"/>
                </a:lnTo>
                <a:cubicBezTo>
                  <a:pt x="5189" y="43416"/>
                  <a:pt x="5427" y="43654"/>
                  <a:pt x="5720" y="43654"/>
                </a:cubicBezTo>
                <a:lnTo>
                  <a:pt x="5737" y="43654"/>
                </a:lnTo>
                <a:cubicBezTo>
                  <a:pt x="6030" y="43654"/>
                  <a:pt x="6267" y="43416"/>
                  <a:pt x="6267" y="43124"/>
                </a:cubicBezTo>
                <a:lnTo>
                  <a:pt x="6267" y="15986"/>
                </a:lnTo>
                <a:lnTo>
                  <a:pt x="11276" y="10027"/>
                </a:lnTo>
                <a:cubicBezTo>
                  <a:pt x="11465" y="9804"/>
                  <a:pt x="11435" y="9469"/>
                  <a:pt x="11211" y="9281"/>
                </a:cubicBezTo>
                <a:cubicBezTo>
                  <a:pt x="11112" y="9197"/>
                  <a:pt x="10991" y="9156"/>
                  <a:pt x="10870" y="9156"/>
                </a:cubicBezTo>
                <a:cubicBezTo>
                  <a:pt x="10718" y="9156"/>
                  <a:pt x="10568" y="9220"/>
                  <a:pt x="10463" y="9346"/>
                </a:cubicBezTo>
                <a:lnTo>
                  <a:pt x="6266" y="14337"/>
                </a:lnTo>
                <a:lnTo>
                  <a:pt x="6266" y="9920"/>
                </a:lnTo>
                <a:cubicBezTo>
                  <a:pt x="6385" y="9890"/>
                  <a:pt x="6491" y="9820"/>
                  <a:pt x="6563" y="9721"/>
                </a:cubicBezTo>
                <a:lnTo>
                  <a:pt x="11005" y="3616"/>
                </a:lnTo>
                <a:cubicBezTo>
                  <a:pt x="11176" y="3380"/>
                  <a:pt x="11123" y="3047"/>
                  <a:pt x="10887" y="2875"/>
                </a:cubicBezTo>
                <a:cubicBezTo>
                  <a:pt x="10793" y="2807"/>
                  <a:pt x="10683" y="2774"/>
                  <a:pt x="10575" y="2774"/>
                </a:cubicBezTo>
                <a:cubicBezTo>
                  <a:pt x="10411" y="2774"/>
                  <a:pt x="10250" y="2850"/>
                  <a:pt x="10146" y="2993"/>
                </a:cubicBezTo>
                <a:lnTo>
                  <a:pt x="6266" y="8326"/>
                </a:lnTo>
                <a:lnTo>
                  <a:pt x="6266" y="531"/>
                </a:lnTo>
                <a:cubicBezTo>
                  <a:pt x="6266" y="236"/>
                  <a:pt x="6030" y="0"/>
                  <a:pt x="573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61" name="Google Shape;621;p 3"/>
          <p:cNvSpPr/>
          <p:nvPr/>
        </p:nvSpPr>
        <p:spPr>
          <a:xfrm>
            <a:off x="5257800" y="369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0"/>
                </a:moveTo>
                <a:cubicBezTo>
                  <a:pt x="821" y="0"/>
                  <a:pt x="0" y="821"/>
                  <a:pt x="0" y="1841"/>
                </a:cubicBezTo>
                <a:lnTo>
                  <a:pt x="0" y="1843"/>
                </a:lnTo>
                <a:cubicBezTo>
                  <a:pt x="0" y="2863"/>
                  <a:pt x="821" y="3683"/>
                  <a:pt x="1841" y="3683"/>
                </a:cubicBezTo>
                <a:cubicBezTo>
                  <a:pt x="2860" y="3683"/>
                  <a:pt x="3683" y="2863"/>
                  <a:pt x="3683" y="1843"/>
                </a:cubicBezTo>
                <a:lnTo>
                  <a:pt x="3683" y="1841"/>
                </a:lnTo>
                <a:cubicBezTo>
                  <a:pt x="3683" y="821"/>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2" name="Google Shape;622;p 3"/>
          <p:cNvSpPr/>
          <p:nvPr/>
        </p:nvSpPr>
        <p:spPr>
          <a:xfrm>
            <a:off x="5150160" y="3583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2" y="0"/>
                  <a:pt x="1" y="821"/>
                  <a:pt x="1" y="1842"/>
                </a:cubicBezTo>
                <a:cubicBezTo>
                  <a:pt x="1" y="2862"/>
                  <a:pt x="822" y="3685"/>
                  <a:pt x="1841" y="3685"/>
                </a:cubicBezTo>
                <a:lnTo>
                  <a:pt x="1843" y="3685"/>
                </a:lnTo>
                <a:cubicBezTo>
                  <a:pt x="2863" y="3685"/>
                  <a:pt x="3684" y="2862"/>
                  <a:pt x="3684" y="1842"/>
                </a:cubicBez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3" name="Google Shape;623;p 3"/>
          <p:cNvSpPr/>
          <p:nvPr/>
        </p:nvSpPr>
        <p:spPr>
          <a:xfrm>
            <a:off x="5257800" y="3583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1"/>
                  <a:pt x="0" y="1842"/>
                </a:cubicBezTo>
                <a:cubicBezTo>
                  <a:pt x="0" y="2862"/>
                  <a:pt x="821" y="3685"/>
                  <a:pt x="1841" y="3685"/>
                </a:cubicBezTo>
                <a:cubicBezTo>
                  <a:pt x="2860" y="3685"/>
                  <a:pt x="3683" y="2862"/>
                  <a:pt x="3683" y="1842"/>
                </a:cubicBezTo>
                <a:cubicBezTo>
                  <a:pt x="3683" y="821"/>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4" name="Google Shape;624;p 3"/>
          <p:cNvSpPr/>
          <p:nvPr/>
        </p:nvSpPr>
        <p:spPr>
          <a:xfrm>
            <a:off x="5042880" y="3583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1"/>
                  <a:pt x="1" y="1842"/>
                </a:cubicBezTo>
                <a:cubicBezTo>
                  <a:pt x="1" y="2862"/>
                  <a:pt x="822" y="3685"/>
                  <a:pt x="1843" y="3685"/>
                </a:cubicBezTo>
                <a:lnTo>
                  <a:pt x="1845" y="3685"/>
                </a:lnTo>
                <a:cubicBezTo>
                  <a:pt x="2865" y="3685"/>
                  <a:pt x="3685" y="2862"/>
                  <a:pt x="3685" y="1842"/>
                </a:cubicBezTo>
                <a:cubicBezTo>
                  <a:pt x="3685" y="821"/>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5" name="Google Shape;625;p 3"/>
          <p:cNvSpPr/>
          <p:nvPr/>
        </p:nvSpPr>
        <p:spPr>
          <a:xfrm>
            <a:off x="5042880" y="369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0"/>
                </a:moveTo>
                <a:cubicBezTo>
                  <a:pt x="822" y="0"/>
                  <a:pt x="1" y="821"/>
                  <a:pt x="1" y="1841"/>
                </a:cubicBezTo>
                <a:lnTo>
                  <a:pt x="1" y="1843"/>
                </a:lnTo>
                <a:cubicBezTo>
                  <a:pt x="1" y="2863"/>
                  <a:pt x="822" y="3683"/>
                  <a:pt x="1843" y="3683"/>
                </a:cubicBezTo>
                <a:lnTo>
                  <a:pt x="1845" y="3683"/>
                </a:lnTo>
                <a:cubicBezTo>
                  <a:pt x="2865" y="3683"/>
                  <a:pt x="3685" y="2863"/>
                  <a:pt x="3685" y="1843"/>
                </a:cubicBezTo>
                <a:lnTo>
                  <a:pt x="3685" y="1841"/>
                </a:lnTo>
                <a:cubicBezTo>
                  <a:pt x="3685" y="821"/>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6" name="Google Shape;626;p 3"/>
          <p:cNvSpPr/>
          <p:nvPr/>
        </p:nvSpPr>
        <p:spPr>
          <a:xfrm>
            <a:off x="5042880" y="3801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3">
                <a:moveTo>
                  <a:pt x="1843" y="0"/>
                </a:moveTo>
                <a:cubicBezTo>
                  <a:pt x="822" y="0"/>
                  <a:pt x="1" y="821"/>
                  <a:pt x="1" y="1841"/>
                </a:cubicBezTo>
                <a:lnTo>
                  <a:pt x="1" y="1842"/>
                </a:lnTo>
                <a:cubicBezTo>
                  <a:pt x="1" y="2862"/>
                  <a:pt x="822" y="3683"/>
                  <a:pt x="1843" y="3683"/>
                </a:cubicBezTo>
                <a:lnTo>
                  <a:pt x="1845" y="3683"/>
                </a:lnTo>
                <a:cubicBezTo>
                  <a:pt x="2865" y="3683"/>
                  <a:pt x="3685" y="2862"/>
                  <a:pt x="3685" y="1842"/>
                </a:cubicBezTo>
                <a:lnTo>
                  <a:pt x="3685" y="1841"/>
                </a:lnTo>
                <a:cubicBezTo>
                  <a:pt x="3685" y="821"/>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7" name="Google Shape;627;p 3"/>
          <p:cNvSpPr/>
          <p:nvPr/>
        </p:nvSpPr>
        <p:spPr>
          <a:xfrm>
            <a:off x="5150160" y="3801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3">
                <a:moveTo>
                  <a:pt x="1841" y="0"/>
                </a:moveTo>
                <a:cubicBezTo>
                  <a:pt x="822" y="0"/>
                  <a:pt x="1" y="821"/>
                  <a:pt x="1" y="1841"/>
                </a:cubicBezTo>
                <a:lnTo>
                  <a:pt x="1" y="1842"/>
                </a:lnTo>
                <a:cubicBezTo>
                  <a:pt x="1" y="2862"/>
                  <a:pt x="822" y="3683"/>
                  <a:pt x="1841" y="3683"/>
                </a:cubicBezTo>
                <a:lnTo>
                  <a:pt x="1843" y="3683"/>
                </a:lnTo>
                <a:cubicBezTo>
                  <a:pt x="2863" y="3683"/>
                  <a:pt x="3684" y="2862"/>
                  <a:pt x="3684" y="1842"/>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8" name="Google Shape;628;p 3"/>
          <p:cNvSpPr/>
          <p:nvPr/>
        </p:nvSpPr>
        <p:spPr>
          <a:xfrm>
            <a:off x="5150160" y="3910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1"/>
                </a:moveTo>
                <a:cubicBezTo>
                  <a:pt x="822" y="1"/>
                  <a:pt x="1" y="823"/>
                  <a:pt x="1" y="1843"/>
                </a:cubicBezTo>
                <a:cubicBezTo>
                  <a:pt x="1" y="2864"/>
                  <a:pt x="822" y="3685"/>
                  <a:pt x="1841" y="3685"/>
                </a:cubicBezTo>
                <a:lnTo>
                  <a:pt x="1843" y="3685"/>
                </a:lnTo>
                <a:cubicBezTo>
                  <a:pt x="2863" y="3685"/>
                  <a:pt x="3684" y="2864"/>
                  <a:pt x="3684" y="1843"/>
                </a:cubicBezTo>
                <a:cubicBezTo>
                  <a:pt x="3684"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Tree>
    <p:extLst>
      <p:ext uri="{BB962C8B-B14F-4D97-AF65-F5344CB8AC3E}">
        <p14:creationId xmlns:p14="http://schemas.microsoft.com/office/powerpoint/2010/main" val="3637359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7" name="PlaceHolder 1"/>
          <p:cNvSpPr>
            <a:spLocks noGrp="1"/>
          </p:cNvSpPr>
          <p:nvPr>
            <p:ph type="title"/>
          </p:nvPr>
        </p:nvSpPr>
        <p:spPr>
          <a:xfrm>
            <a:off x="790920" y="720000"/>
            <a:ext cx="5011920" cy="313920"/>
          </a:xfrm>
          <a:prstGeom prst="rect">
            <a:avLst/>
          </a:prstGeom>
          <a:noFill/>
          <a:ln w="0">
            <a:noFill/>
          </a:ln>
        </p:spPr>
        <p:txBody>
          <a:bodyPr lIns="91440" tIns="91440" rIns="91440" bIns="91440" anchor="b">
            <a:noAutofit/>
          </a:bodyPr>
          <a:lstStyle/>
          <a:p>
            <a:pPr indent="0">
              <a:lnSpc>
                <a:spcPct val="100000"/>
              </a:lnSpc>
              <a:buNone/>
              <a:tabLst>
                <a:tab pos="0" algn="l"/>
              </a:tabLst>
            </a:pPr>
            <a:r>
              <a:rPr lang="en" sz="1200" b="0" u="none" strike="noStrike">
                <a:solidFill>
                  <a:srgbClr val="FFFFFF"/>
                </a:solidFill>
                <a:effectLst/>
                <a:uFillTx/>
                <a:latin typeface="Montserrat ExtraBold"/>
                <a:ea typeface="Montserrat ExtraBold"/>
              </a:rPr>
              <a:t>Big Data Model</a:t>
            </a:r>
            <a:endParaRPr lang="en-US" sz="1200" b="0" u="none" strike="noStrike">
              <a:solidFill>
                <a:srgbClr val="000000"/>
              </a:solidFill>
              <a:effectLst/>
              <a:uFillTx/>
              <a:latin typeface="Arial"/>
            </a:endParaRPr>
          </a:p>
        </p:txBody>
      </p:sp>
      <p:pic>
        <p:nvPicPr>
          <p:cNvPr id="3" name="Picture 2">
            <a:extLst>
              <a:ext uri="{FF2B5EF4-FFF2-40B4-BE49-F238E27FC236}">
                <a16:creationId xmlns:a16="http://schemas.microsoft.com/office/drawing/2014/main" id="{24EDBDC9-6F4E-48A5-8CDC-A6ACA18AE566}"/>
              </a:ext>
            </a:extLst>
          </p:cNvPr>
          <p:cNvPicPr>
            <a:picLocks noChangeAspect="1"/>
          </p:cNvPicPr>
          <p:nvPr/>
        </p:nvPicPr>
        <p:blipFill>
          <a:blip r:embed="rId2"/>
          <a:stretch>
            <a:fillRect/>
          </a:stretch>
        </p:blipFill>
        <p:spPr>
          <a:xfrm>
            <a:off x="314247" y="1033920"/>
            <a:ext cx="3438180" cy="3950752"/>
          </a:xfrm>
          <a:prstGeom prst="rect">
            <a:avLst/>
          </a:prstGeom>
        </p:spPr>
      </p:pic>
      <p:pic>
        <p:nvPicPr>
          <p:cNvPr id="5" name="Picture 4">
            <a:extLst>
              <a:ext uri="{FF2B5EF4-FFF2-40B4-BE49-F238E27FC236}">
                <a16:creationId xmlns:a16="http://schemas.microsoft.com/office/drawing/2014/main" id="{FDF6CB8F-4713-4E14-B0FD-D942855815FC}"/>
              </a:ext>
            </a:extLst>
          </p:cNvPr>
          <p:cNvPicPr>
            <a:picLocks noChangeAspect="1"/>
          </p:cNvPicPr>
          <p:nvPr/>
        </p:nvPicPr>
        <p:blipFill>
          <a:blip r:embed="rId3"/>
          <a:stretch>
            <a:fillRect/>
          </a:stretch>
        </p:blipFill>
        <p:spPr>
          <a:xfrm>
            <a:off x="4229100" y="121920"/>
            <a:ext cx="4653668" cy="2165957"/>
          </a:xfrm>
          <a:prstGeom prst="rect">
            <a:avLst/>
          </a:prstGeom>
        </p:spPr>
      </p:pic>
      <p:pic>
        <p:nvPicPr>
          <p:cNvPr id="7" name="Picture 6">
            <a:extLst>
              <a:ext uri="{FF2B5EF4-FFF2-40B4-BE49-F238E27FC236}">
                <a16:creationId xmlns:a16="http://schemas.microsoft.com/office/drawing/2014/main" id="{34777CD6-84C1-4611-A0CC-D64F4B57374A}"/>
              </a:ext>
            </a:extLst>
          </p:cNvPr>
          <p:cNvPicPr>
            <a:picLocks noChangeAspect="1"/>
          </p:cNvPicPr>
          <p:nvPr/>
        </p:nvPicPr>
        <p:blipFill>
          <a:blip r:embed="rId4"/>
          <a:stretch>
            <a:fillRect/>
          </a:stretch>
        </p:blipFill>
        <p:spPr>
          <a:xfrm>
            <a:off x="4918146" y="2459659"/>
            <a:ext cx="3264041" cy="252501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 name="PlaceHolder 1"/>
          <p:cNvSpPr>
            <a:spLocks noGrp="1"/>
          </p:cNvSpPr>
          <p:nvPr>
            <p:ph type="title"/>
          </p:nvPr>
        </p:nvSpPr>
        <p:spPr>
          <a:xfrm>
            <a:off x="790920" y="720000"/>
            <a:ext cx="5011920" cy="313920"/>
          </a:xfrm>
          <a:prstGeom prst="rect">
            <a:avLst/>
          </a:prstGeom>
          <a:noFill/>
          <a:ln w="0">
            <a:noFill/>
          </a:ln>
        </p:spPr>
        <p:txBody>
          <a:bodyPr lIns="91440" tIns="91440" rIns="91440" bIns="91440" anchor="b">
            <a:noAutofit/>
          </a:bodyPr>
          <a:lstStyle/>
          <a:p>
            <a:pPr indent="0">
              <a:lnSpc>
                <a:spcPct val="100000"/>
              </a:lnSpc>
              <a:buNone/>
              <a:tabLst>
                <a:tab pos="0" algn="l"/>
              </a:tabLst>
            </a:pPr>
            <a:r>
              <a:rPr lang="en" sz="1200" b="0" u="none" strike="noStrike" dirty="0">
                <a:solidFill>
                  <a:srgbClr val="FFFFFF"/>
                </a:solidFill>
                <a:effectLst/>
                <a:uFillTx/>
                <a:latin typeface="Montserrat ExtraBold"/>
                <a:ea typeface="Montserrat ExtraBold"/>
              </a:rPr>
              <a:t>NO Big Data Model</a:t>
            </a:r>
            <a:endParaRPr lang="en-US" sz="1200" b="0" u="none" strike="noStrike" dirty="0">
              <a:solidFill>
                <a:srgbClr val="000000"/>
              </a:solidFill>
              <a:effectLst/>
              <a:uFillTx/>
              <a:latin typeface="Arial"/>
            </a:endParaRPr>
          </a:p>
        </p:txBody>
      </p:sp>
      <p:sp>
        <p:nvSpPr>
          <p:cNvPr id="693" name="PlaceHolder 2"/>
          <p:cNvSpPr>
            <a:spLocks noGrp="1"/>
          </p:cNvSpPr>
          <p:nvPr>
            <p:ph type="title"/>
          </p:nvPr>
        </p:nvSpPr>
        <p:spPr>
          <a:xfrm>
            <a:off x="611280" y="2112584"/>
            <a:ext cx="2559960" cy="318960"/>
          </a:xfrm>
          <a:prstGeom prst="rect">
            <a:avLst/>
          </a:prstGeom>
          <a:noFill/>
          <a:ln w="0">
            <a:noFill/>
          </a:ln>
        </p:spPr>
        <p:txBody>
          <a:bodyPr lIns="91440" tIns="91440" rIns="91440" bIns="91440" anchor="b">
            <a:noAutofit/>
          </a:bodyPr>
          <a:lstStyle/>
          <a:p>
            <a:pPr indent="0" algn="ctr">
              <a:lnSpc>
                <a:spcPct val="100000"/>
              </a:lnSpc>
              <a:buNone/>
              <a:tabLst>
                <a:tab pos="0" algn="l"/>
              </a:tabLst>
            </a:pPr>
            <a:r>
              <a:rPr lang="en" sz="1200" dirty="0">
                <a:solidFill>
                  <a:srgbClr val="434343"/>
                </a:solidFill>
                <a:latin typeface="Montserrat ExtraBold"/>
              </a:rPr>
              <a:t>Simplifed version</a:t>
            </a:r>
            <a:endParaRPr lang="en-US" sz="1200" b="0" u="none" strike="noStrike" dirty="0">
              <a:solidFill>
                <a:srgbClr val="000000"/>
              </a:solidFill>
              <a:effectLst/>
              <a:uFillTx/>
              <a:latin typeface="Arial"/>
            </a:endParaRPr>
          </a:p>
        </p:txBody>
      </p:sp>
      <p:sp>
        <p:nvSpPr>
          <p:cNvPr id="694" name="PlaceHolder 3"/>
          <p:cNvSpPr>
            <a:spLocks noGrp="1"/>
          </p:cNvSpPr>
          <p:nvPr>
            <p:ph type="subTitle"/>
          </p:nvPr>
        </p:nvSpPr>
        <p:spPr>
          <a:xfrm>
            <a:off x="745920" y="2431544"/>
            <a:ext cx="2237760" cy="98676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100" b="0" u="none" strike="noStrike" dirty="0">
                <a:solidFill>
                  <a:srgbClr val="434343"/>
                </a:solidFill>
                <a:effectLst/>
                <a:uFillTx/>
                <a:latin typeface="EB Garamond"/>
                <a:ea typeface="EB Garamond"/>
              </a:rPr>
              <a:t>Procentage change in price because of the simple regressors used.</a:t>
            </a:r>
            <a:endParaRPr lang="en-US" sz="1100" b="0" u="none" strike="noStrike" dirty="0">
              <a:solidFill>
                <a:srgbClr val="000000"/>
              </a:solidFill>
              <a:effectLst/>
              <a:uFillTx/>
              <a:latin typeface="Arial"/>
            </a:endParaRPr>
          </a:p>
        </p:txBody>
      </p:sp>
      <p:sp>
        <p:nvSpPr>
          <p:cNvPr id="695" name="PlaceHolder 4"/>
          <p:cNvSpPr>
            <a:spLocks noGrp="1"/>
          </p:cNvSpPr>
          <p:nvPr>
            <p:ph type="subTitle"/>
          </p:nvPr>
        </p:nvSpPr>
        <p:spPr>
          <a:xfrm>
            <a:off x="6085440" y="2466768"/>
            <a:ext cx="2237760" cy="98676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US" sz="1100" dirty="0">
                <a:solidFill>
                  <a:srgbClr val="434343"/>
                </a:solidFill>
                <a:latin typeface="EB Garamond"/>
                <a:ea typeface="EB Garamond"/>
              </a:rPr>
              <a:t>Property a</a:t>
            </a:r>
            <a:r>
              <a:rPr lang="en-US" sz="1100" b="0" u="none" strike="noStrike" dirty="0">
                <a:solidFill>
                  <a:srgbClr val="434343"/>
                </a:solidFill>
                <a:effectLst/>
                <a:uFillTx/>
                <a:latin typeface="EB Garamond"/>
                <a:ea typeface="EB Garamond"/>
              </a:rPr>
              <a:t>cces</a:t>
            </a:r>
            <a:r>
              <a:rPr lang="en-US" sz="1100" dirty="0">
                <a:solidFill>
                  <a:srgbClr val="434343"/>
                </a:solidFill>
                <a:latin typeface="EB Garamond"/>
                <a:ea typeface="EB Garamond"/>
              </a:rPr>
              <a:t>s to central heating, metro station and dealing with personal  sellers</a:t>
            </a:r>
            <a:r>
              <a:rPr lang="en-US" sz="1100" b="0" u="none" strike="noStrike" dirty="0">
                <a:solidFill>
                  <a:srgbClr val="434343"/>
                </a:solidFill>
                <a:effectLst/>
                <a:uFillTx/>
                <a:latin typeface="EB Garamond"/>
                <a:ea typeface="EB Garamond"/>
              </a:rPr>
              <a:t>.</a:t>
            </a:r>
            <a:endParaRPr lang="en-US" sz="1100" b="0" u="none" strike="noStrike" dirty="0">
              <a:solidFill>
                <a:srgbClr val="000000"/>
              </a:solidFill>
              <a:effectLst/>
              <a:uFillTx/>
              <a:latin typeface="Arial"/>
            </a:endParaRPr>
          </a:p>
        </p:txBody>
      </p:sp>
      <p:sp>
        <p:nvSpPr>
          <p:cNvPr id="696" name="PlaceHolder 5"/>
          <p:cNvSpPr>
            <a:spLocks noGrp="1"/>
          </p:cNvSpPr>
          <p:nvPr>
            <p:ph type="title"/>
          </p:nvPr>
        </p:nvSpPr>
        <p:spPr>
          <a:xfrm>
            <a:off x="5924340" y="2152848"/>
            <a:ext cx="2559960" cy="318960"/>
          </a:xfrm>
          <a:prstGeom prst="rect">
            <a:avLst/>
          </a:prstGeom>
          <a:noFill/>
          <a:ln w="0">
            <a:noFill/>
          </a:ln>
        </p:spPr>
        <p:txBody>
          <a:bodyPr lIns="91440" tIns="91440" rIns="91440" bIns="91440" anchor="b">
            <a:noAutofit/>
          </a:bodyPr>
          <a:lstStyle/>
          <a:p>
            <a:pPr indent="0" algn="ctr">
              <a:lnSpc>
                <a:spcPct val="100000"/>
              </a:lnSpc>
              <a:buNone/>
              <a:tabLst>
                <a:tab pos="0" algn="l"/>
              </a:tabLst>
            </a:pPr>
            <a:r>
              <a:rPr lang="en" sz="1200" dirty="0">
                <a:solidFill>
                  <a:srgbClr val="434343"/>
                </a:solidFill>
                <a:latin typeface="Montserrat ExtraBold"/>
              </a:rPr>
              <a:t>Most crutial Dummy Variables</a:t>
            </a:r>
            <a:endParaRPr lang="en-US" sz="1200" b="0" u="none" strike="noStrike" dirty="0">
              <a:solidFill>
                <a:srgbClr val="000000"/>
              </a:solidFill>
              <a:effectLst/>
              <a:uFillTx/>
              <a:latin typeface="Arial"/>
            </a:endParaRPr>
          </a:p>
        </p:txBody>
      </p:sp>
      <p:sp>
        <p:nvSpPr>
          <p:cNvPr id="697" name="PlaceHolder 6"/>
          <p:cNvSpPr>
            <a:spLocks noGrp="1"/>
          </p:cNvSpPr>
          <p:nvPr>
            <p:ph type="subTitle"/>
          </p:nvPr>
        </p:nvSpPr>
        <p:spPr>
          <a:xfrm>
            <a:off x="3462840" y="1796580"/>
            <a:ext cx="2237760" cy="98676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100" b="0" u="none" strike="noStrike" dirty="0">
                <a:solidFill>
                  <a:srgbClr val="434343"/>
                </a:solidFill>
                <a:effectLst/>
                <a:uFillTx/>
                <a:latin typeface="EB Garamond"/>
                <a:ea typeface="EB Garamond"/>
              </a:rPr>
              <a:t>Layman guide for getting a guide for pricing properties.</a:t>
            </a:r>
            <a:endParaRPr lang="en-US" sz="1100" b="0" u="none" strike="noStrike" dirty="0">
              <a:solidFill>
                <a:srgbClr val="000000"/>
              </a:solidFill>
              <a:effectLst/>
              <a:uFillTx/>
              <a:latin typeface="Arial"/>
            </a:endParaRPr>
          </a:p>
        </p:txBody>
      </p:sp>
      <p:sp>
        <p:nvSpPr>
          <p:cNvPr id="698" name="PlaceHolder 7"/>
          <p:cNvSpPr>
            <a:spLocks noGrp="1"/>
          </p:cNvSpPr>
          <p:nvPr>
            <p:ph type="title"/>
          </p:nvPr>
        </p:nvSpPr>
        <p:spPr>
          <a:xfrm>
            <a:off x="3257975" y="1541508"/>
            <a:ext cx="2559960" cy="318960"/>
          </a:xfrm>
          <a:prstGeom prst="rect">
            <a:avLst/>
          </a:prstGeom>
          <a:noFill/>
          <a:ln w="0">
            <a:noFill/>
          </a:ln>
        </p:spPr>
        <p:txBody>
          <a:bodyPr lIns="91440" tIns="91440" rIns="91440" bIns="91440" anchor="b">
            <a:noAutofit/>
          </a:bodyPr>
          <a:lstStyle/>
          <a:p>
            <a:pPr indent="0" algn="ctr">
              <a:lnSpc>
                <a:spcPct val="100000"/>
              </a:lnSpc>
              <a:buNone/>
              <a:tabLst>
                <a:tab pos="0" algn="l"/>
              </a:tabLst>
            </a:pPr>
            <a:r>
              <a:rPr lang="en" sz="1200" b="0" u="none" strike="noStrike" dirty="0">
                <a:solidFill>
                  <a:srgbClr val="434343"/>
                </a:solidFill>
                <a:effectLst/>
                <a:uFillTx/>
                <a:latin typeface="Montserrat ExtraBold"/>
              </a:rPr>
              <a:t>Practical Model</a:t>
            </a:r>
            <a:endParaRPr lang="en-US" sz="1200" b="0" u="none" strike="noStrike" dirty="0">
              <a:solidFill>
                <a:srgbClr val="000000"/>
              </a:solidFill>
              <a:effectLst/>
              <a:uFillTx/>
              <a:latin typeface="Arial"/>
            </a:endParaRPr>
          </a:p>
        </p:txBody>
      </p:sp>
      <p:sp>
        <p:nvSpPr>
          <p:cNvPr id="699" name="Google Shape;359;p 3"/>
          <p:cNvSpPr/>
          <p:nvPr/>
        </p:nvSpPr>
        <p:spPr>
          <a:xfrm>
            <a:off x="2637720" y="3507120"/>
            <a:ext cx="4009680" cy="1595520"/>
          </a:xfrm>
          <a:custGeom>
            <a:avLst/>
            <a:gdLst>
              <a:gd name="textAreaLeft" fmla="*/ 0 w 4009680"/>
              <a:gd name="textAreaRight" fmla="*/ 4010040 w 4009680"/>
              <a:gd name="textAreaTop" fmla="*/ 0 h 1595520"/>
              <a:gd name="textAreaBottom" fmla="*/ 1595880 h 1595520"/>
            </a:gdLst>
            <a:ahLst/>
            <a:cxnLst/>
            <a:rect l="textAreaLeft" t="textAreaTop" r="textAreaRight" b="textAreaBottom"/>
            <a:pathLst>
              <a:path w="247007" h="98294">
                <a:moveTo>
                  <a:pt x="168103" y="1"/>
                </a:moveTo>
                <a:cubicBezTo>
                  <a:pt x="166328" y="1"/>
                  <a:pt x="164550" y="734"/>
                  <a:pt x="163185" y="2207"/>
                </a:cubicBezTo>
                <a:lnTo>
                  <a:pt x="141106" y="26046"/>
                </a:lnTo>
                <a:cubicBezTo>
                  <a:pt x="140840" y="26332"/>
                  <a:pt x="140493" y="26477"/>
                  <a:pt x="140144" y="26477"/>
                </a:cubicBezTo>
                <a:cubicBezTo>
                  <a:pt x="139834" y="26477"/>
                  <a:pt x="139522" y="26363"/>
                  <a:pt x="139267" y="26131"/>
                </a:cubicBezTo>
                <a:lnTo>
                  <a:pt x="122255" y="9365"/>
                </a:lnTo>
                <a:cubicBezTo>
                  <a:pt x="121015" y="8143"/>
                  <a:pt x="119386" y="7519"/>
                  <a:pt x="117748" y="7519"/>
                </a:cubicBezTo>
                <a:cubicBezTo>
                  <a:pt x="116411" y="7519"/>
                  <a:pt x="115068" y="7935"/>
                  <a:pt x="113926" y="8782"/>
                </a:cubicBezTo>
                <a:lnTo>
                  <a:pt x="100257" y="18925"/>
                </a:lnTo>
                <a:cubicBezTo>
                  <a:pt x="100061" y="19170"/>
                  <a:pt x="99786" y="19339"/>
                  <a:pt x="99480" y="19403"/>
                </a:cubicBezTo>
                <a:lnTo>
                  <a:pt x="83820" y="2496"/>
                </a:lnTo>
                <a:cubicBezTo>
                  <a:pt x="82457" y="1024"/>
                  <a:pt x="80678" y="290"/>
                  <a:pt x="78903" y="290"/>
                </a:cubicBezTo>
                <a:cubicBezTo>
                  <a:pt x="77078" y="290"/>
                  <a:pt x="75255" y="1065"/>
                  <a:pt x="73888" y="2611"/>
                </a:cubicBezTo>
                <a:lnTo>
                  <a:pt x="62720" y="15241"/>
                </a:lnTo>
                <a:cubicBezTo>
                  <a:pt x="61788" y="16295"/>
                  <a:pt x="60242" y="16628"/>
                  <a:pt x="58659" y="16628"/>
                </a:cubicBezTo>
                <a:cubicBezTo>
                  <a:pt x="58501" y="16628"/>
                  <a:pt x="58343" y="16624"/>
                  <a:pt x="58185" y="16618"/>
                </a:cubicBezTo>
                <a:cubicBezTo>
                  <a:pt x="58041" y="16612"/>
                  <a:pt x="57898" y="16610"/>
                  <a:pt x="57755" y="16610"/>
                </a:cubicBezTo>
                <a:cubicBezTo>
                  <a:pt x="54347" y="16610"/>
                  <a:pt x="51136" y="18214"/>
                  <a:pt x="49238" y="21065"/>
                </a:cubicBezTo>
                <a:cubicBezTo>
                  <a:pt x="37037" y="39400"/>
                  <a:pt x="1" y="97831"/>
                  <a:pt x="977" y="97831"/>
                </a:cubicBezTo>
                <a:lnTo>
                  <a:pt x="8559" y="97846"/>
                </a:lnTo>
                <a:cubicBezTo>
                  <a:pt x="8501" y="97940"/>
                  <a:pt x="8471" y="98005"/>
                  <a:pt x="8499" y="98005"/>
                </a:cubicBezTo>
                <a:lnTo>
                  <a:pt x="49285" y="97926"/>
                </a:lnTo>
                <a:lnTo>
                  <a:pt x="238508" y="98294"/>
                </a:lnTo>
                <a:cubicBezTo>
                  <a:pt x="238577" y="98294"/>
                  <a:pt x="238168" y="98035"/>
                  <a:pt x="237351" y="97558"/>
                </a:cubicBezTo>
                <a:lnTo>
                  <a:pt x="246031" y="97540"/>
                </a:lnTo>
                <a:cubicBezTo>
                  <a:pt x="247006" y="97540"/>
                  <a:pt x="209968" y="39111"/>
                  <a:pt x="197768" y="20776"/>
                </a:cubicBezTo>
                <a:cubicBezTo>
                  <a:pt x="195870" y="17923"/>
                  <a:pt x="192661" y="16321"/>
                  <a:pt x="189251" y="16321"/>
                </a:cubicBezTo>
                <a:cubicBezTo>
                  <a:pt x="189108" y="16321"/>
                  <a:pt x="188965" y="16324"/>
                  <a:pt x="188821" y="16329"/>
                </a:cubicBezTo>
                <a:cubicBezTo>
                  <a:pt x="188663" y="16335"/>
                  <a:pt x="188505" y="16339"/>
                  <a:pt x="188347" y="16339"/>
                </a:cubicBezTo>
                <a:cubicBezTo>
                  <a:pt x="186763" y="16339"/>
                  <a:pt x="185218" y="16006"/>
                  <a:pt x="184287" y="14952"/>
                </a:cubicBezTo>
                <a:lnTo>
                  <a:pt x="173117" y="2322"/>
                </a:lnTo>
                <a:cubicBezTo>
                  <a:pt x="171750" y="776"/>
                  <a:pt x="169928" y="1"/>
                  <a:pt x="16810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00" name="Google Shape;360;p 3"/>
          <p:cNvSpPr/>
          <p:nvPr/>
        </p:nvSpPr>
        <p:spPr>
          <a:xfrm>
            <a:off x="5093280" y="3506400"/>
            <a:ext cx="524880" cy="308880"/>
          </a:xfrm>
          <a:custGeom>
            <a:avLst/>
            <a:gdLst>
              <a:gd name="textAreaLeft" fmla="*/ 0 w 524880"/>
              <a:gd name="textAreaRight" fmla="*/ 525240 w 524880"/>
              <a:gd name="textAreaTop" fmla="*/ 0 h 308880"/>
              <a:gd name="textAreaBottom" fmla="*/ 309240 h 308880"/>
            </a:gdLst>
            <a:ahLst/>
            <a:cxnLst/>
            <a:rect l="textAreaLeft" t="textAreaTop" r="textAreaRight" b="textAreaBottom"/>
            <a:pathLst>
              <a:path w="32362" h="19043">
                <a:moveTo>
                  <a:pt x="17214" y="1"/>
                </a:moveTo>
                <a:cubicBezTo>
                  <a:pt x="15031" y="1"/>
                  <a:pt x="12837" y="1278"/>
                  <a:pt x="10822" y="3581"/>
                </a:cubicBezTo>
                <a:lnTo>
                  <a:pt x="652" y="14237"/>
                </a:lnTo>
                <a:cubicBezTo>
                  <a:pt x="0" y="14981"/>
                  <a:pt x="578" y="16076"/>
                  <a:pt x="1471" y="16076"/>
                </a:cubicBezTo>
                <a:cubicBezTo>
                  <a:pt x="1573" y="16076"/>
                  <a:pt x="1680" y="16061"/>
                  <a:pt x="1790" y="16030"/>
                </a:cubicBezTo>
                <a:lnTo>
                  <a:pt x="9601" y="13799"/>
                </a:lnTo>
                <a:cubicBezTo>
                  <a:pt x="9702" y="13770"/>
                  <a:pt x="9805" y="13756"/>
                  <a:pt x="9906" y="13756"/>
                </a:cubicBezTo>
                <a:cubicBezTo>
                  <a:pt x="10195" y="13756"/>
                  <a:pt x="10477" y="13869"/>
                  <a:pt x="10688" y="14079"/>
                </a:cubicBezTo>
                <a:lnTo>
                  <a:pt x="15326" y="18718"/>
                </a:lnTo>
                <a:cubicBezTo>
                  <a:pt x="15544" y="18936"/>
                  <a:pt x="15827" y="19042"/>
                  <a:pt x="16108" y="19042"/>
                </a:cubicBezTo>
                <a:cubicBezTo>
                  <a:pt x="16450" y="19042"/>
                  <a:pt x="16791" y="18884"/>
                  <a:pt x="17009" y="18579"/>
                </a:cubicBezTo>
                <a:lnTo>
                  <a:pt x="20139" y="14197"/>
                </a:lnTo>
                <a:cubicBezTo>
                  <a:pt x="20349" y="13903"/>
                  <a:pt x="20685" y="13734"/>
                  <a:pt x="21038" y="13734"/>
                </a:cubicBezTo>
                <a:cubicBezTo>
                  <a:pt x="21109" y="13734"/>
                  <a:pt x="21180" y="13741"/>
                  <a:pt x="21251" y="13755"/>
                </a:cubicBezTo>
                <a:lnTo>
                  <a:pt x="30673" y="15577"/>
                </a:lnTo>
                <a:cubicBezTo>
                  <a:pt x="30750" y="15592"/>
                  <a:pt x="30824" y="15599"/>
                  <a:pt x="30897" y="15599"/>
                </a:cubicBezTo>
                <a:cubicBezTo>
                  <a:pt x="31808" y="15599"/>
                  <a:pt x="32362" y="14487"/>
                  <a:pt x="31709" y="13755"/>
                </a:cubicBezTo>
                <a:lnTo>
                  <a:pt x="22503" y="2766"/>
                </a:lnTo>
                <a:cubicBezTo>
                  <a:pt x="20819" y="875"/>
                  <a:pt x="19020" y="1"/>
                  <a:pt x="17214" y="1"/>
                </a:cubicBezTo>
                <a:close/>
              </a:path>
            </a:pathLst>
          </a:custGeom>
          <a:solidFill>
            <a:srgbClr val="74C1B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01" name="Google Shape;361;p 3"/>
          <p:cNvSpPr/>
          <p:nvPr/>
        </p:nvSpPr>
        <p:spPr>
          <a:xfrm>
            <a:off x="5403240" y="3292560"/>
            <a:ext cx="234720" cy="322920"/>
          </a:xfrm>
          <a:custGeom>
            <a:avLst/>
            <a:gdLst>
              <a:gd name="textAreaLeft" fmla="*/ 0 w 234720"/>
              <a:gd name="textAreaRight" fmla="*/ 235080 w 234720"/>
              <a:gd name="textAreaTop" fmla="*/ 0 h 322920"/>
              <a:gd name="textAreaBottom" fmla="*/ 323280 h 322920"/>
            </a:gdLst>
            <a:ahLst/>
            <a:cxnLst/>
            <a:rect l="textAreaLeft" t="textAreaTop" r="textAreaRight" b="textAreaBottom"/>
            <a:pathLst>
              <a:path w="7007" h="9637">
                <a:moveTo>
                  <a:pt x="874" y="0"/>
                </a:moveTo>
                <a:cubicBezTo>
                  <a:pt x="395" y="0"/>
                  <a:pt x="0" y="395"/>
                  <a:pt x="0" y="874"/>
                </a:cubicBezTo>
                <a:lnTo>
                  <a:pt x="0" y="8763"/>
                </a:lnTo>
                <a:cubicBezTo>
                  <a:pt x="0" y="9251"/>
                  <a:pt x="395" y="9636"/>
                  <a:pt x="874" y="9636"/>
                </a:cubicBezTo>
                <a:lnTo>
                  <a:pt x="6133" y="9636"/>
                </a:lnTo>
                <a:cubicBezTo>
                  <a:pt x="6622" y="9636"/>
                  <a:pt x="7007" y="9251"/>
                  <a:pt x="7007" y="8763"/>
                </a:cubicBezTo>
                <a:lnTo>
                  <a:pt x="7007" y="874"/>
                </a:lnTo>
                <a:cubicBezTo>
                  <a:pt x="7007" y="395"/>
                  <a:pt x="6622" y="0"/>
                  <a:pt x="613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02" name="Google Shape;362;p 3"/>
          <p:cNvSpPr/>
          <p:nvPr/>
        </p:nvSpPr>
        <p:spPr>
          <a:xfrm>
            <a:off x="5373720" y="3586680"/>
            <a:ext cx="294120" cy="470160"/>
          </a:xfrm>
          <a:custGeom>
            <a:avLst/>
            <a:gdLst>
              <a:gd name="textAreaLeft" fmla="*/ 0 w 294120"/>
              <a:gd name="textAreaRight" fmla="*/ 294480 w 294120"/>
              <a:gd name="textAreaTop" fmla="*/ 0 h 470160"/>
              <a:gd name="textAreaBottom" fmla="*/ 470520 h 470160"/>
            </a:gdLst>
            <a:ahLst/>
            <a:cxnLst/>
            <a:rect l="textAreaLeft" t="textAreaTop" r="textAreaRight" b="textAreaBottom"/>
            <a:pathLst>
              <a:path w="8773" h="14023">
                <a:moveTo>
                  <a:pt x="883" y="0"/>
                </a:moveTo>
                <a:cubicBezTo>
                  <a:pt x="395" y="0"/>
                  <a:pt x="0" y="395"/>
                  <a:pt x="10" y="873"/>
                </a:cubicBezTo>
                <a:lnTo>
                  <a:pt x="10" y="13149"/>
                </a:lnTo>
                <a:cubicBezTo>
                  <a:pt x="10" y="13628"/>
                  <a:pt x="395" y="14022"/>
                  <a:pt x="883" y="14022"/>
                </a:cubicBezTo>
                <a:lnTo>
                  <a:pt x="7890" y="14022"/>
                </a:lnTo>
                <a:cubicBezTo>
                  <a:pt x="8378" y="14022"/>
                  <a:pt x="8773" y="13628"/>
                  <a:pt x="8773" y="13149"/>
                </a:cubicBezTo>
                <a:lnTo>
                  <a:pt x="8773" y="873"/>
                </a:lnTo>
                <a:cubicBezTo>
                  <a:pt x="8773" y="395"/>
                  <a:pt x="8378" y="0"/>
                  <a:pt x="789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03" name="Google Shape;363;p 3"/>
          <p:cNvSpPr/>
          <p:nvPr/>
        </p:nvSpPr>
        <p:spPr>
          <a:xfrm>
            <a:off x="5315040" y="3998520"/>
            <a:ext cx="411480" cy="822960"/>
          </a:xfrm>
          <a:custGeom>
            <a:avLst/>
            <a:gdLst>
              <a:gd name="textAreaLeft" fmla="*/ 0 w 411480"/>
              <a:gd name="textAreaRight" fmla="*/ 411840 w 411480"/>
              <a:gd name="textAreaTop" fmla="*/ 0 h 822960"/>
              <a:gd name="textAreaBottom" fmla="*/ 823320 h 822960"/>
            </a:gdLst>
            <a:ahLst/>
            <a:cxnLst/>
            <a:rect l="textAreaLeft" t="textAreaTop" r="textAreaRight" b="textAreaBottom"/>
            <a:pathLst>
              <a:path w="12276" h="24542">
                <a:moveTo>
                  <a:pt x="874" y="0"/>
                </a:moveTo>
                <a:cubicBezTo>
                  <a:pt x="395" y="0"/>
                  <a:pt x="1" y="385"/>
                  <a:pt x="1" y="874"/>
                </a:cubicBezTo>
                <a:lnTo>
                  <a:pt x="1" y="23658"/>
                </a:lnTo>
                <a:cubicBezTo>
                  <a:pt x="1" y="24147"/>
                  <a:pt x="395" y="24541"/>
                  <a:pt x="874" y="24541"/>
                </a:cubicBezTo>
                <a:lnTo>
                  <a:pt x="12276" y="24541"/>
                </a:lnTo>
                <a:lnTo>
                  <a:pt x="12276" y="874"/>
                </a:lnTo>
                <a:cubicBezTo>
                  <a:pt x="12276" y="385"/>
                  <a:pt x="11881" y="0"/>
                  <a:pt x="1139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04" name="Google Shape;364;p 3"/>
          <p:cNvSpPr/>
          <p:nvPr/>
        </p:nvSpPr>
        <p:spPr>
          <a:xfrm>
            <a:off x="5386680" y="3162240"/>
            <a:ext cx="269280" cy="159480"/>
          </a:xfrm>
          <a:custGeom>
            <a:avLst/>
            <a:gdLst>
              <a:gd name="textAreaLeft" fmla="*/ 0 w 269280"/>
              <a:gd name="textAreaRight" fmla="*/ 269640 w 269280"/>
              <a:gd name="textAreaTop" fmla="*/ 0 h 159480"/>
              <a:gd name="textAreaBottom" fmla="*/ 159840 h 159480"/>
            </a:gdLst>
            <a:ahLst/>
            <a:cxnLst/>
            <a:rect l="textAreaLeft" t="textAreaTop" r="textAreaRight" b="textAreaBottom"/>
            <a:pathLst>
              <a:path w="8040" h="4765">
                <a:moveTo>
                  <a:pt x="4125" y="1"/>
                </a:moveTo>
                <a:cubicBezTo>
                  <a:pt x="3882" y="1"/>
                  <a:pt x="3641" y="102"/>
                  <a:pt x="3466" y="304"/>
                </a:cubicBezTo>
                <a:lnTo>
                  <a:pt x="245" y="4042"/>
                </a:lnTo>
                <a:cubicBezTo>
                  <a:pt x="0" y="4323"/>
                  <a:pt x="198" y="4765"/>
                  <a:pt x="573" y="4765"/>
                </a:cubicBezTo>
                <a:lnTo>
                  <a:pt x="7467" y="4765"/>
                </a:lnTo>
                <a:cubicBezTo>
                  <a:pt x="7833" y="4765"/>
                  <a:pt x="8040" y="4342"/>
                  <a:pt x="7815" y="4051"/>
                </a:cubicBezTo>
                <a:lnTo>
                  <a:pt x="4809" y="332"/>
                </a:lnTo>
                <a:cubicBezTo>
                  <a:pt x="4632" y="111"/>
                  <a:pt x="4378" y="1"/>
                  <a:pt x="4125" y="1"/>
                </a:cubicBezTo>
                <a:close/>
              </a:path>
            </a:pathLst>
          </a:custGeom>
          <a:solidFill>
            <a:srgbClr val="74C1B9"/>
          </a:solidFill>
          <a:ln w="0">
            <a:noFill/>
          </a:ln>
        </p:spPr>
        <p:style>
          <a:lnRef idx="0">
            <a:scrgbClr r="0" g="0" b="0"/>
          </a:lnRef>
          <a:fillRef idx="0">
            <a:scrgbClr r="0" g="0" b="0"/>
          </a:fillRef>
          <a:effectRef idx="0">
            <a:scrgbClr r="0" g="0" b="0"/>
          </a:effectRef>
          <a:fontRef idx="minor"/>
        </p:style>
        <p:txBody>
          <a:bodyPr tIns="79920" bIns="79920" anchor="ctr">
            <a:noAutofit/>
          </a:bodyPr>
          <a:lstStyle/>
          <a:p>
            <a:endParaRPr lang="en-US" sz="1400" b="0" u="none" strike="noStrike">
              <a:solidFill>
                <a:srgbClr val="000000"/>
              </a:solidFill>
              <a:effectLst/>
              <a:uFillTx/>
              <a:latin typeface="Arial"/>
            </a:endParaRPr>
          </a:p>
        </p:txBody>
      </p:sp>
      <p:sp>
        <p:nvSpPr>
          <p:cNvPr id="705" name="Google Shape;365;p 3"/>
          <p:cNvSpPr/>
          <p:nvPr/>
        </p:nvSpPr>
        <p:spPr>
          <a:xfrm>
            <a:off x="5402880" y="4085280"/>
            <a:ext cx="59400" cy="118440"/>
          </a:xfrm>
          <a:custGeom>
            <a:avLst/>
            <a:gdLst>
              <a:gd name="textAreaLeft" fmla="*/ 0 w 59400"/>
              <a:gd name="textAreaRight" fmla="*/ 59760 w 59400"/>
              <a:gd name="textAreaTop" fmla="*/ 0 h 118440"/>
              <a:gd name="textAreaBottom" fmla="*/ 118800 h 118440"/>
            </a:gdLst>
            <a:ahLst/>
            <a:cxnLst/>
            <a:rect l="textAreaLeft" t="textAreaTop" r="textAreaRight" b="textAreaBottom"/>
            <a:pathLst>
              <a:path w="1785" h="3542">
                <a:moveTo>
                  <a:pt x="893" y="0"/>
                </a:moveTo>
                <a:cubicBezTo>
                  <a:pt x="395" y="0"/>
                  <a:pt x="0" y="414"/>
                  <a:pt x="19" y="911"/>
                </a:cubicBezTo>
                <a:lnTo>
                  <a:pt x="19" y="2668"/>
                </a:lnTo>
                <a:cubicBezTo>
                  <a:pt x="19" y="3147"/>
                  <a:pt x="414" y="3541"/>
                  <a:pt x="893" y="3541"/>
                </a:cubicBezTo>
                <a:cubicBezTo>
                  <a:pt x="1381" y="3541"/>
                  <a:pt x="1776" y="3147"/>
                  <a:pt x="1766" y="2668"/>
                </a:cubicBezTo>
                <a:lnTo>
                  <a:pt x="1766" y="911"/>
                </a:lnTo>
                <a:cubicBezTo>
                  <a:pt x="1785" y="414"/>
                  <a:pt x="1390" y="0"/>
                  <a:pt x="89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9400" bIns="59400" anchor="ctr">
            <a:noAutofit/>
          </a:bodyPr>
          <a:lstStyle/>
          <a:p>
            <a:endParaRPr lang="en-US" sz="1400" b="0" u="none" strike="noStrike">
              <a:solidFill>
                <a:srgbClr val="FFFFFF"/>
              </a:solidFill>
              <a:effectLst/>
              <a:uFillTx/>
              <a:latin typeface="Arial"/>
            </a:endParaRPr>
          </a:p>
        </p:txBody>
      </p:sp>
      <p:sp>
        <p:nvSpPr>
          <p:cNvPr id="706" name="Google Shape;366;p 3"/>
          <p:cNvSpPr/>
          <p:nvPr/>
        </p:nvSpPr>
        <p:spPr>
          <a:xfrm>
            <a:off x="5491440" y="3792240"/>
            <a:ext cx="58680" cy="117360"/>
          </a:xfrm>
          <a:custGeom>
            <a:avLst/>
            <a:gdLst>
              <a:gd name="textAreaLeft" fmla="*/ 0 w 58680"/>
              <a:gd name="textAreaRight" fmla="*/ 59040 w 58680"/>
              <a:gd name="textAreaTop" fmla="*/ 0 h 117360"/>
              <a:gd name="textAreaBottom" fmla="*/ 117720 h 117360"/>
            </a:gdLst>
            <a:ahLst/>
            <a:cxnLst/>
            <a:rect l="textAreaLeft" t="textAreaTop" r="textAreaRight" b="textAreaBottom"/>
            <a:pathLst>
              <a:path w="1757" h="3514">
                <a:moveTo>
                  <a:pt x="873" y="1"/>
                </a:moveTo>
                <a:cubicBezTo>
                  <a:pt x="394" y="1"/>
                  <a:pt x="0" y="395"/>
                  <a:pt x="0" y="884"/>
                </a:cubicBezTo>
                <a:lnTo>
                  <a:pt x="0" y="2631"/>
                </a:lnTo>
                <a:cubicBezTo>
                  <a:pt x="0" y="3119"/>
                  <a:pt x="394" y="3513"/>
                  <a:pt x="873" y="3513"/>
                </a:cubicBezTo>
                <a:cubicBezTo>
                  <a:pt x="1362" y="3513"/>
                  <a:pt x="1756" y="3119"/>
                  <a:pt x="1756" y="2631"/>
                </a:cubicBezTo>
                <a:lnTo>
                  <a:pt x="1756" y="884"/>
                </a:lnTo>
                <a:cubicBezTo>
                  <a:pt x="1747" y="395"/>
                  <a:pt x="1362" y="1"/>
                  <a:pt x="87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680" bIns="58680" anchor="ctr">
            <a:noAutofit/>
          </a:bodyPr>
          <a:lstStyle/>
          <a:p>
            <a:endParaRPr lang="en-US" sz="1400" b="0" u="none" strike="noStrike">
              <a:solidFill>
                <a:srgbClr val="FFFFFF"/>
              </a:solidFill>
              <a:effectLst/>
              <a:uFillTx/>
              <a:latin typeface="Arial"/>
            </a:endParaRPr>
          </a:p>
        </p:txBody>
      </p:sp>
      <p:sp>
        <p:nvSpPr>
          <p:cNvPr id="707" name="Google Shape;367;p 3"/>
          <p:cNvSpPr/>
          <p:nvPr/>
        </p:nvSpPr>
        <p:spPr>
          <a:xfrm>
            <a:off x="5491440" y="3380760"/>
            <a:ext cx="58680" cy="117360"/>
          </a:xfrm>
          <a:custGeom>
            <a:avLst/>
            <a:gdLst>
              <a:gd name="textAreaLeft" fmla="*/ 0 w 58680"/>
              <a:gd name="textAreaRight" fmla="*/ 59040 w 58680"/>
              <a:gd name="textAreaTop" fmla="*/ 0 h 117360"/>
              <a:gd name="textAreaBottom" fmla="*/ 117720 h 117360"/>
            </a:gdLst>
            <a:ahLst/>
            <a:cxnLst/>
            <a:rect l="textAreaLeft" t="textAreaTop" r="textAreaRight" b="textAreaBottom"/>
            <a:pathLst>
              <a:path w="1757" h="3504">
                <a:moveTo>
                  <a:pt x="873" y="0"/>
                </a:moveTo>
                <a:cubicBezTo>
                  <a:pt x="394" y="0"/>
                  <a:pt x="0" y="395"/>
                  <a:pt x="0" y="874"/>
                </a:cubicBezTo>
                <a:lnTo>
                  <a:pt x="0" y="2630"/>
                </a:lnTo>
                <a:cubicBezTo>
                  <a:pt x="0" y="3109"/>
                  <a:pt x="394" y="3503"/>
                  <a:pt x="873" y="3503"/>
                </a:cubicBezTo>
                <a:cubicBezTo>
                  <a:pt x="1362" y="3503"/>
                  <a:pt x="1747" y="3109"/>
                  <a:pt x="1756" y="2630"/>
                </a:cubicBezTo>
                <a:lnTo>
                  <a:pt x="1756" y="874"/>
                </a:lnTo>
                <a:cubicBezTo>
                  <a:pt x="1756" y="395"/>
                  <a:pt x="1362" y="0"/>
                  <a:pt x="87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680" bIns="58680" anchor="ctr">
            <a:noAutofit/>
          </a:bodyPr>
          <a:lstStyle/>
          <a:p>
            <a:endParaRPr lang="en-US" sz="1400" b="0" u="none" strike="noStrike">
              <a:solidFill>
                <a:srgbClr val="FFFFFF"/>
              </a:solidFill>
              <a:effectLst/>
              <a:uFillTx/>
              <a:latin typeface="Arial"/>
            </a:endParaRPr>
          </a:p>
        </p:txBody>
      </p:sp>
      <p:sp>
        <p:nvSpPr>
          <p:cNvPr id="708" name="Google Shape;368;p 3"/>
          <p:cNvSpPr/>
          <p:nvPr/>
        </p:nvSpPr>
        <p:spPr>
          <a:xfrm>
            <a:off x="5579280" y="4085280"/>
            <a:ext cx="59400" cy="118440"/>
          </a:xfrm>
          <a:custGeom>
            <a:avLst/>
            <a:gdLst>
              <a:gd name="textAreaLeft" fmla="*/ 0 w 59400"/>
              <a:gd name="textAreaRight" fmla="*/ 59760 w 59400"/>
              <a:gd name="textAreaTop" fmla="*/ 0 h 118440"/>
              <a:gd name="textAreaBottom" fmla="*/ 118800 h 118440"/>
            </a:gdLst>
            <a:ahLst/>
            <a:cxnLst/>
            <a:rect l="textAreaLeft" t="textAreaTop" r="textAreaRight" b="textAreaBottom"/>
            <a:pathLst>
              <a:path w="1786" h="3542">
                <a:moveTo>
                  <a:pt x="893" y="0"/>
                </a:moveTo>
                <a:cubicBezTo>
                  <a:pt x="395" y="0"/>
                  <a:pt x="1" y="414"/>
                  <a:pt x="20" y="911"/>
                </a:cubicBezTo>
                <a:lnTo>
                  <a:pt x="20" y="2668"/>
                </a:lnTo>
                <a:cubicBezTo>
                  <a:pt x="20" y="3147"/>
                  <a:pt x="414" y="3541"/>
                  <a:pt x="893" y="3541"/>
                </a:cubicBezTo>
                <a:cubicBezTo>
                  <a:pt x="1382" y="3541"/>
                  <a:pt x="1767" y="3147"/>
                  <a:pt x="1767" y="2668"/>
                </a:cubicBezTo>
                <a:lnTo>
                  <a:pt x="1767" y="911"/>
                </a:lnTo>
                <a:cubicBezTo>
                  <a:pt x="1785" y="414"/>
                  <a:pt x="1391" y="0"/>
                  <a:pt x="89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9400" bIns="59400" anchor="ctr">
            <a:noAutofit/>
          </a:bodyPr>
          <a:lstStyle/>
          <a:p>
            <a:endParaRPr lang="en-US" sz="1400" b="0" u="none" strike="noStrike">
              <a:solidFill>
                <a:srgbClr val="FFFFFF"/>
              </a:solidFill>
              <a:effectLst/>
              <a:uFillTx/>
              <a:latin typeface="Arial"/>
            </a:endParaRPr>
          </a:p>
        </p:txBody>
      </p:sp>
      <p:sp>
        <p:nvSpPr>
          <p:cNvPr id="709" name="Google Shape;369;p 3"/>
          <p:cNvSpPr/>
          <p:nvPr/>
        </p:nvSpPr>
        <p:spPr>
          <a:xfrm>
            <a:off x="5403240" y="4263840"/>
            <a:ext cx="58320" cy="116280"/>
          </a:xfrm>
          <a:custGeom>
            <a:avLst/>
            <a:gdLst>
              <a:gd name="textAreaLeft" fmla="*/ 0 w 58320"/>
              <a:gd name="textAreaRight" fmla="*/ 58680 w 58320"/>
              <a:gd name="textAreaTop" fmla="*/ 0 h 116280"/>
              <a:gd name="textAreaBottom" fmla="*/ 116640 h 116280"/>
            </a:gdLst>
            <a:ahLst/>
            <a:cxnLst/>
            <a:rect l="textAreaLeft" t="textAreaTop" r="textAreaRight" b="textAreaBottom"/>
            <a:pathLst>
              <a:path w="1748" h="3476">
                <a:moveTo>
                  <a:pt x="874" y="1"/>
                </a:moveTo>
                <a:cubicBezTo>
                  <a:pt x="404" y="1"/>
                  <a:pt x="19" y="376"/>
                  <a:pt x="0" y="846"/>
                </a:cubicBezTo>
                <a:lnTo>
                  <a:pt x="0" y="2593"/>
                </a:lnTo>
                <a:cubicBezTo>
                  <a:pt x="0" y="3081"/>
                  <a:pt x="395" y="3466"/>
                  <a:pt x="874" y="3476"/>
                </a:cubicBezTo>
                <a:cubicBezTo>
                  <a:pt x="1362" y="3476"/>
                  <a:pt x="1747" y="3081"/>
                  <a:pt x="1747" y="2593"/>
                </a:cubicBezTo>
                <a:lnTo>
                  <a:pt x="1747" y="846"/>
                </a:lnTo>
                <a:cubicBezTo>
                  <a:pt x="1738" y="376"/>
                  <a:pt x="1343" y="1"/>
                  <a:pt x="8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FFFFFF"/>
              </a:solidFill>
              <a:effectLst/>
              <a:uFillTx/>
              <a:latin typeface="Arial"/>
            </a:endParaRPr>
          </a:p>
        </p:txBody>
      </p:sp>
      <p:sp>
        <p:nvSpPr>
          <p:cNvPr id="710" name="Google Shape;370;p 3"/>
          <p:cNvSpPr/>
          <p:nvPr/>
        </p:nvSpPr>
        <p:spPr>
          <a:xfrm>
            <a:off x="5579640" y="4263840"/>
            <a:ext cx="58320" cy="116280"/>
          </a:xfrm>
          <a:custGeom>
            <a:avLst/>
            <a:gdLst>
              <a:gd name="textAreaLeft" fmla="*/ 0 w 58320"/>
              <a:gd name="textAreaRight" fmla="*/ 58680 w 58320"/>
              <a:gd name="textAreaTop" fmla="*/ 0 h 116280"/>
              <a:gd name="textAreaBottom" fmla="*/ 116640 h 116280"/>
            </a:gdLst>
            <a:ahLst/>
            <a:cxnLst/>
            <a:rect l="textAreaLeft" t="textAreaTop" r="textAreaRight" b="textAreaBottom"/>
            <a:pathLst>
              <a:path w="1748" h="3476">
                <a:moveTo>
                  <a:pt x="874" y="1"/>
                </a:moveTo>
                <a:cubicBezTo>
                  <a:pt x="405" y="1"/>
                  <a:pt x="20" y="376"/>
                  <a:pt x="1" y="846"/>
                </a:cubicBezTo>
                <a:lnTo>
                  <a:pt x="1" y="2593"/>
                </a:lnTo>
                <a:cubicBezTo>
                  <a:pt x="1" y="3081"/>
                  <a:pt x="395" y="3476"/>
                  <a:pt x="874" y="3476"/>
                </a:cubicBezTo>
                <a:cubicBezTo>
                  <a:pt x="1363" y="3466"/>
                  <a:pt x="1748" y="3081"/>
                  <a:pt x="1748" y="2593"/>
                </a:cubicBezTo>
                <a:lnTo>
                  <a:pt x="1748" y="846"/>
                </a:lnTo>
                <a:cubicBezTo>
                  <a:pt x="1738" y="376"/>
                  <a:pt x="1344" y="1"/>
                  <a:pt x="8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FFFFFF"/>
              </a:solidFill>
              <a:effectLst/>
              <a:uFillTx/>
              <a:latin typeface="Arial"/>
            </a:endParaRPr>
          </a:p>
        </p:txBody>
      </p:sp>
      <p:sp>
        <p:nvSpPr>
          <p:cNvPr id="711" name="Google Shape;371;p 3"/>
          <p:cNvSpPr/>
          <p:nvPr/>
        </p:nvSpPr>
        <p:spPr>
          <a:xfrm>
            <a:off x="5403240" y="4440600"/>
            <a:ext cx="58680" cy="116280"/>
          </a:xfrm>
          <a:custGeom>
            <a:avLst/>
            <a:gdLst>
              <a:gd name="textAreaLeft" fmla="*/ 0 w 58680"/>
              <a:gd name="textAreaRight" fmla="*/ 59040 w 58680"/>
              <a:gd name="textAreaTop" fmla="*/ 0 h 116280"/>
              <a:gd name="textAreaBottom" fmla="*/ 116640 h 116280"/>
            </a:gdLst>
            <a:ahLst/>
            <a:cxnLst/>
            <a:rect l="textAreaLeft" t="textAreaTop" r="textAreaRight" b="textAreaBottom"/>
            <a:pathLst>
              <a:path w="1757" h="3475">
                <a:moveTo>
                  <a:pt x="874" y="0"/>
                </a:moveTo>
                <a:cubicBezTo>
                  <a:pt x="404" y="0"/>
                  <a:pt x="19" y="366"/>
                  <a:pt x="0" y="845"/>
                </a:cubicBezTo>
                <a:lnTo>
                  <a:pt x="0" y="2592"/>
                </a:lnTo>
                <a:cubicBezTo>
                  <a:pt x="0" y="3081"/>
                  <a:pt x="395" y="3475"/>
                  <a:pt x="874" y="3475"/>
                </a:cubicBezTo>
                <a:cubicBezTo>
                  <a:pt x="1362" y="3475"/>
                  <a:pt x="1757" y="3081"/>
                  <a:pt x="1747" y="2592"/>
                </a:cubicBezTo>
                <a:lnTo>
                  <a:pt x="1747" y="845"/>
                </a:lnTo>
                <a:cubicBezTo>
                  <a:pt x="1738" y="366"/>
                  <a:pt x="1343" y="0"/>
                  <a:pt x="8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FFFFFF"/>
              </a:solidFill>
              <a:effectLst/>
              <a:uFillTx/>
              <a:latin typeface="Arial"/>
            </a:endParaRPr>
          </a:p>
        </p:txBody>
      </p:sp>
      <p:sp>
        <p:nvSpPr>
          <p:cNvPr id="712" name="Google Shape;372;p 3"/>
          <p:cNvSpPr/>
          <p:nvPr/>
        </p:nvSpPr>
        <p:spPr>
          <a:xfrm>
            <a:off x="5579640" y="4440600"/>
            <a:ext cx="58320" cy="116280"/>
          </a:xfrm>
          <a:custGeom>
            <a:avLst/>
            <a:gdLst>
              <a:gd name="textAreaLeft" fmla="*/ 0 w 58320"/>
              <a:gd name="textAreaRight" fmla="*/ 58680 w 58320"/>
              <a:gd name="textAreaTop" fmla="*/ 0 h 116280"/>
              <a:gd name="textAreaBottom" fmla="*/ 116640 h 116280"/>
            </a:gdLst>
            <a:ahLst/>
            <a:cxnLst/>
            <a:rect l="textAreaLeft" t="textAreaTop" r="textAreaRight" b="textAreaBottom"/>
            <a:pathLst>
              <a:path w="1748" h="3475">
                <a:moveTo>
                  <a:pt x="874" y="0"/>
                </a:moveTo>
                <a:cubicBezTo>
                  <a:pt x="405" y="0"/>
                  <a:pt x="20" y="366"/>
                  <a:pt x="1" y="845"/>
                </a:cubicBezTo>
                <a:lnTo>
                  <a:pt x="1" y="2592"/>
                </a:lnTo>
                <a:cubicBezTo>
                  <a:pt x="1" y="3081"/>
                  <a:pt x="395" y="3475"/>
                  <a:pt x="874" y="3475"/>
                </a:cubicBezTo>
                <a:cubicBezTo>
                  <a:pt x="1363" y="3475"/>
                  <a:pt x="1748" y="3081"/>
                  <a:pt x="1748" y="2592"/>
                </a:cubicBezTo>
                <a:lnTo>
                  <a:pt x="1748" y="845"/>
                </a:lnTo>
                <a:cubicBezTo>
                  <a:pt x="1738" y="366"/>
                  <a:pt x="1344" y="0"/>
                  <a:pt x="8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8320" bIns="58320" anchor="ctr">
            <a:noAutofit/>
          </a:bodyPr>
          <a:lstStyle/>
          <a:p>
            <a:endParaRPr lang="en-US" sz="1400" b="0" u="none" strike="noStrike">
              <a:solidFill>
                <a:srgbClr val="FFFFFF"/>
              </a:solidFill>
              <a:effectLst/>
              <a:uFillTx/>
              <a:latin typeface="Arial"/>
            </a:endParaRPr>
          </a:p>
        </p:txBody>
      </p:sp>
      <p:sp>
        <p:nvSpPr>
          <p:cNvPr id="713" name="Google Shape;373;p 3"/>
          <p:cNvSpPr/>
          <p:nvPr/>
        </p:nvSpPr>
        <p:spPr>
          <a:xfrm>
            <a:off x="5462280" y="4645080"/>
            <a:ext cx="117360" cy="176040"/>
          </a:xfrm>
          <a:custGeom>
            <a:avLst/>
            <a:gdLst>
              <a:gd name="textAreaLeft" fmla="*/ 0 w 117360"/>
              <a:gd name="textAreaRight" fmla="*/ 117720 w 117360"/>
              <a:gd name="textAreaTop" fmla="*/ 0 h 176040"/>
              <a:gd name="textAreaBottom" fmla="*/ 176400 h 176040"/>
            </a:gdLst>
            <a:ahLst/>
            <a:cxnLst/>
            <a:rect l="textAreaLeft" t="textAreaTop" r="textAreaRight" b="textAreaBottom"/>
            <a:pathLst>
              <a:path w="3504" h="5261">
                <a:moveTo>
                  <a:pt x="874" y="1"/>
                </a:moveTo>
                <a:cubicBezTo>
                  <a:pt x="386" y="1"/>
                  <a:pt x="1" y="386"/>
                  <a:pt x="1" y="874"/>
                </a:cubicBezTo>
                <a:lnTo>
                  <a:pt x="1" y="5260"/>
                </a:lnTo>
                <a:lnTo>
                  <a:pt x="3504" y="5260"/>
                </a:lnTo>
                <a:lnTo>
                  <a:pt x="3504" y="874"/>
                </a:lnTo>
                <a:cubicBezTo>
                  <a:pt x="3504" y="386"/>
                  <a:pt x="3109" y="1"/>
                  <a:pt x="2630"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88200" bIns="88200" anchor="ctr">
            <a:noAutofit/>
          </a:bodyPr>
          <a:lstStyle/>
          <a:p>
            <a:endParaRPr lang="en-US" sz="1400" b="0" u="none" strike="noStrike">
              <a:solidFill>
                <a:srgbClr val="FFFFFF"/>
              </a:solidFill>
              <a:effectLst/>
              <a:uFillTx/>
              <a:latin typeface="Arial"/>
            </a:endParaRPr>
          </a:p>
        </p:txBody>
      </p:sp>
      <p:sp>
        <p:nvSpPr>
          <p:cNvPr id="714" name="Google Shape;374;p 3"/>
          <p:cNvSpPr/>
          <p:nvPr/>
        </p:nvSpPr>
        <p:spPr>
          <a:xfrm>
            <a:off x="5481360" y="3674880"/>
            <a:ext cx="68760" cy="58680"/>
          </a:xfrm>
          <a:custGeom>
            <a:avLst/>
            <a:gdLst>
              <a:gd name="textAreaLeft" fmla="*/ 0 w 68760"/>
              <a:gd name="textAreaRight" fmla="*/ 69120 w 68760"/>
              <a:gd name="textAreaTop" fmla="*/ 0 h 58680"/>
              <a:gd name="textAreaBottom" fmla="*/ 59040 h 58680"/>
            </a:gdLst>
            <a:ahLst/>
            <a:cxnLst/>
            <a:rect l="textAreaLeft" t="textAreaTop" r="textAreaRight" b="textAreaBottom"/>
            <a:pathLst>
              <a:path w="2058" h="1756">
                <a:moveTo>
                  <a:pt x="1174" y="1"/>
                </a:moveTo>
                <a:cubicBezTo>
                  <a:pt x="395" y="1"/>
                  <a:pt x="0" y="949"/>
                  <a:pt x="555" y="1494"/>
                </a:cubicBezTo>
                <a:cubicBezTo>
                  <a:pt x="735" y="1674"/>
                  <a:pt x="957" y="1755"/>
                  <a:pt x="1174" y="1755"/>
                </a:cubicBezTo>
                <a:cubicBezTo>
                  <a:pt x="1625" y="1755"/>
                  <a:pt x="2057" y="1407"/>
                  <a:pt x="2057" y="874"/>
                </a:cubicBezTo>
                <a:cubicBezTo>
                  <a:pt x="2048" y="395"/>
                  <a:pt x="1663" y="1"/>
                  <a:pt x="11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520" bIns="29520" anchor="ctr">
            <a:noAutofit/>
          </a:bodyPr>
          <a:lstStyle/>
          <a:p>
            <a:endParaRPr lang="en-US" sz="1400" b="0" u="none" strike="noStrike">
              <a:solidFill>
                <a:srgbClr val="FFFFFF"/>
              </a:solidFill>
              <a:effectLst/>
              <a:uFillTx/>
              <a:latin typeface="Arial"/>
            </a:endParaRPr>
          </a:p>
        </p:txBody>
      </p:sp>
      <p:sp>
        <p:nvSpPr>
          <p:cNvPr id="715" name="Google Shape;375;p 3"/>
          <p:cNvSpPr/>
          <p:nvPr/>
        </p:nvSpPr>
        <p:spPr>
          <a:xfrm>
            <a:off x="3670200" y="3505680"/>
            <a:ext cx="534240" cy="321840"/>
          </a:xfrm>
          <a:custGeom>
            <a:avLst/>
            <a:gdLst>
              <a:gd name="textAreaLeft" fmla="*/ 0 w 534240"/>
              <a:gd name="textAreaRight" fmla="*/ 534600 w 534240"/>
              <a:gd name="textAreaTop" fmla="*/ 0 h 321840"/>
              <a:gd name="textAreaBottom" fmla="*/ 322200 h 321840"/>
            </a:gdLst>
            <a:ahLst/>
            <a:cxnLst/>
            <a:rect l="textAreaLeft" t="textAreaTop" r="textAreaRight" b="textAreaBottom"/>
            <a:pathLst>
              <a:path w="32927" h="19839">
                <a:moveTo>
                  <a:pt x="14907" y="1"/>
                </a:moveTo>
                <a:cubicBezTo>
                  <a:pt x="13428" y="1"/>
                  <a:pt x="11934" y="612"/>
                  <a:pt x="10492" y="2013"/>
                </a:cubicBezTo>
                <a:lnTo>
                  <a:pt x="726" y="13444"/>
                </a:lnTo>
                <a:cubicBezTo>
                  <a:pt x="1" y="14149"/>
                  <a:pt x="522" y="15346"/>
                  <a:pt x="1484" y="15346"/>
                </a:cubicBezTo>
                <a:cubicBezTo>
                  <a:pt x="1531" y="15346"/>
                  <a:pt x="1579" y="15343"/>
                  <a:pt x="1628" y="15337"/>
                </a:cubicBezTo>
                <a:lnTo>
                  <a:pt x="11158" y="14192"/>
                </a:lnTo>
                <a:cubicBezTo>
                  <a:pt x="11202" y="14187"/>
                  <a:pt x="11245" y="14185"/>
                  <a:pt x="11289" y="14185"/>
                </a:cubicBezTo>
                <a:cubicBezTo>
                  <a:pt x="11671" y="14185"/>
                  <a:pt x="12032" y="14383"/>
                  <a:pt x="12234" y="14716"/>
                </a:cubicBezTo>
                <a:lnTo>
                  <a:pt x="15042" y="19309"/>
                </a:lnTo>
                <a:cubicBezTo>
                  <a:pt x="15252" y="19654"/>
                  <a:pt x="15617" y="19838"/>
                  <a:pt x="15987" y="19838"/>
                </a:cubicBezTo>
                <a:cubicBezTo>
                  <a:pt x="16242" y="19838"/>
                  <a:pt x="16500" y="19751"/>
                  <a:pt x="16711" y="19568"/>
                </a:cubicBezTo>
                <a:lnTo>
                  <a:pt x="21668" y="15274"/>
                </a:lnTo>
                <a:cubicBezTo>
                  <a:pt x="21872" y="15097"/>
                  <a:pt x="22130" y="15003"/>
                  <a:pt x="22391" y="15003"/>
                </a:cubicBezTo>
                <a:cubicBezTo>
                  <a:pt x="22519" y="15003"/>
                  <a:pt x="22648" y="15026"/>
                  <a:pt x="22772" y="15071"/>
                </a:cubicBezTo>
                <a:lnTo>
                  <a:pt x="30404" y="17856"/>
                </a:lnTo>
                <a:cubicBezTo>
                  <a:pt x="30501" y="17891"/>
                  <a:pt x="30602" y="17908"/>
                  <a:pt x="30706" y="17908"/>
                </a:cubicBezTo>
                <a:cubicBezTo>
                  <a:pt x="31711" y="17908"/>
                  <a:pt x="32927" y="16363"/>
                  <a:pt x="32323" y="15565"/>
                </a:cubicBezTo>
                <a:lnTo>
                  <a:pt x="22286" y="4794"/>
                </a:lnTo>
                <a:cubicBezTo>
                  <a:pt x="20127" y="1937"/>
                  <a:pt x="17541" y="1"/>
                  <a:pt x="14907"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16" name="Google Shape;376;p 3"/>
          <p:cNvSpPr/>
          <p:nvPr/>
        </p:nvSpPr>
        <p:spPr>
          <a:xfrm>
            <a:off x="5031000" y="4928400"/>
            <a:ext cx="217440" cy="138600"/>
          </a:xfrm>
          <a:custGeom>
            <a:avLst/>
            <a:gdLst>
              <a:gd name="textAreaLeft" fmla="*/ 0 w 217440"/>
              <a:gd name="textAreaRight" fmla="*/ 217800 w 217440"/>
              <a:gd name="textAreaTop" fmla="*/ 0 h 138600"/>
              <a:gd name="textAreaBottom" fmla="*/ 138960 h 138600"/>
            </a:gdLst>
            <a:ahLst/>
            <a:cxnLst/>
            <a:rect l="textAreaLeft" t="textAreaTop" r="textAreaRight" b="textAreaBottom"/>
            <a:pathLst>
              <a:path w="13422" h="8555">
                <a:moveTo>
                  <a:pt x="7831" y="0"/>
                </a:moveTo>
                <a:cubicBezTo>
                  <a:pt x="7128" y="602"/>
                  <a:pt x="6306" y="1543"/>
                  <a:pt x="5948" y="1883"/>
                </a:cubicBezTo>
                <a:cubicBezTo>
                  <a:pt x="5045" y="2744"/>
                  <a:pt x="4148" y="3618"/>
                  <a:pt x="3312" y="4548"/>
                </a:cubicBezTo>
                <a:cubicBezTo>
                  <a:pt x="2144" y="5839"/>
                  <a:pt x="1048" y="7179"/>
                  <a:pt x="0" y="8555"/>
                </a:cubicBezTo>
                <a:lnTo>
                  <a:pt x="13421" y="8555"/>
                </a:lnTo>
                <a:cubicBezTo>
                  <a:pt x="11327" y="5856"/>
                  <a:pt x="9362" y="3073"/>
                  <a:pt x="7831" y="0"/>
                </a:cubicBezTo>
                <a:close/>
              </a:path>
            </a:pathLst>
          </a:custGeom>
          <a:solidFill>
            <a:srgbClr val="90B9D0"/>
          </a:solidFill>
          <a:ln w="0">
            <a:noFill/>
          </a:ln>
        </p:spPr>
        <p:style>
          <a:lnRef idx="0">
            <a:scrgbClr r="0" g="0" b="0"/>
          </a:lnRef>
          <a:fillRef idx="0">
            <a:scrgbClr r="0" g="0" b="0"/>
          </a:fillRef>
          <a:effectRef idx="0">
            <a:scrgbClr r="0" g="0" b="0"/>
          </a:effectRef>
          <a:fontRef idx="minor"/>
        </p:style>
        <p:txBody>
          <a:bodyPr tIns="69480" bIns="69480" anchor="ctr">
            <a:noAutofit/>
          </a:bodyPr>
          <a:lstStyle/>
          <a:p>
            <a:endParaRPr lang="en-US" sz="1400" b="0" u="none" strike="noStrike">
              <a:solidFill>
                <a:srgbClr val="000000"/>
              </a:solidFill>
              <a:effectLst/>
              <a:uFillTx/>
              <a:latin typeface="Arial"/>
            </a:endParaRPr>
          </a:p>
        </p:txBody>
      </p:sp>
      <p:sp>
        <p:nvSpPr>
          <p:cNvPr id="717" name="Google Shape;377;p 3"/>
          <p:cNvSpPr/>
          <p:nvPr/>
        </p:nvSpPr>
        <p:spPr>
          <a:xfrm>
            <a:off x="2324880" y="4911840"/>
            <a:ext cx="4356360" cy="351720"/>
          </a:xfrm>
          <a:custGeom>
            <a:avLst/>
            <a:gdLst>
              <a:gd name="textAreaLeft" fmla="*/ 0 w 4356360"/>
              <a:gd name="textAreaRight" fmla="*/ 4356720 w 4356360"/>
              <a:gd name="textAreaTop" fmla="*/ 0 h 351720"/>
              <a:gd name="textAreaBottom" fmla="*/ 352080 h 351720"/>
            </a:gdLst>
            <a:ahLst/>
            <a:cxnLst/>
            <a:rect l="textAreaLeft" t="textAreaTop" r="textAreaRight" b="textAreaBottom"/>
            <a:pathLst>
              <a:path w="268344" h="21681">
                <a:moveTo>
                  <a:pt x="15343" y="0"/>
                </a:moveTo>
                <a:cubicBezTo>
                  <a:pt x="6870" y="0"/>
                  <a:pt x="1" y="9707"/>
                  <a:pt x="1" y="21680"/>
                </a:cubicBezTo>
                <a:lnTo>
                  <a:pt x="268344" y="21680"/>
                </a:lnTo>
                <a:cubicBezTo>
                  <a:pt x="268344" y="9707"/>
                  <a:pt x="261473" y="0"/>
                  <a:pt x="25300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18" name="Google Shape;378;p 3"/>
          <p:cNvSpPr/>
          <p:nvPr/>
        </p:nvSpPr>
        <p:spPr>
          <a:xfrm>
            <a:off x="3840120" y="4026600"/>
            <a:ext cx="351000" cy="1045080"/>
          </a:xfrm>
          <a:custGeom>
            <a:avLst/>
            <a:gdLst>
              <a:gd name="textAreaLeft" fmla="*/ 0 w 351000"/>
              <a:gd name="textAreaRight" fmla="*/ 351360 w 351000"/>
              <a:gd name="textAreaTop" fmla="*/ 0 h 1045080"/>
              <a:gd name="textAreaBottom" fmla="*/ 1045440 h 1045080"/>
            </a:gdLst>
            <a:ahLst/>
            <a:cxnLst/>
            <a:rect l="textAreaLeft" t="textAreaTop" r="textAreaRight" b="textAreaBottom"/>
            <a:pathLst>
              <a:path w="21650" h="64401">
                <a:moveTo>
                  <a:pt x="1145" y="1"/>
                </a:moveTo>
                <a:cubicBezTo>
                  <a:pt x="513" y="1"/>
                  <a:pt x="0" y="513"/>
                  <a:pt x="0" y="1146"/>
                </a:cubicBezTo>
                <a:lnTo>
                  <a:pt x="0" y="64400"/>
                </a:lnTo>
                <a:lnTo>
                  <a:pt x="21648" y="64400"/>
                </a:lnTo>
                <a:lnTo>
                  <a:pt x="21650" y="1146"/>
                </a:lnTo>
                <a:cubicBezTo>
                  <a:pt x="21650" y="513"/>
                  <a:pt x="21137" y="1"/>
                  <a:pt x="20505"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719" name="Google Shape;379;p 3"/>
          <p:cNvSpPr/>
          <p:nvPr/>
        </p:nvSpPr>
        <p:spPr>
          <a:xfrm>
            <a:off x="3878640" y="407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0"/>
                </a:moveTo>
                <a:cubicBezTo>
                  <a:pt x="821" y="0"/>
                  <a:pt x="1" y="821"/>
                  <a:pt x="1" y="1841"/>
                </a:cubicBezTo>
                <a:lnTo>
                  <a:pt x="1" y="1842"/>
                </a:lnTo>
                <a:cubicBezTo>
                  <a:pt x="1" y="2862"/>
                  <a:pt x="821" y="3683"/>
                  <a:pt x="1841" y="3683"/>
                </a:cubicBezTo>
                <a:lnTo>
                  <a:pt x="1843" y="3683"/>
                </a:lnTo>
                <a:cubicBezTo>
                  <a:pt x="2863" y="3683"/>
                  <a:pt x="3683" y="2862"/>
                  <a:pt x="3683" y="1842"/>
                </a:cubicBezTo>
                <a:lnTo>
                  <a:pt x="3683" y="1841"/>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20" name="Google Shape;380;p 3"/>
          <p:cNvSpPr/>
          <p:nvPr/>
        </p:nvSpPr>
        <p:spPr>
          <a:xfrm>
            <a:off x="3171600" y="3822120"/>
            <a:ext cx="55080" cy="220680"/>
          </a:xfrm>
          <a:custGeom>
            <a:avLst/>
            <a:gdLst>
              <a:gd name="textAreaLeft" fmla="*/ 0 w 55080"/>
              <a:gd name="textAreaRight" fmla="*/ 55440 w 55080"/>
              <a:gd name="textAreaTop" fmla="*/ 0 h 220680"/>
              <a:gd name="textAreaBottom" fmla="*/ 221040 h 220680"/>
            </a:gdLst>
            <a:ahLst/>
            <a:cxnLst/>
            <a:rect l="textAreaLeft" t="textAreaTop" r="textAreaRight" b="textAreaBottom"/>
            <a:pathLst>
              <a:path w="1748" h="6988">
                <a:moveTo>
                  <a:pt x="874" y="0"/>
                </a:moveTo>
                <a:cubicBezTo>
                  <a:pt x="404" y="0"/>
                  <a:pt x="19" y="376"/>
                  <a:pt x="0" y="845"/>
                </a:cubicBezTo>
                <a:lnTo>
                  <a:pt x="0" y="6105"/>
                </a:lnTo>
                <a:cubicBezTo>
                  <a:pt x="0" y="6593"/>
                  <a:pt x="395" y="6988"/>
                  <a:pt x="874" y="6988"/>
                </a:cubicBezTo>
                <a:cubicBezTo>
                  <a:pt x="1362" y="6978"/>
                  <a:pt x="1747" y="6593"/>
                  <a:pt x="1747" y="6105"/>
                </a:cubicBezTo>
                <a:lnTo>
                  <a:pt x="1747" y="845"/>
                </a:lnTo>
                <a:cubicBezTo>
                  <a:pt x="1738" y="376"/>
                  <a:pt x="1343" y="0"/>
                  <a:pt x="874"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21" name="Google Shape;381;p 3"/>
          <p:cNvSpPr/>
          <p:nvPr/>
        </p:nvSpPr>
        <p:spPr>
          <a:xfrm>
            <a:off x="3059280" y="4014000"/>
            <a:ext cx="279360" cy="139680"/>
          </a:xfrm>
          <a:custGeom>
            <a:avLst/>
            <a:gdLst>
              <a:gd name="textAreaLeft" fmla="*/ 0 w 279360"/>
              <a:gd name="textAreaRight" fmla="*/ 279720 w 279360"/>
              <a:gd name="textAreaTop" fmla="*/ 0 h 139680"/>
              <a:gd name="textAreaBottom" fmla="*/ 140040 h 139680"/>
            </a:gdLst>
            <a:ahLst/>
            <a:cxnLst/>
            <a:rect l="textAreaLeft" t="textAreaTop" r="textAreaRight" b="textAreaBottom"/>
            <a:pathLst>
              <a:path w="8848" h="4424">
                <a:moveTo>
                  <a:pt x="4424" y="0"/>
                </a:moveTo>
                <a:cubicBezTo>
                  <a:pt x="1982" y="0"/>
                  <a:pt x="0" y="1982"/>
                  <a:pt x="0" y="4424"/>
                </a:cubicBezTo>
                <a:lnTo>
                  <a:pt x="8847" y="4424"/>
                </a:lnTo>
                <a:cubicBezTo>
                  <a:pt x="8847" y="1982"/>
                  <a:pt x="6866" y="0"/>
                  <a:pt x="4424" y="0"/>
                </a:cubicBezTo>
                <a:close/>
              </a:path>
            </a:pathLst>
          </a:custGeom>
          <a:solidFill>
            <a:srgbClr val="FFE48D"/>
          </a:solidFill>
          <a:ln w="0">
            <a:noFill/>
          </a:ln>
        </p:spPr>
        <p:style>
          <a:lnRef idx="0">
            <a:scrgbClr r="0" g="0" b="0"/>
          </a:lnRef>
          <a:fillRef idx="0">
            <a:scrgbClr r="0" g="0" b="0"/>
          </a:fillRef>
          <a:effectRef idx="0">
            <a:scrgbClr r="0" g="0" b="0"/>
          </a:effectRef>
          <a:fontRef idx="minor"/>
        </p:style>
        <p:txBody>
          <a:bodyPr tIns="69840" bIns="69840" anchor="ctr">
            <a:noAutofit/>
          </a:bodyPr>
          <a:lstStyle/>
          <a:p>
            <a:endParaRPr lang="en-US" sz="1400" b="0" u="none" strike="noStrike">
              <a:solidFill>
                <a:srgbClr val="000000"/>
              </a:solidFill>
              <a:effectLst/>
              <a:uFillTx/>
              <a:latin typeface="Arial"/>
            </a:endParaRPr>
          </a:p>
        </p:txBody>
      </p:sp>
      <p:sp>
        <p:nvSpPr>
          <p:cNvPr id="722" name="Google Shape;382;p 3"/>
          <p:cNvSpPr/>
          <p:nvPr/>
        </p:nvSpPr>
        <p:spPr>
          <a:xfrm>
            <a:off x="3033000" y="4140360"/>
            <a:ext cx="333000" cy="942120"/>
          </a:xfrm>
          <a:custGeom>
            <a:avLst/>
            <a:gdLst>
              <a:gd name="textAreaLeft" fmla="*/ 0 w 333000"/>
              <a:gd name="textAreaRight" fmla="*/ 333360 w 333000"/>
              <a:gd name="textAreaTop" fmla="*/ 0 h 942120"/>
              <a:gd name="textAreaBottom" fmla="*/ 942480 h 942120"/>
            </a:gdLst>
            <a:ahLst/>
            <a:cxnLst/>
            <a:rect l="textAreaLeft" t="textAreaTop" r="textAreaRight" b="textAreaBottom"/>
            <a:pathLst>
              <a:path w="10538" h="29802">
                <a:moveTo>
                  <a:pt x="883" y="1"/>
                </a:moveTo>
                <a:cubicBezTo>
                  <a:pt x="395" y="1"/>
                  <a:pt x="0" y="386"/>
                  <a:pt x="0" y="874"/>
                </a:cubicBezTo>
                <a:lnTo>
                  <a:pt x="0" y="29801"/>
                </a:lnTo>
                <a:lnTo>
                  <a:pt x="9712" y="29801"/>
                </a:lnTo>
                <a:cubicBezTo>
                  <a:pt x="10172" y="29773"/>
                  <a:pt x="10538" y="29388"/>
                  <a:pt x="10519" y="28918"/>
                </a:cubicBezTo>
                <a:lnTo>
                  <a:pt x="10519" y="874"/>
                </a:lnTo>
                <a:cubicBezTo>
                  <a:pt x="10519" y="386"/>
                  <a:pt x="10125" y="1"/>
                  <a:pt x="9646"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23" name="Google Shape;383;p 3"/>
          <p:cNvSpPr/>
          <p:nvPr/>
        </p:nvSpPr>
        <p:spPr>
          <a:xfrm>
            <a:off x="3116160" y="422424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8" h="3476">
                <a:moveTo>
                  <a:pt x="884" y="1"/>
                </a:moveTo>
                <a:cubicBezTo>
                  <a:pt x="405" y="1"/>
                  <a:pt x="20" y="367"/>
                  <a:pt x="1" y="846"/>
                </a:cubicBezTo>
                <a:lnTo>
                  <a:pt x="1" y="2602"/>
                </a:lnTo>
                <a:cubicBezTo>
                  <a:pt x="1" y="3081"/>
                  <a:pt x="395" y="3476"/>
                  <a:pt x="884" y="3476"/>
                </a:cubicBezTo>
                <a:cubicBezTo>
                  <a:pt x="1363" y="3476"/>
                  <a:pt x="1757" y="3081"/>
                  <a:pt x="1757" y="2602"/>
                </a:cubicBezTo>
                <a:lnTo>
                  <a:pt x="1757" y="846"/>
                </a:lnTo>
                <a:cubicBezTo>
                  <a:pt x="1738" y="367"/>
                  <a:pt x="1353" y="1"/>
                  <a:pt x="88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24" name="Google Shape;384;p 3"/>
          <p:cNvSpPr/>
          <p:nvPr/>
        </p:nvSpPr>
        <p:spPr>
          <a:xfrm>
            <a:off x="5456880" y="4347720"/>
            <a:ext cx="439200" cy="718920"/>
          </a:xfrm>
          <a:custGeom>
            <a:avLst/>
            <a:gdLst>
              <a:gd name="textAreaLeft" fmla="*/ 0 w 439200"/>
              <a:gd name="textAreaRight" fmla="*/ 439560 w 439200"/>
              <a:gd name="textAreaTop" fmla="*/ 0 h 718920"/>
              <a:gd name="textAreaBottom" fmla="*/ 719280 h 718920"/>
            </a:gdLst>
            <a:ahLst/>
            <a:cxnLst/>
            <a:rect l="textAreaLeft" t="textAreaTop" r="textAreaRight" b="textAreaBottom"/>
            <a:pathLst>
              <a:path w="13150" h="18409">
                <a:moveTo>
                  <a:pt x="1" y="0"/>
                </a:moveTo>
                <a:lnTo>
                  <a:pt x="1" y="18408"/>
                </a:lnTo>
                <a:lnTo>
                  <a:pt x="12266" y="18408"/>
                </a:lnTo>
                <a:cubicBezTo>
                  <a:pt x="12755" y="18408"/>
                  <a:pt x="13149" y="18014"/>
                  <a:pt x="13149" y="17525"/>
                </a:cubicBezTo>
                <a:lnTo>
                  <a:pt x="13149" y="442"/>
                </a:lnTo>
                <a:lnTo>
                  <a:pt x="12745" y="0"/>
                </a:lnTo>
                <a:lnTo>
                  <a:pt x="2161" y="0"/>
                </a:lnTo>
                <a:lnTo>
                  <a:pt x="1757" y="442"/>
                </a:lnTo>
                <a:lnTo>
                  <a:pt x="1757"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25" name="Google Shape;385;p 3"/>
          <p:cNvSpPr/>
          <p:nvPr/>
        </p:nvSpPr>
        <p:spPr>
          <a:xfrm>
            <a:off x="5552640" y="4450320"/>
            <a:ext cx="102600" cy="68040"/>
          </a:xfrm>
          <a:custGeom>
            <a:avLst/>
            <a:gdLst>
              <a:gd name="textAreaLeft" fmla="*/ 0 w 102600"/>
              <a:gd name="textAreaRight" fmla="*/ 102960 w 102600"/>
              <a:gd name="textAreaTop" fmla="*/ 0 h 68040"/>
              <a:gd name="textAreaBottom" fmla="*/ 68400 h 68040"/>
            </a:gdLst>
            <a:ahLst/>
            <a:cxnLst/>
            <a:rect l="textAreaLeft" t="textAreaTop" r="textAreaRight" b="textAreaBottom"/>
            <a:pathLst>
              <a:path w="2631" h="1749">
                <a:moveTo>
                  <a:pt x="878" y="0"/>
                </a:moveTo>
                <a:cubicBezTo>
                  <a:pt x="395" y="0"/>
                  <a:pt x="1" y="388"/>
                  <a:pt x="1" y="874"/>
                </a:cubicBezTo>
                <a:cubicBezTo>
                  <a:pt x="1" y="1361"/>
                  <a:pt x="395" y="1748"/>
                  <a:pt x="878" y="1748"/>
                </a:cubicBezTo>
                <a:cubicBezTo>
                  <a:pt x="889" y="1748"/>
                  <a:pt x="901" y="1748"/>
                  <a:pt x="912" y="1748"/>
                </a:cubicBezTo>
                <a:lnTo>
                  <a:pt x="1785" y="1748"/>
                </a:lnTo>
                <a:cubicBezTo>
                  <a:pt x="2255" y="1738"/>
                  <a:pt x="2631" y="1344"/>
                  <a:pt x="2631" y="874"/>
                </a:cubicBezTo>
                <a:cubicBezTo>
                  <a:pt x="2631" y="405"/>
                  <a:pt x="2255" y="20"/>
                  <a:pt x="1785" y="1"/>
                </a:cubicBezTo>
                <a:lnTo>
                  <a:pt x="912" y="1"/>
                </a:lnTo>
                <a:cubicBezTo>
                  <a:pt x="901" y="0"/>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26" name="Google Shape;386;p 3"/>
          <p:cNvSpPr/>
          <p:nvPr/>
        </p:nvSpPr>
        <p:spPr>
          <a:xfrm>
            <a:off x="5552640" y="4587480"/>
            <a:ext cx="102600" cy="68400"/>
          </a:xfrm>
          <a:custGeom>
            <a:avLst/>
            <a:gdLst>
              <a:gd name="textAreaLeft" fmla="*/ 0 w 102600"/>
              <a:gd name="textAreaRight" fmla="*/ 102960 w 102600"/>
              <a:gd name="textAreaTop" fmla="*/ 0 h 68400"/>
              <a:gd name="textAreaBottom" fmla="*/ 68760 h 68400"/>
            </a:gdLst>
            <a:ahLst/>
            <a:cxnLst/>
            <a:rect l="textAreaLeft" t="textAreaTop" r="textAreaRight" b="textAreaBottom"/>
            <a:pathLst>
              <a:path w="2631" h="1758">
                <a:moveTo>
                  <a:pt x="878" y="0"/>
                </a:moveTo>
                <a:cubicBezTo>
                  <a:pt x="395" y="0"/>
                  <a:pt x="1" y="388"/>
                  <a:pt x="1" y="874"/>
                </a:cubicBezTo>
                <a:cubicBezTo>
                  <a:pt x="1" y="1361"/>
                  <a:pt x="396" y="1758"/>
                  <a:pt x="879" y="1758"/>
                </a:cubicBezTo>
                <a:cubicBezTo>
                  <a:pt x="890" y="1758"/>
                  <a:pt x="901" y="1758"/>
                  <a:pt x="912" y="1757"/>
                </a:cubicBezTo>
                <a:lnTo>
                  <a:pt x="1785" y="1757"/>
                </a:lnTo>
                <a:cubicBezTo>
                  <a:pt x="2255" y="1738"/>
                  <a:pt x="2631" y="1353"/>
                  <a:pt x="2631" y="874"/>
                </a:cubicBezTo>
                <a:cubicBezTo>
                  <a:pt x="2631" y="405"/>
                  <a:pt x="2255" y="20"/>
                  <a:pt x="1785" y="1"/>
                </a:cubicBezTo>
                <a:lnTo>
                  <a:pt x="912" y="1"/>
                </a:lnTo>
                <a:cubicBezTo>
                  <a:pt x="901" y="1"/>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27" name="Google Shape;387;p 3"/>
          <p:cNvSpPr/>
          <p:nvPr/>
        </p:nvSpPr>
        <p:spPr>
          <a:xfrm>
            <a:off x="5553720" y="4724280"/>
            <a:ext cx="102600" cy="68400"/>
          </a:xfrm>
          <a:custGeom>
            <a:avLst/>
            <a:gdLst>
              <a:gd name="textAreaLeft" fmla="*/ 0 w 102600"/>
              <a:gd name="textAreaRight" fmla="*/ 102960 w 102600"/>
              <a:gd name="textAreaTop" fmla="*/ 0 h 68400"/>
              <a:gd name="textAreaBottom" fmla="*/ 68760 h 68400"/>
            </a:gdLst>
            <a:ahLst/>
            <a:cxnLst/>
            <a:rect l="textAreaLeft" t="textAreaTop" r="textAreaRight" b="textAreaBottom"/>
            <a:pathLst>
              <a:path w="2630" h="1757">
                <a:moveTo>
                  <a:pt x="883" y="0"/>
                </a:moveTo>
                <a:cubicBezTo>
                  <a:pt x="395" y="0"/>
                  <a:pt x="0" y="395"/>
                  <a:pt x="0" y="883"/>
                </a:cubicBezTo>
                <a:cubicBezTo>
                  <a:pt x="0" y="1362"/>
                  <a:pt x="395" y="1756"/>
                  <a:pt x="883" y="1756"/>
                </a:cubicBezTo>
                <a:lnTo>
                  <a:pt x="1756" y="1756"/>
                </a:lnTo>
                <a:cubicBezTo>
                  <a:pt x="2245" y="1756"/>
                  <a:pt x="2630" y="1362"/>
                  <a:pt x="2630" y="883"/>
                </a:cubicBezTo>
                <a:cubicBezTo>
                  <a:pt x="2630" y="395"/>
                  <a:pt x="2245" y="0"/>
                  <a:pt x="175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28" name="Google Shape;388;p 3"/>
          <p:cNvSpPr/>
          <p:nvPr/>
        </p:nvSpPr>
        <p:spPr>
          <a:xfrm>
            <a:off x="5552640" y="4861440"/>
            <a:ext cx="102600" cy="68040"/>
          </a:xfrm>
          <a:custGeom>
            <a:avLst/>
            <a:gdLst>
              <a:gd name="textAreaLeft" fmla="*/ 0 w 102600"/>
              <a:gd name="textAreaRight" fmla="*/ 102960 w 102600"/>
              <a:gd name="textAreaTop" fmla="*/ 0 h 68040"/>
              <a:gd name="textAreaBottom" fmla="*/ 68400 h 68040"/>
            </a:gdLst>
            <a:ahLst/>
            <a:cxnLst/>
            <a:rect l="textAreaLeft" t="textAreaTop" r="textAreaRight" b="textAreaBottom"/>
            <a:pathLst>
              <a:path w="2631" h="1749">
                <a:moveTo>
                  <a:pt x="878" y="0"/>
                </a:moveTo>
                <a:cubicBezTo>
                  <a:pt x="395" y="0"/>
                  <a:pt x="1" y="388"/>
                  <a:pt x="1" y="874"/>
                </a:cubicBezTo>
                <a:cubicBezTo>
                  <a:pt x="1" y="1361"/>
                  <a:pt x="395" y="1748"/>
                  <a:pt x="878" y="1748"/>
                </a:cubicBezTo>
                <a:cubicBezTo>
                  <a:pt x="889" y="1748"/>
                  <a:pt x="901" y="1748"/>
                  <a:pt x="912" y="1748"/>
                </a:cubicBezTo>
                <a:lnTo>
                  <a:pt x="1785" y="1748"/>
                </a:lnTo>
                <a:cubicBezTo>
                  <a:pt x="2255" y="1729"/>
                  <a:pt x="2631" y="1344"/>
                  <a:pt x="2631" y="874"/>
                </a:cubicBezTo>
                <a:cubicBezTo>
                  <a:pt x="2631" y="405"/>
                  <a:pt x="2255" y="10"/>
                  <a:pt x="1785" y="1"/>
                </a:cubicBezTo>
                <a:lnTo>
                  <a:pt x="912" y="1"/>
                </a:lnTo>
                <a:cubicBezTo>
                  <a:pt x="901" y="0"/>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29" name="Google Shape;389;p 3"/>
          <p:cNvSpPr/>
          <p:nvPr/>
        </p:nvSpPr>
        <p:spPr>
          <a:xfrm>
            <a:off x="5725080" y="4450680"/>
            <a:ext cx="70560" cy="67680"/>
          </a:xfrm>
          <a:custGeom>
            <a:avLst/>
            <a:gdLst>
              <a:gd name="textAreaLeft" fmla="*/ 0 w 70560"/>
              <a:gd name="textAreaRight" fmla="*/ 70920 w 70560"/>
              <a:gd name="textAreaTop" fmla="*/ 0 h 67680"/>
              <a:gd name="textAreaBottom" fmla="*/ 68040 h 67680"/>
            </a:gdLst>
            <a:ahLst/>
            <a:cxnLst/>
            <a:rect l="textAreaLeft" t="textAreaTop" r="textAreaRight" b="textAreaBottom"/>
            <a:pathLst>
              <a:path w="1813" h="1741">
                <a:moveTo>
                  <a:pt x="875" y="1"/>
                </a:moveTo>
                <a:cubicBezTo>
                  <a:pt x="651" y="1"/>
                  <a:pt x="428" y="83"/>
                  <a:pt x="254" y="247"/>
                </a:cubicBezTo>
                <a:cubicBezTo>
                  <a:pt x="169" y="332"/>
                  <a:pt x="113" y="426"/>
                  <a:pt x="66" y="539"/>
                </a:cubicBezTo>
                <a:cubicBezTo>
                  <a:pt x="28" y="642"/>
                  <a:pt x="0" y="755"/>
                  <a:pt x="0" y="867"/>
                </a:cubicBezTo>
                <a:cubicBezTo>
                  <a:pt x="0" y="1102"/>
                  <a:pt x="94" y="1327"/>
                  <a:pt x="254" y="1487"/>
                </a:cubicBezTo>
                <a:cubicBezTo>
                  <a:pt x="338" y="1572"/>
                  <a:pt x="432" y="1628"/>
                  <a:pt x="545" y="1675"/>
                </a:cubicBezTo>
                <a:cubicBezTo>
                  <a:pt x="648" y="1722"/>
                  <a:pt x="761" y="1741"/>
                  <a:pt x="874" y="1741"/>
                </a:cubicBezTo>
                <a:cubicBezTo>
                  <a:pt x="1108" y="1741"/>
                  <a:pt x="1334" y="1647"/>
                  <a:pt x="1503" y="1487"/>
                </a:cubicBezTo>
                <a:cubicBezTo>
                  <a:pt x="1578" y="1403"/>
                  <a:pt x="1634" y="1309"/>
                  <a:pt x="1681" y="1205"/>
                </a:cubicBezTo>
                <a:cubicBezTo>
                  <a:pt x="1813" y="877"/>
                  <a:pt x="1738" y="501"/>
                  <a:pt x="1503" y="247"/>
                </a:cubicBezTo>
                <a:cubicBezTo>
                  <a:pt x="1324" y="83"/>
                  <a:pt x="1099" y="1"/>
                  <a:pt x="87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3840" bIns="33840" anchor="ctr">
            <a:noAutofit/>
          </a:bodyPr>
          <a:lstStyle/>
          <a:p>
            <a:endParaRPr lang="en-US" sz="1400" b="0" u="none" strike="noStrike">
              <a:solidFill>
                <a:srgbClr val="FFFFFF"/>
              </a:solidFill>
              <a:effectLst/>
              <a:uFillTx/>
              <a:latin typeface="Arial"/>
            </a:endParaRPr>
          </a:p>
        </p:txBody>
      </p:sp>
      <p:sp>
        <p:nvSpPr>
          <p:cNvPr id="730" name="Google Shape;390;p 3"/>
          <p:cNvSpPr/>
          <p:nvPr/>
        </p:nvSpPr>
        <p:spPr>
          <a:xfrm>
            <a:off x="5725080" y="45871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1757" h="1760">
                <a:moveTo>
                  <a:pt x="863" y="1"/>
                </a:moveTo>
                <a:cubicBezTo>
                  <a:pt x="516" y="1"/>
                  <a:pt x="193" y="213"/>
                  <a:pt x="66" y="548"/>
                </a:cubicBezTo>
                <a:cubicBezTo>
                  <a:pt x="28" y="651"/>
                  <a:pt x="0" y="764"/>
                  <a:pt x="0" y="876"/>
                </a:cubicBezTo>
                <a:cubicBezTo>
                  <a:pt x="0" y="942"/>
                  <a:pt x="10" y="999"/>
                  <a:pt x="19" y="1055"/>
                </a:cubicBezTo>
                <a:cubicBezTo>
                  <a:pt x="28" y="1111"/>
                  <a:pt x="47" y="1168"/>
                  <a:pt x="66" y="1215"/>
                </a:cubicBezTo>
                <a:cubicBezTo>
                  <a:pt x="85" y="1271"/>
                  <a:pt x="113" y="1318"/>
                  <a:pt x="150" y="1374"/>
                </a:cubicBezTo>
                <a:lnTo>
                  <a:pt x="254" y="1506"/>
                </a:lnTo>
                <a:cubicBezTo>
                  <a:pt x="423" y="1665"/>
                  <a:pt x="648" y="1750"/>
                  <a:pt x="874" y="1759"/>
                </a:cubicBezTo>
                <a:cubicBezTo>
                  <a:pt x="930" y="1759"/>
                  <a:pt x="996" y="1750"/>
                  <a:pt x="1052" y="1740"/>
                </a:cubicBezTo>
                <a:cubicBezTo>
                  <a:pt x="1108" y="1731"/>
                  <a:pt x="1155" y="1712"/>
                  <a:pt x="1212" y="1684"/>
                </a:cubicBezTo>
                <a:cubicBezTo>
                  <a:pt x="1268" y="1665"/>
                  <a:pt x="1315" y="1637"/>
                  <a:pt x="1371" y="1609"/>
                </a:cubicBezTo>
                <a:lnTo>
                  <a:pt x="1503" y="1506"/>
                </a:lnTo>
                <a:lnTo>
                  <a:pt x="1606" y="1374"/>
                </a:lnTo>
                <a:cubicBezTo>
                  <a:pt x="1634" y="1318"/>
                  <a:pt x="1663" y="1271"/>
                  <a:pt x="1681" y="1215"/>
                </a:cubicBezTo>
                <a:cubicBezTo>
                  <a:pt x="1710" y="1168"/>
                  <a:pt x="1728" y="1111"/>
                  <a:pt x="1738" y="1055"/>
                </a:cubicBezTo>
                <a:cubicBezTo>
                  <a:pt x="1747" y="999"/>
                  <a:pt x="1747" y="942"/>
                  <a:pt x="1756" y="876"/>
                </a:cubicBezTo>
                <a:cubicBezTo>
                  <a:pt x="1747" y="651"/>
                  <a:pt x="1663" y="426"/>
                  <a:pt x="1503" y="257"/>
                </a:cubicBezTo>
                <a:cubicBezTo>
                  <a:pt x="1456" y="219"/>
                  <a:pt x="1409" y="181"/>
                  <a:pt x="1371" y="153"/>
                </a:cubicBezTo>
                <a:cubicBezTo>
                  <a:pt x="1315" y="116"/>
                  <a:pt x="1268" y="97"/>
                  <a:pt x="1212" y="78"/>
                </a:cubicBezTo>
                <a:cubicBezTo>
                  <a:pt x="1155" y="50"/>
                  <a:pt x="1108" y="31"/>
                  <a:pt x="1052" y="22"/>
                </a:cubicBezTo>
                <a:cubicBezTo>
                  <a:pt x="989" y="7"/>
                  <a:pt x="926" y="1"/>
                  <a:pt x="86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31" name="Google Shape;391;p 3"/>
          <p:cNvSpPr/>
          <p:nvPr/>
        </p:nvSpPr>
        <p:spPr>
          <a:xfrm>
            <a:off x="5713200" y="4724280"/>
            <a:ext cx="91800" cy="68400"/>
          </a:xfrm>
          <a:custGeom>
            <a:avLst/>
            <a:gdLst>
              <a:gd name="textAreaLeft" fmla="*/ 0 w 91800"/>
              <a:gd name="textAreaRight" fmla="*/ 92160 w 91800"/>
              <a:gd name="textAreaTop" fmla="*/ 0 h 68400"/>
              <a:gd name="textAreaBottom" fmla="*/ 68760 h 68400"/>
            </a:gdLst>
            <a:ahLst/>
            <a:cxnLst/>
            <a:rect l="textAreaLeft" t="textAreaTop" r="textAreaRight" b="textAreaBottom"/>
            <a:pathLst>
              <a:path w="2356" h="1756">
                <a:moveTo>
                  <a:pt x="1176" y="1"/>
                </a:moveTo>
                <a:cubicBezTo>
                  <a:pt x="944" y="1"/>
                  <a:pt x="720" y="88"/>
                  <a:pt x="555" y="253"/>
                </a:cubicBezTo>
                <a:cubicBezTo>
                  <a:pt x="1" y="807"/>
                  <a:pt x="395" y="1755"/>
                  <a:pt x="1175" y="1755"/>
                </a:cubicBezTo>
                <a:cubicBezTo>
                  <a:pt x="1178" y="1755"/>
                  <a:pt x="1182" y="1756"/>
                  <a:pt x="1186" y="1756"/>
                </a:cubicBezTo>
                <a:cubicBezTo>
                  <a:pt x="1967" y="1756"/>
                  <a:pt x="2355" y="804"/>
                  <a:pt x="1804" y="262"/>
                </a:cubicBezTo>
                <a:cubicBezTo>
                  <a:pt x="1757" y="225"/>
                  <a:pt x="1710" y="187"/>
                  <a:pt x="1672" y="149"/>
                </a:cubicBezTo>
                <a:cubicBezTo>
                  <a:pt x="1616" y="121"/>
                  <a:pt x="1569" y="93"/>
                  <a:pt x="1513" y="74"/>
                </a:cubicBezTo>
                <a:cubicBezTo>
                  <a:pt x="1456" y="46"/>
                  <a:pt x="1409" y="27"/>
                  <a:pt x="1353" y="18"/>
                </a:cubicBezTo>
                <a:cubicBezTo>
                  <a:pt x="1294" y="7"/>
                  <a:pt x="1235" y="1"/>
                  <a:pt x="117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200" bIns="34200" anchor="ctr">
            <a:noAutofit/>
          </a:bodyPr>
          <a:lstStyle/>
          <a:p>
            <a:endParaRPr lang="en-US" sz="1400" b="0" u="none" strike="noStrike">
              <a:solidFill>
                <a:srgbClr val="FFFFFF"/>
              </a:solidFill>
              <a:effectLst/>
              <a:uFillTx/>
              <a:latin typeface="Arial"/>
            </a:endParaRPr>
          </a:p>
        </p:txBody>
      </p:sp>
      <p:sp>
        <p:nvSpPr>
          <p:cNvPr id="732" name="Google Shape;392;p 3"/>
          <p:cNvSpPr/>
          <p:nvPr/>
        </p:nvSpPr>
        <p:spPr>
          <a:xfrm>
            <a:off x="5712480" y="4861800"/>
            <a:ext cx="93600" cy="67680"/>
          </a:xfrm>
          <a:custGeom>
            <a:avLst/>
            <a:gdLst>
              <a:gd name="textAreaLeft" fmla="*/ 0 w 93600"/>
              <a:gd name="textAreaRight" fmla="*/ 93960 w 93600"/>
              <a:gd name="textAreaTop" fmla="*/ 0 h 67680"/>
              <a:gd name="textAreaBottom" fmla="*/ 68040 h 67680"/>
            </a:gdLst>
            <a:ahLst/>
            <a:cxnLst/>
            <a:rect l="textAreaLeft" t="textAreaTop" r="textAreaRight" b="textAreaBottom"/>
            <a:pathLst>
              <a:path w="2401" h="1742">
                <a:moveTo>
                  <a:pt x="1214" y="1"/>
                </a:moveTo>
                <a:cubicBezTo>
                  <a:pt x="1105" y="1"/>
                  <a:pt x="991" y="22"/>
                  <a:pt x="874" y="70"/>
                </a:cubicBezTo>
                <a:cubicBezTo>
                  <a:pt x="1" y="436"/>
                  <a:pt x="245" y="1732"/>
                  <a:pt x="1194" y="1742"/>
                </a:cubicBezTo>
                <a:cubicBezTo>
                  <a:pt x="1428" y="1742"/>
                  <a:pt x="1654" y="1648"/>
                  <a:pt x="1823" y="1488"/>
                </a:cubicBezTo>
                <a:cubicBezTo>
                  <a:pt x="2401" y="910"/>
                  <a:pt x="1921" y="1"/>
                  <a:pt x="121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3840" bIns="33840" anchor="ctr">
            <a:noAutofit/>
          </a:bodyPr>
          <a:lstStyle/>
          <a:p>
            <a:endParaRPr lang="en-US" sz="1400" b="0" u="none" strike="noStrike">
              <a:solidFill>
                <a:srgbClr val="FFFFFF"/>
              </a:solidFill>
              <a:effectLst/>
              <a:uFillTx/>
              <a:latin typeface="Arial"/>
            </a:endParaRPr>
          </a:p>
        </p:txBody>
      </p:sp>
      <p:sp>
        <p:nvSpPr>
          <p:cNvPr id="733" name="Google Shape;393;p 3"/>
          <p:cNvSpPr/>
          <p:nvPr/>
        </p:nvSpPr>
        <p:spPr>
          <a:xfrm>
            <a:off x="5451120" y="4228200"/>
            <a:ext cx="444960" cy="136440"/>
          </a:xfrm>
          <a:custGeom>
            <a:avLst/>
            <a:gdLst>
              <a:gd name="textAreaLeft" fmla="*/ 0 w 444960"/>
              <a:gd name="textAreaRight" fmla="*/ 445320 w 444960"/>
              <a:gd name="textAreaTop" fmla="*/ 0 h 136440"/>
              <a:gd name="textAreaBottom" fmla="*/ 136800 h 136440"/>
            </a:gdLst>
            <a:ahLst/>
            <a:cxnLst/>
            <a:rect l="textAreaLeft" t="textAreaTop" r="textAreaRight" b="textAreaBottom"/>
            <a:pathLst>
              <a:path w="11394" h="3504">
                <a:moveTo>
                  <a:pt x="3927" y="0"/>
                </a:moveTo>
                <a:cubicBezTo>
                  <a:pt x="3495" y="0"/>
                  <a:pt x="3081" y="179"/>
                  <a:pt x="2781" y="498"/>
                </a:cubicBezTo>
                <a:lnTo>
                  <a:pt x="405" y="3062"/>
                </a:lnTo>
                <a:lnTo>
                  <a:pt x="1" y="3504"/>
                </a:lnTo>
                <a:lnTo>
                  <a:pt x="11393" y="3504"/>
                </a:lnTo>
                <a:lnTo>
                  <a:pt x="10989" y="3062"/>
                </a:lnTo>
                <a:lnTo>
                  <a:pt x="8613" y="517"/>
                </a:lnTo>
                <a:cubicBezTo>
                  <a:pt x="8322" y="188"/>
                  <a:pt x="7899" y="0"/>
                  <a:pt x="7458" y="0"/>
                </a:cubicBezTo>
                <a:close/>
              </a:path>
            </a:pathLst>
          </a:custGeom>
          <a:solidFill>
            <a:srgbClr val="9AD7D2"/>
          </a:solidFill>
          <a:ln w="0">
            <a:noFill/>
          </a:ln>
        </p:spPr>
        <p:style>
          <a:lnRef idx="0">
            <a:scrgbClr r="0" g="0" b="0"/>
          </a:lnRef>
          <a:fillRef idx="0">
            <a:scrgbClr r="0" g="0" b="0"/>
          </a:fillRef>
          <a:effectRef idx="0">
            <a:scrgbClr r="0" g="0" b="0"/>
          </a:effectRef>
          <a:fontRef idx="minor"/>
        </p:style>
        <p:txBody>
          <a:bodyPr tIns="68400" bIns="68400" anchor="ctr">
            <a:noAutofit/>
          </a:bodyPr>
          <a:lstStyle/>
          <a:p>
            <a:endParaRPr lang="en-US" sz="1400" b="0" u="none" strike="noStrike">
              <a:solidFill>
                <a:srgbClr val="000000"/>
              </a:solidFill>
              <a:effectLst/>
              <a:uFillTx/>
              <a:latin typeface="Arial"/>
            </a:endParaRPr>
          </a:p>
        </p:txBody>
      </p:sp>
      <p:sp>
        <p:nvSpPr>
          <p:cNvPr id="734" name="Google Shape;394;p 3"/>
          <p:cNvSpPr/>
          <p:nvPr/>
        </p:nvSpPr>
        <p:spPr>
          <a:xfrm>
            <a:off x="3227040" y="422424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7" h="3476">
                <a:moveTo>
                  <a:pt x="883" y="1"/>
                </a:moveTo>
                <a:cubicBezTo>
                  <a:pt x="413" y="1"/>
                  <a:pt x="19" y="367"/>
                  <a:pt x="10" y="846"/>
                </a:cubicBezTo>
                <a:lnTo>
                  <a:pt x="10" y="2602"/>
                </a:lnTo>
                <a:cubicBezTo>
                  <a:pt x="0" y="3081"/>
                  <a:pt x="395" y="3476"/>
                  <a:pt x="883" y="3476"/>
                </a:cubicBezTo>
                <a:cubicBezTo>
                  <a:pt x="1362" y="3476"/>
                  <a:pt x="1756" y="3081"/>
                  <a:pt x="1756" y="2602"/>
                </a:cubicBezTo>
                <a:lnTo>
                  <a:pt x="1756" y="846"/>
                </a:lnTo>
                <a:cubicBezTo>
                  <a:pt x="1738" y="367"/>
                  <a:pt x="1353" y="1"/>
                  <a:pt x="88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35" name="Google Shape;395;p 3"/>
          <p:cNvSpPr/>
          <p:nvPr/>
        </p:nvSpPr>
        <p:spPr>
          <a:xfrm>
            <a:off x="3115440" y="4388760"/>
            <a:ext cx="56520" cy="111600"/>
          </a:xfrm>
          <a:custGeom>
            <a:avLst/>
            <a:gdLst>
              <a:gd name="textAreaLeft" fmla="*/ 0 w 56520"/>
              <a:gd name="textAreaRight" fmla="*/ 56880 w 56520"/>
              <a:gd name="textAreaTop" fmla="*/ 0 h 111600"/>
              <a:gd name="textAreaBottom" fmla="*/ 111960 h 111600"/>
            </a:gdLst>
            <a:ahLst/>
            <a:cxnLst/>
            <a:rect l="textAreaLeft" t="textAreaTop" r="textAreaRight" b="textAreaBottom"/>
            <a:pathLst>
              <a:path w="1795" h="3542">
                <a:moveTo>
                  <a:pt x="902" y="0"/>
                </a:moveTo>
                <a:cubicBezTo>
                  <a:pt x="404" y="0"/>
                  <a:pt x="0" y="414"/>
                  <a:pt x="19" y="911"/>
                </a:cubicBezTo>
                <a:lnTo>
                  <a:pt x="19" y="2668"/>
                </a:lnTo>
                <a:cubicBezTo>
                  <a:pt x="19" y="3147"/>
                  <a:pt x="413" y="3541"/>
                  <a:pt x="902" y="3541"/>
                </a:cubicBezTo>
                <a:cubicBezTo>
                  <a:pt x="1381" y="3541"/>
                  <a:pt x="1775" y="3147"/>
                  <a:pt x="1775" y="2668"/>
                </a:cubicBezTo>
                <a:lnTo>
                  <a:pt x="1775" y="911"/>
                </a:lnTo>
                <a:cubicBezTo>
                  <a:pt x="1794" y="414"/>
                  <a:pt x="1390" y="0"/>
                  <a:pt x="90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5800" bIns="55800" anchor="ctr">
            <a:noAutofit/>
          </a:bodyPr>
          <a:lstStyle/>
          <a:p>
            <a:endParaRPr lang="en-US" sz="1400" b="0" u="none" strike="noStrike">
              <a:solidFill>
                <a:srgbClr val="FFFFFF"/>
              </a:solidFill>
              <a:effectLst/>
              <a:uFillTx/>
              <a:latin typeface="Arial"/>
            </a:endParaRPr>
          </a:p>
        </p:txBody>
      </p:sp>
      <p:sp>
        <p:nvSpPr>
          <p:cNvPr id="736" name="Google Shape;396;p 3"/>
          <p:cNvSpPr/>
          <p:nvPr/>
        </p:nvSpPr>
        <p:spPr>
          <a:xfrm>
            <a:off x="3226680" y="4388760"/>
            <a:ext cx="56160" cy="111600"/>
          </a:xfrm>
          <a:custGeom>
            <a:avLst/>
            <a:gdLst>
              <a:gd name="textAreaLeft" fmla="*/ 0 w 56160"/>
              <a:gd name="textAreaRight" fmla="*/ 56520 w 56160"/>
              <a:gd name="textAreaTop" fmla="*/ 0 h 111600"/>
              <a:gd name="textAreaBottom" fmla="*/ 111960 h 111600"/>
            </a:gdLst>
            <a:ahLst/>
            <a:cxnLst/>
            <a:rect l="textAreaLeft" t="textAreaTop" r="textAreaRight" b="textAreaBottom"/>
            <a:pathLst>
              <a:path w="1786" h="3542">
                <a:moveTo>
                  <a:pt x="893" y="0"/>
                </a:moveTo>
                <a:cubicBezTo>
                  <a:pt x="395" y="0"/>
                  <a:pt x="1" y="414"/>
                  <a:pt x="20" y="911"/>
                </a:cubicBezTo>
                <a:lnTo>
                  <a:pt x="20" y="2668"/>
                </a:lnTo>
                <a:cubicBezTo>
                  <a:pt x="10" y="3147"/>
                  <a:pt x="405" y="3541"/>
                  <a:pt x="893" y="3541"/>
                </a:cubicBezTo>
                <a:cubicBezTo>
                  <a:pt x="1372" y="3541"/>
                  <a:pt x="1766" y="3147"/>
                  <a:pt x="1766" y="2668"/>
                </a:cubicBezTo>
                <a:lnTo>
                  <a:pt x="1766" y="911"/>
                </a:lnTo>
                <a:cubicBezTo>
                  <a:pt x="1785" y="414"/>
                  <a:pt x="1391" y="0"/>
                  <a:pt x="89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5800" bIns="55800" anchor="ctr">
            <a:noAutofit/>
          </a:bodyPr>
          <a:lstStyle/>
          <a:p>
            <a:endParaRPr lang="en-US" sz="1400" b="0" u="none" strike="noStrike">
              <a:solidFill>
                <a:srgbClr val="FFFFFF"/>
              </a:solidFill>
              <a:effectLst/>
              <a:uFillTx/>
              <a:latin typeface="Arial"/>
            </a:endParaRPr>
          </a:p>
        </p:txBody>
      </p:sp>
      <p:sp>
        <p:nvSpPr>
          <p:cNvPr id="737" name="Google Shape;397;p 3"/>
          <p:cNvSpPr/>
          <p:nvPr/>
        </p:nvSpPr>
        <p:spPr>
          <a:xfrm>
            <a:off x="3116160" y="455688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8" h="3476">
                <a:moveTo>
                  <a:pt x="884" y="1"/>
                </a:moveTo>
                <a:cubicBezTo>
                  <a:pt x="405" y="1"/>
                  <a:pt x="20" y="376"/>
                  <a:pt x="1" y="846"/>
                </a:cubicBezTo>
                <a:lnTo>
                  <a:pt x="1" y="2593"/>
                </a:lnTo>
                <a:cubicBezTo>
                  <a:pt x="1" y="3081"/>
                  <a:pt x="395" y="3466"/>
                  <a:pt x="884" y="3476"/>
                </a:cubicBezTo>
                <a:cubicBezTo>
                  <a:pt x="1363" y="3476"/>
                  <a:pt x="1757" y="3081"/>
                  <a:pt x="1757" y="2593"/>
                </a:cubicBezTo>
                <a:lnTo>
                  <a:pt x="1757" y="846"/>
                </a:lnTo>
                <a:cubicBezTo>
                  <a:pt x="1738" y="376"/>
                  <a:pt x="1353" y="1"/>
                  <a:pt x="88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38" name="Google Shape;398;p 3"/>
          <p:cNvSpPr/>
          <p:nvPr/>
        </p:nvSpPr>
        <p:spPr>
          <a:xfrm>
            <a:off x="3227040" y="455688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48" h="3476">
                <a:moveTo>
                  <a:pt x="874" y="1"/>
                </a:moveTo>
                <a:cubicBezTo>
                  <a:pt x="404" y="1"/>
                  <a:pt x="10" y="376"/>
                  <a:pt x="1" y="846"/>
                </a:cubicBezTo>
                <a:lnTo>
                  <a:pt x="1" y="2593"/>
                </a:lnTo>
                <a:cubicBezTo>
                  <a:pt x="1" y="3081"/>
                  <a:pt x="386" y="3476"/>
                  <a:pt x="874" y="3476"/>
                </a:cubicBezTo>
                <a:cubicBezTo>
                  <a:pt x="1353" y="3466"/>
                  <a:pt x="1747" y="3081"/>
                  <a:pt x="1747" y="2593"/>
                </a:cubicBezTo>
                <a:lnTo>
                  <a:pt x="1747" y="846"/>
                </a:lnTo>
                <a:cubicBezTo>
                  <a:pt x="1729" y="376"/>
                  <a:pt x="1344" y="1"/>
                  <a:pt x="8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39" name="Google Shape;399;p 3"/>
          <p:cNvSpPr/>
          <p:nvPr/>
        </p:nvSpPr>
        <p:spPr>
          <a:xfrm>
            <a:off x="3116160" y="472320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8" h="3475">
                <a:moveTo>
                  <a:pt x="884" y="0"/>
                </a:moveTo>
                <a:cubicBezTo>
                  <a:pt x="405" y="0"/>
                  <a:pt x="20" y="366"/>
                  <a:pt x="1" y="845"/>
                </a:cubicBezTo>
                <a:lnTo>
                  <a:pt x="1" y="2592"/>
                </a:lnTo>
                <a:cubicBezTo>
                  <a:pt x="1" y="3081"/>
                  <a:pt x="395" y="3475"/>
                  <a:pt x="884" y="3475"/>
                </a:cubicBezTo>
                <a:cubicBezTo>
                  <a:pt x="1363" y="3475"/>
                  <a:pt x="1757" y="3081"/>
                  <a:pt x="1757" y="2592"/>
                </a:cubicBezTo>
                <a:lnTo>
                  <a:pt x="1757" y="845"/>
                </a:lnTo>
                <a:cubicBezTo>
                  <a:pt x="1738" y="366"/>
                  <a:pt x="1353" y="0"/>
                  <a:pt x="88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40" name="Google Shape;400;p 3"/>
          <p:cNvSpPr/>
          <p:nvPr/>
        </p:nvSpPr>
        <p:spPr>
          <a:xfrm>
            <a:off x="3227040" y="4723200"/>
            <a:ext cx="55080" cy="109440"/>
          </a:xfrm>
          <a:custGeom>
            <a:avLst/>
            <a:gdLst>
              <a:gd name="textAreaLeft" fmla="*/ 0 w 55080"/>
              <a:gd name="textAreaRight" fmla="*/ 55440 w 55080"/>
              <a:gd name="textAreaTop" fmla="*/ 0 h 109440"/>
              <a:gd name="textAreaBottom" fmla="*/ 109800 h 109440"/>
            </a:gdLst>
            <a:ahLst/>
            <a:cxnLst/>
            <a:rect l="textAreaLeft" t="textAreaTop" r="textAreaRight" b="textAreaBottom"/>
            <a:pathLst>
              <a:path w="1757" h="3475">
                <a:moveTo>
                  <a:pt x="883" y="0"/>
                </a:moveTo>
                <a:cubicBezTo>
                  <a:pt x="413" y="0"/>
                  <a:pt x="19" y="366"/>
                  <a:pt x="10" y="845"/>
                </a:cubicBezTo>
                <a:lnTo>
                  <a:pt x="10" y="2592"/>
                </a:lnTo>
                <a:cubicBezTo>
                  <a:pt x="0" y="3081"/>
                  <a:pt x="395" y="3475"/>
                  <a:pt x="883" y="3475"/>
                </a:cubicBezTo>
                <a:cubicBezTo>
                  <a:pt x="1362" y="3475"/>
                  <a:pt x="1756" y="3081"/>
                  <a:pt x="1756" y="2592"/>
                </a:cubicBezTo>
                <a:lnTo>
                  <a:pt x="1756" y="845"/>
                </a:lnTo>
                <a:cubicBezTo>
                  <a:pt x="1738" y="366"/>
                  <a:pt x="1353" y="0"/>
                  <a:pt x="88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4720" bIns="54720" anchor="ctr">
            <a:noAutofit/>
          </a:bodyPr>
          <a:lstStyle/>
          <a:p>
            <a:endParaRPr lang="en-US" sz="1400" b="0" u="none" strike="noStrike">
              <a:solidFill>
                <a:srgbClr val="FFFFFF"/>
              </a:solidFill>
              <a:effectLst/>
              <a:uFillTx/>
              <a:latin typeface="Arial"/>
            </a:endParaRPr>
          </a:p>
        </p:txBody>
      </p:sp>
      <p:sp>
        <p:nvSpPr>
          <p:cNvPr id="741" name="Google Shape;401;p 3"/>
          <p:cNvSpPr/>
          <p:nvPr/>
        </p:nvSpPr>
        <p:spPr>
          <a:xfrm>
            <a:off x="3115440" y="4887720"/>
            <a:ext cx="56520" cy="111600"/>
          </a:xfrm>
          <a:custGeom>
            <a:avLst/>
            <a:gdLst>
              <a:gd name="textAreaLeft" fmla="*/ 0 w 56520"/>
              <a:gd name="textAreaRight" fmla="*/ 56880 w 56520"/>
              <a:gd name="textAreaTop" fmla="*/ 0 h 111600"/>
              <a:gd name="textAreaBottom" fmla="*/ 111960 h 111600"/>
            </a:gdLst>
            <a:ahLst/>
            <a:cxnLst/>
            <a:rect l="textAreaLeft" t="textAreaTop" r="textAreaRight" b="textAreaBottom"/>
            <a:pathLst>
              <a:path w="1795" h="3542">
                <a:moveTo>
                  <a:pt x="902" y="1"/>
                </a:moveTo>
                <a:cubicBezTo>
                  <a:pt x="404" y="1"/>
                  <a:pt x="0" y="414"/>
                  <a:pt x="19" y="912"/>
                </a:cubicBezTo>
                <a:lnTo>
                  <a:pt x="19" y="2659"/>
                </a:lnTo>
                <a:cubicBezTo>
                  <a:pt x="19" y="3147"/>
                  <a:pt x="413" y="3541"/>
                  <a:pt x="902" y="3541"/>
                </a:cubicBezTo>
                <a:cubicBezTo>
                  <a:pt x="1381" y="3541"/>
                  <a:pt x="1775" y="3147"/>
                  <a:pt x="1775" y="2659"/>
                </a:cubicBezTo>
                <a:lnTo>
                  <a:pt x="1775" y="912"/>
                </a:lnTo>
                <a:cubicBezTo>
                  <a:pt x="1794" y="414"/>
                  <a:pt x="1390" y="1"/>
                  <a:pt x="90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5800" bIns="55800" anchor="ctr">
            <a:noAutofit/>
          </a:bodyPr>
          <a:lstStyle/>
          <a:p>
            <a:endParaRPr lang="en-US" sz="1400" b="0" u="none" strike="noStrike">
              <a:solidFill>
                <a:srgbClr val="FFFFFF"/>
              </a:solidFill>
              <a:effectLst/>
              <a:uFillTx/>
              <a:latin typeface="Arial"/>
            </a:endParaRPr>
          </a:p>
        </p:txBody>
      </p:sp>
      <p:sp>
        <p:nvSpPr>
          <p:cNvPr id="742" name="Google Shape;402;p 3"/>
          <p:cNvSpPr/>
          <p:nvPr/>
        </p:nvSpPr>
        <p:spPr>
          <a:xfrm>
            <a:off x="3226680" y="4887720"/>
            <a:ext cx="56160" cy="111600"/>
          </a:xfrm>
          <a:custGeom>
            <a:avLst/>
            <a:gdLst>
              <a:gd name="textAreaLeft" fmla="*/ 0 w 56160"/>
              <a:gd name="textAreaRight" fmla="*/ 56520 w 56160"/>
              <a:gd name="textAreaTop" fmla="*/ 0 h 111600"/>
              <a:gd name="textAreaBottom" fmla="*/ 111960 h 111600"/>
            </a:gdLst>
            <a:ahLst/>
            <a:cxnLst/>
            <a:rect l="textAreaLeft" t="textAreaTop" r="textAreaRight" b="textAreaBottom"/>
            <a:pathLst>
              <a:path w="1786" h="3542">
                <a:moveTo>
                  <a:pt x="893" y="1"/>
                </a:moveTo>
                <a:cubicBezTo>
                  <a:pt x="395" y="1"/>
                  <a:pt x="1" y="414"/>
                  <a:pt x="20" y="912"/>
                </a:cubicBezTo>
                <a:lnTo>
                  <a:pt x="20" y="2659"/>
                </a:lnTo>
                <a:cubicBezTo>
                  <a:pt x="10" y="3147"/>
                  <a:pt x="405" y="3541"/>
                  <a:pt x="893" y="3541"/>
                </a:cubicBezTo>
                <a:cubicBezTo>
                  <a:pt x="1372" y="3541"/>
                  <a:pt x="1766" y="3147"/>
                  <a:pt x="1766" y="2659"/>
                </a:cubicBezTo>
                <a:lnTo>
                  <a:pt x="1766" y="912"/>
                </a:lnTo>
                <a:cubicBezTo>
                  <a:pt x="1785" y="414"/>
                  <a:pt x="1391" y="1"/>
                  <a:pt x="89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5800" bIns="55800" anchor="ctr">
            <a:noAutofit/>
          </a:bodyPr>
          <a:lstStyle/>
          <a:p>
            <a:endParaRPr lang="en-US" sz="1400" b="0" u="none" strike="noStrike">
              <a:solidFill>
                <a:srgbClr val="FFFFFF"/>
              </a:solidFill>
              <a:effectLst/>
              <a:uFillTx/>
              <a:latin typeface="Arial"/>
            </a:endParaRPr>
          </a:p>
        </p:txBody>
      </p:sp>
      <p:sp>
        <p:nvSpPr>
          <p:cNvPr id="743" name="Google Shape;403;p 3"/>
          <p:cNvSpPr/>
          <p:nvPr/>
        </p:nvSpPr>
        <p:spPr>
          <a:xfrm>
            <a:off x="3985920" y="407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0"/>
                </a:moveTo>
                <a:cubicBezTo>
                  <a:pt x="823" y="0"/>
                  <a:pt x="1" y="821"/>
                  <a:pt x="1" y="1841"/>
                </a:cubicBezTo>
                <a:lnTo>
                  <a:pt x="1" y="1842"/>
                </a:lnTo>
                <a:cubicBezTo>
                  <a:pt x="1" y="2862"/>
                  <a:pt x="823" y="3683"/>
                  <a:pt x="1843" y="3683"/>
                </a:cubicBezTo>
                <a:cubicBezTo>
                  <a:pt x="2863" y="3683"/>
                  <a:pt x="3684" y="2862"/>
                  <a:pt x="3684" y="1842"/>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4" name="Google Shape;404;p 3"/>
          <p:cNvSpPr/>
          <p:nvPr/>
        </p:nvSpPr>
        <p:spPr>
          <a:xfrm>
            <a:off x="4093560" y="407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0"/>
                </a:moveTo>
                <a:cubicBezTo>
                  <a:pt x="821" y="0"/>
                  <a:pt x="0" y="821"/>
                  <a:pt x="0" y="1841"/>
                </a:cubicBezTo>
                <a:lnTo>
                  <a:pt x="0" y="1842"/>
                </a:lnTo>
                <a:cubicBezTo>
                  <a:pt x="0" y="2862"/>
                  <a:pt x="821" y="3683"/>
                  <a:pt x="1841" y="3683"/>
                </a:cubicBezTo>
                <a:lnTo>
                  <a:pt x="1842" y="3683"/>
                </a:lnTo>
                <a:cubicBezTo>
                  <a:pt x="2862" y="3683"/>
                  <a:pt x="3683" y="2862"/>
                  <a:pt x="3683" y="1842"/>
                </a:cubicBezTo>
                <a:lnTo>
                  <a:pt x="3683" y="1841"/>
                </a:lnTo>
                <a:cubicBezTo>
                  <a:pt x="3683" y="821"/>
                  <a:pt x="2862" y="0"/>
                  <a:pt x="184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5" name="Google Shape;405;p 3"/>
          <p:cNvSpPr/>
          <p:nvPr/>
        </p:nvSpPr>
        <p:spPr>
          <a:xfrm>
            <a:off x="3878640" y="4172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1" y="1"/>
                  <a:pt x="1" y="821"/>
                  <a:pt x="1" y="1841"/>
                </a:cubicBezTo>
                <a:lnTo>
                  <a:pt x="1" y="1843"/>
                </a:lnTo>
                <a:cubicBezTo>
                  <a:pt x="1" y="2863"/>
                  <a:pt x="821" y="3684"/>
                  <a:pt x="1841" y="3684"/>
                </a:cubicBezTo>
                <a:lnTo>
                  <a:pt x="1843" y="3684"/>
                </a:lnTo>
                <a:cubicBezTo>
                  <a:pt x="2863" y="3684"/>
                  <a:pt x="3683" y="2863"/>
                  <a:pt x="3683" y="1843"/>
                </a:cubicBezTo>
                <a:lnTo>
                  <a:pt x="3683" y="1841"/>
                </a:lnTo>
                <a:cubicBezTo>
                  <a:pt x="3683"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6" name="Google Shape;406;p 3"/>
          <p:cNvSpPr/>
          <p:nvPr/>
        </p:nvSpPr>
        <p:spPr>
          <a:xfrm>
            <a:off x="3985920" y="4172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1"/>
                </a:moveTo>
                <a:cubicBezTo>
                  <a:pt x="823" y="1"/>
                  <a:pt x="1" y="821"/>
                  <a:pt x="1" y="1841"/>
                </a:cubicBezTo>
                <a:lnTo>
                  <a:pt x="1" y="1843"/>
                </a:lnTo>
                <a:cubicBezTo>
                  <a:pt x="1" y="2863"/>
                  <a:pt x="823" y="3684"/>
                  <a:pt x="1843" y="3684"/>
                </a:cubicBezTo>
                <a:cubicBezTo>
                  <a:pt x="2863" y="3684"/>
                  <a:pt x="3684" y="2863"/>
                  <a:pt x="3684" y="1843"/>
                </a:cubicBezTo>
                <a:lnTo>
                  <a:pt x="3684" y="1841"/>
                </a:lnTo>
                <a:cubicBezTo>
                  <a:pt x="3684"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7" name="Google Shape;407;p 3"/>
          <p:cNvSpPr/>
          <p:nvPr/>
        </p:nvSpPr>
        <p:spPr>
          <a:xfrm>
            <a:off x="4093560" y="4172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1"/>
                  <a:pt x="0" y="1841"/>
                </a:cubicBezTo>
                <a:lnTo>
                  <a:pt x="0" y="1843"/>
                </a:lnTo>
                <a:cubicBezTo>
                  <a:pt x="0" y="2863"/>
                  <a:pt x="821" y="3684"/>
                  <a:pt x="1841" y="3684"/>
                </a:cubicBezTo>
                <a:lnTo>
                  <a:pt x="1842" y="3684"/>
                </a:lnTo>
                <a:cubicBezTo>
                  <a:pt x="2862" y="3684"/>
                  <a:pt x="3683" y="2863"/>
                  <a:pt x="3683" y="1843"/>
                </a:cubicBezTo>
                <a:lnTo>
                  <a:pt x="3683" y="1841"/>
                </a:lnTo>
                <a:cubicBezTo>
                  <a:pt x="3683" y="821"/>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8" name="Google Shape;408;p 3"/>
          <p:cNvSpPr/>
          <p:nvPr/>
        </p:nvSpPr>
        <p:spPr>
          <a:xfrm>
            <a:off x="3878640" y="4270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0"/>
                </a:moveTo>
                <a:cubicBezTo>
                  <a:pt x="821" y="0"/>
                  <a:pt x="1" y="823"/>
                  <a:pt x="1" y="1843"/>
                </a:cubicBezTo>
                <a:cubicBezTo>
                  <a:pt x="1" y="2863"/>
                  <a:pt x="821" y="3685"/>
                  <a:pt x="1841" y="3685"/>
                </a:cubicBezTo>
                <a:lnTo>
                  <a:pt x="1843" y="3685"/>
                </a:lnTo>
                <a:cubicBezTo>
                  <a:pt x="2863" y="3685"/>
                  <a:pt x="3683" y="2863"/>
                  <a:pt x="3683" y="1843"/>
                </a:cubicBezTo>
                <a:cubicBezTo>
                  <a:pt x="3683"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49" name="Google Shape;409;p 3"/>
          <p:cNvSpPr/>
          <p:nvPr/>
        </p:nvSpPr>
        <p:spPr>
          <a:xfrm>
            <a:off x="3985920" y="4270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0"/>
                </a:moveTo>
                <a:cubicBezTo>
                  <a:pt x="823" y="0"/>
                  <a:pt x="1" y="823"/>
                  <a:pt x="1" y="1843"/>
                </a:cubicBezTo>
                <a:cubicBezTo>
                  <a:pt x="1" y="2863"/>
                  <a:pt x="823" y="3685"/>
                  <a:pt x="1843" y="3685"/>
                </a:cubicBezTo>
                <a:cubicBezTo>
                  <a:pt x="2863" y="3685"/>
                  <a:pt x="3684" y="2863"/>
                  <a:pt x="3684" y="1843"/>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0" name="Google Shape;410;p 3"/>
          <p:cNvSpPr/>
          <p:nvPr/>
        </p:nvSpPr>
        <p:spPr>
          <a:xfrm>
            <a:off x="4093560" y="4270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0"/>
                </a:moveTo>
                <a:cubicBezTo>
                  <a:pt x="821" y="0"/>
                  <a:pt x="0" y="823"/>
                  <a:pt x="0" y="1843"/>
                </a:cubicBezTo>
                <a:cubicBezTo>
                  <a:pt x="0" y="2863"/>
                  <a:pt x="821" y="3685"/>
                  <a:pt x="1841" y="3685"/>
                </a:cubicBezTo>
                <a:lnTo>
                  <a:pt x="1842" y="3685"/>
                </a:lnTo>
                <a:cubicBezTo>
                  <a:pt x="2862" y="3685"/>
                  <a:pt x="3683" y="2863"/>
                  <a:pt x="3683" y="1843"/>
                </a:cubicBezTo>
                <a:cubicBezTo>
                  <a:pt x="3683" y="823"/>
                  <a:pt x="2862" y="0"/>
                  <a:pt x="184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1" name="Google Shape;411;p 3"/>
          <p:cNvSpPr/>
          <p:nvPr/>
        </p:nvSpPr>
        <p:spPr>
          <a:xfrm>
            <a:off x="3878640" y="4368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1" y="1"/>
                  <a:pt x="1" y="822"/>
                  <a:pt x="1" y="1841"/>
                </a:cubicBezTo>
                <a:lnTo>
                  <a:pt x="1" y="1843"/>
                </a:lnTo>
                <a:cubicBezTo>
                  <a:pt x="1" y="2863"/>
                  <a:pt x="821" y="3684"/>
                  <a:pt x="1841" y="3684"/>
                </a:cubicBezTo>
                <a:lnTo>
                  <a:pt x="1843" y="3684"/>
                </a:lnTo>
                <a:cubicBezTo>
                  <a:pt x="2863" y="3684"/>
                  <a:pt x="3683" y="2863"/>
                  <a:pt x="3683" y="1843"/>
                </a:cubicBezTo>
                <a:lnTo>
                  <a:pt x="3683" y="1841"/>
                </a:lnTo>
                <a:cubicBezTo>
                  <a:pt x="3683"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2" name="Google Shape;412;p 3"/>
          <p:cNvSpPr/>
          <p:nvPr/>
        </p:nvSpPr>
        <p:spPr>
          <a:xfrm>
            <a:off x="3985920" y="4368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1"/>
                </a:moveTo>
                <a:cubicBezTo>
                  <a:pt x="823" y="1"/>
                  <a:pt x="1" y="822"/>
                  <a:pt x="1" y="1841"/>
                </a:cubicBezTo>
                <a:lnTo>
                  <a:pt x="1" y="1843"/>
                </a:lnTo>
                <a:cubicBezTo>
                  <a:pt x="1" y="2863"/>
                  <a:pt x="823" y="3684"/>
                  <a:pt x="1843" y="3684"/>
                </a:cubicBezTo>
                <a:cubicBezTo>
                  <a:pt x="2863" y="3684"/>
                  <a:pt x="3684" y="2863"/>
                  <a:pt x="3684" y="1843"/>
                </a:cubicBezTo>
                <a:lnTo>
                  <a:pt x="3684" y="1841"/>
                </a:lnTo>
                <a:cubicBezTo>
                  <a:pt x="3684"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3" name="Google Shape;413;p 3"/>
          <p:cNvSpPr/>
          <p:nvPr/>
        </p:nvSpPr>
        <p:spPr>
          <a:xfrm>
            <a:off x="4093560" y="4368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2"/>
                  <a:pt x="0" y="1841"/>
                </a:cubicBezTo>
                <a:lnTo>
                  <a:pt x="0" y="1843"/>
                </a:lnTo>
                <a:cubicBezTo>
                  <a:pt x="0" y="2863"/>
                  <a:pt x="821" y="3684"/>
                  <a:pt x="1841" y="3684"/>
                </a:cubicBezTo>
                <a:lnTo>
                  <a:pt x="1842" y="3684"/>
                </a:lnTo>
                <a:cubicBezTo>
                  <a:pt x="2862" y="3684"/>
                  <a:pt x="3683" y="2863"/>
                  <a:pt x="3683" y="1843"/>
                </a:cubicBezTo>
                <a:lnTo>
                  <a:pt x="3683" y="1841"/>
                </a:lnTo>
                <a:cubicBezTo>
                  <a:pt x="3683" y="822"/>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4" name="Google Shape;414;p 3"/>
          <p:cNvSpPr/>
          <p:nvPr/>
        </p:nvSpPr>
        <p:spPr>
          <a:xfrm>
            <a:off x="3878640" y="4466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1"/>
                </a:moveTo>
                <a:cubicBezTo>
                  <a:pt x="821" y="1"/>
                  <a:pt x="1" y="823"/>
                  <a:pt x="1" y="1843"/>
                </a:cubicBezTo>
                <a:cubicBezTo>
                  <a:pt x="1" y="2865"/>
                  <a:pt x="821" y="3685"/>
                  <a:pt x="1841" y="3685"/>
                </a:cubicBezTo>
                <a:lnTo>
                  <a:pt x="1843" y="3685"/>
                </a:lnTo>
                <a:cubicBezTo>
                  <a:pt x="2863" y="3685"/>
                  <a:pt x="3683" y="2865"/>
                  <a:pt x="3683" y="1843"/>
                </a:cubicBezTo>
                <a:cubicBezTo>
                  <a:pt x="3683"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5" name="Google Shape;415;p 3"/>
          <p:cNvSpPr/>
          <p:nvPr/>
        </p:nvSpPr>
        <p:spPr>
          <a:xfrm>
            <a:off x="3985920" y="4466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3" y="1"/>
                  <a:pt x="1" y="823"/>
                  <a:pt x="1" y="1843"/>
                </a:cubicBezTo>
                <a:cubicBezTo>
                  <a:pt x="1" y="2865"/>
                  <a:pt x="823" y="3685"/>
                  <a:pt x="1843" y="3685"/>
                </a:cubicBezTo>
                <a:cubicBezTo>
                  <a:pt x="2863" y="3685"/>
                  <a:pt x="3684" y="2865"/>
                  <a:pt x="3684" y="1843"/>
                </a:cubicBezTo>
                <a:cubicBezTo>
                  <a:pt x="3684"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6" name="Google Shape;416;p 3"/>
          <p:cNvSpPr/>
          <p:nvPr/>
        </p:nvSpPr>
        <p:spPr>
          <a:xfrm>
            <a:off x="4093560" y="4466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1"/>
                </a:moveTo>
                <a:cubicBezTo>
                  <a:pt x="821" y="1"/>
                  <a:pt x="0" y="823"/>
                  <a:pt x="0" y="1843"/>
                </a:cubicBezTo>
                <a:cubicBezTo>
                  <a:pt x="0" y="2865"/>
                  <a:pt x="821" y="3685"/>
                  <a:pt x="1841" y="3685"/>
                </a:cubicBezTo>
                <a:lnTo>
                  <a:pt x="1842" y="3685"/>
                </a:lnTo>
                <a:cubicBezTo>
                  <a:pt x="2862" y="3685"/>
                  <a:pt x="3683" y="2865"/>
                  <a:pt x="3683" y="1843"/>
                </a:cubicBezTo>
                <a:cubicBezTo>
                  <a:pt x="3683" y="823"/>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7" name="Google Shape;417;p 3"/>
          <p:cNvSpPr/>
          <p:nvPr/>
        </p:nvSpPr>
        <p:spPr>
          <a:xfrm>
            <a:off x="3878640" y="456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1" y="0"/>
                  <a:pt x="1" y="821"/>
                  <a:pt x="1" y="1843"/>
                </a:cubicBezTo>
                <a:cubicBezTo>
                  <a:pt x="1" y="2862"/>
                  <a:pt x="821" y="3685"/>
                  <a:pt x="1841" y="3685"/>
                </a:cubicBezTo>
                <a:lnTo>
                  <a:pt x="1843" y="3685"/>
                </a:lnTo>
                <a:cubicBezTo>
                  <a:pt x="2863" y="3685"/>
                  <a:pt x="3683" y="2862"/>
                  <a:pt x="3683" y="1843"/>
                </a:cubicBez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8" name="Google Shape;418;p 3"/>
          <p:cNvSpPr/>
          <p:nvPr/>
        </p:nvSpPr>
        <p:spPr>
          <a:xfrm>
            <a:off x="3985920" y="456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3" y="0"/>
                </a:moveTo>
                <a:cubicBezTo>
                  <a:pt x="823" y="0"/>
                  <a:pt x="1" y="821"/>
                  <a:pt x="1" y="1843"/>
                </a:cubicBezTo>
                <a:cubicBezTo>
                  <a:pt x="1" y="2862"/>
                  <a:pt x="823" y="3685"/>
                  <a:pt x="1843" y="3685"/>
                </a:cubicBezTo>
                <a:cubicBezTo>
                  <a:pt x="2863" y="3685"/>
                  <a:pt x="3684" y="2862"/>
                  <a:pt x="3684" y="1843"/>
                </a:cubicBez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59" name="Google Shape;419;p 3"/>
          <p:cNvSpPr/>
          <p:nvPr/>
        </p:nvSpPr>
        <p:spPr>
          <a:xfrm>
            <a:off x="4093560" y="456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1"/>
                  <a:pt x="0" y="1843"/>
                </a:cubicBezTo>
                <a:cubicBezTo>
                  <a:pt x="0" y="2862"/>
                  <a:pt x="821" y="3685"/>
                  <a:pt x="1841" y="3685"/>
                </a:cubicBezTo>
                <a:lnTo>
                  <a:pt x="1842" y="3685"/>
                </a:lnTo>
                <a:cubicBezTo>
                  <a:pt x="2862" y="3685"/>
                  <a:pt x="3683" y="2862"/>
                  <a:pt x="3683" y="1843"/>
                </a:cubicBezTo>
                <a:cubicBezTo>
                  <a:pt x="3683" y="821"/>
                  <a:pt x="2862" y="0"/>
                  <a:pt x="184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0" name="Google Shape;420;p 3"/>
          <p:cNvSpPr/>
          <p:nvPr/>
        </p:nvSpPr>
        <p:spPr>
          <a:xfrm>
            <a:off x="3878640" y="4663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1" y="1"/>
                  <a:pt x="1" y="821"/>
                  <a:pt x="1" y="1841"/>
                </a:cubicBezTo>
                <a:lnTo>
                  <a:pt x="1" y="1843"/>
                </a:lnTo>
                <a:cubicBezTo>
                  <a:pt x="1" y="2863"/>
                  <a:pt x="821" y="3684"/>
                  <a:pt x="1841" y="3684"/>
                </a:cubicBezTo>
                <a:lnTo>
                  <a:pt x="1843" y="3684"/>
                </a:lnTo>
                <a:cubicBezTo>
                  <a:pt x="2863" y="3684"/>
                  <a:pt x="3683" y="2863"/>
                  <a:pt x="3683" y="1843"/>
                </a:cubicBezTo>
                <a:lnTo>
                  <a:pt x="3683" y="1841"/>
                </a:lnTo>
                <a:cubicBezTo>
                  <a:pt x="3683"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1" name="Google Shape;421;p 3"/>
          <p:cNvSpPr/>
          <p:nvPr/>
        </p:nvSpPr>
        <p:spPr>
          <a:xfrm>
            <a:off x="3985920" y="4663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1"/>
                </a:moveTo>
                <a:cubicBezTo>
                  <a:pt x="823" y="1"/>
                  <a:pt x="1" y="821"/>
                  <a:pt x="1" y="1841"/>
                </a:cubicBezTo>
                <a:lnTo>
                  <a:pt x="1" y="1843"/>
                </a:lnTo>
                <a:cubicBezTo>
                  <a:pt x="1" y="2863"/>
                  <a:pt x="823" y="3684"/>
                  <a:pt x="1843" y="3684"/>
                </a:cubicBezTo>
                <a:cubicBezTo>
                  <a:pt x="2863" y="3684"/>
                  <a:pt x="3684" y="2863"/>
                  <a:pt x="3684" y="1843"/>
                </a:cubicBezTo>
                <a:lnTo>
                  <a:pt x="3684" y="1841"/>
                </a:lnTo>
                <a:cubicBezTo>
                  <a:pt x="3684"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2" name="Google Shape;422;p 3"/>
          <p:cNvSpPr/>
          <p:nvPr/>
        </p:nvSpPr>
        <p:spPr>
          <a:xfrm>
            <a:off x="4093560" y="4663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1"/>
                  <a:pt x="0" y="1841"/>
                </a:cubicBezTo>
                <a:lnTo>
                  <a:pt x="0" y="1843"/>
                </a:lnTo>
                <a:cubicBezTo>
                  <a:pt x="0" y="2863"/>
                  <a:pt x="821" y="3684"/>
                  <a:pt x="1841" y="3684"/>
                </a:cubicBezTo>
                <a:lnTo>
                  <a:pt x="1842" y="3684"/>
                </a:lnTo>
                <a:cubicBezTo>
                  <a:pt x="2862" y="3684"/>
                  <a:pt x="3683" y="2863"/>
                  <a:pt x="3683" y="1843"/>
                </a:cubicBezTo>
                <a:lnTo>
                  <a:pt x="3683" y="1841"/>
                </a:lnTo>
                <a:cubicBezTo>
                  <a:pt x="3683" y="821"/>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3" name="Google Shape;423;p 3"/>
          <p:cNvSpPr/>
          <p:nvPr/>
        </p:nvSpPr>
        <p:spPr>
          <a:xfrm>
            <a:off x="3878640" y="4761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0"/>
                </a:moveTo>
                <a:cubicBezTo>
                  <a:pt x="821" y="0"/>
                  <a:pt x="1" y="823"/>
                  <a:pt x="1" y="1843"/>
                </a:cubicBezTo>
                <a:cubicBezTo>
                  <a:pt x="1" y="2864"/>
                  <a:pt x="821" y="3685"/>
                  <a:pt x="1841" y="3685"/>
                </a:cubicBezTo>
                <a:lnTo>
                  <a:pt x="1843" y="3685"/>
                </a:lnTo>
                <a:cubicBezTo>
                  <a:pt x="2863" y="3685"/>
                  <a:pt x="3683" y="2864"/>
                  <a:pt x="3683" y="1843"/>
                </a:cubicBezTo>
                <a:cubicBezTo>
                  <a:pt x="3683" y="823"/>
                  <a:pt x="2863" y="0"/>
                  <a:pt x="1843"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64" name="Google Shape;424;p 3"/>
          <p:cNvSpPr/>
          <p:nvPr/>
        </p:nvSpPr>
        <p:spPr>
          <a:xfrm>
            <a:off x="3985920" y="4761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0"/>
                </a:moveTo>
                <a:cubicBezTo>
                  <a:pt x="823" y="0"/>
                  <a:pt x="1" y="823"/>
                  <a:pt x="1" y="1843"/>
                </a:cubicBezTo>
                <a:cubicBezTo>
                  <a:pt x="1" y="2864"/>
                  <a:pt x="823" y="3685"/>
                  <a:pt x="1843" y="3685"/>
                </a:cubicBezTo>
                <a:cubicBezTo>
                  <a:pt x="2863" y="3685"/>
                  <a:pt x="3684" y="2864"/>
                  <a:pt x="3684" y="1843"/>
                </a:cubicBezTo>
                <a:cubicBezTo>
                  <a:pt x="3684" y="823"/>
                  <a:pt x="2863" y="0"/>
                  <a:pt x="1843"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65" name="Google Shape;425;p 3"/>
          <p:cNvSpPr/>
          <p:nvPr/>
        </p:nvSpPr>
        <p:spPr>
          <a:xfrm>
            <a:off x="4093560" y="4761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0"/>
                </a:moveTo>
                <a:cubicBezTo>
                  <a:pt x="821" y="0"/>
                  <a:pt x="0" y="823"/>
                  <a:pt x="0" y="1843"/>
                </a:cubicBezTo>
                <a:cubicBezTo>
                  <a:pt x="0" y="2864"/>
                  <a:pt x="821" y="3685"/>
                  <a:pt x="1841" y="3685"/>
                </a:cubicBezTo>
                <a:lnTo>
                  <a:pt x="1842" y="3685"/>
                </a:lnTo>
                <a:cubicBezTo>
                  <a:pt x="2862" y="3685"/>
                  <a:pt x="3683" y="2864"/>
                  <a:pt x="3683" y="1843"/>
                </a:cubicBezTo>
                <a:cubicBezTo>
                  <a:pt x="3683" y="823"/>
                  <a:pt x="2862" y="0"/>
                  <a:pt x="184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66" name="Google Shape;426;p 3"/>
          <p:cNvSpPr/>
          <p:nvPr/>
        </p:nvSpPr>
        <p:spPr>
          <a:xfrm>
            <a:off x="3878640" y="48600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1"/>
                </a:moveTo>
                <a:cubicBezTo>
                  <a:pt x="821" y="1"/>
                  <a:pt x="1" y="822"/>
                  <a:pt x="1" y="1843"/>
                </a:cubicBezTo>
                <a:cubicBezTo>
                  <a:pt x="1" y="2863"/>
                  <a:pt x="821" y="3686"/>
                  <a:pt x="1841" y="3686"/>
                </a:cubicBezTo>
                <a:lnTo>
                  <a:pt x="1843" y="3686"/>
                </a:lnTo>
                <a:cubicBezTo>
                  <a:pt x="2863" y="3686"/>
                  <a:pt x="3683" y="2863"/>
                  <a:pt x="3683" y="1843"/>
                </a:cubicBezTo>
                <a:cubicBezTo>
                  <a:pt x="3683"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7" name="Google Shape;427;p 3"/>
          <p:cNvSpPr/>
          <p:nvPr/>
        </p:nvSpPr>
        <p:spPr>
          <a:xfrm>
            <a:off x="3985920" y="48600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3" y="1"/>
                  <a:pt x="1" y="822"/>
                  <a:pt x="1" y="1843"/>
                </a:cubicBezTo>
                <a:cubicBezTo>
                  <a:pt x="1" y="2863"/>
                  <a:pt x="823" y="3686"/>
                  <a:pt x="1843" y="3686"/>
                </a:cubicBezTo>
                <a:cubicBezTo>
                  <a:pt x="2863" y="3686"/>
                  <a:pt x="3684" y="2863"/>
                  <a:pt x="3684" y="1843"/>
                </a:cubicBezTo>
                <a:cubicBezTo>
                  <a:pt x="3684"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8" name="Google Shape;428;p 3"/>
          <p:cNvSpPr/>
          <p:nvPr/>
        </p:nvSpPr>
        <p:spPr>
          <a:xfrm>
            <a:off x="4093560" y="48600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1"/>
                </a:moveTo>
                <a:cubicBezTo>
                  <a:pt x="821" y="1"/>
                  <a:pt x="0" y="822"/>
                  <a:pt x="0" y="1843"/>
                </a:cubicBezTo>
                <a:cubicBezTo>
                  <a:pt x="0" y="2863"/>
                  <a:pt x="821" y="3686"/>
                  <a:pt x="1841" y="3686"/>
                </a:cubicBezTo>
                <a:lnTo>
                  <a:pt x="1842" y="3686"/>
                </a:lnTo>
                <a:cubicBezTo>
                  <a:pt x="2862" y="3686"/>
                  <a:pt x="3683" y="2863"/>
                  <a:pt x="3683" y="1843"/>
                </a:cubicBezTo>
                <a:cubicBezTo>
                  <a:pt x="3683" y="822"/>
                  <a:pt x="2862" y="1"/>
                  <a:pt x="1842"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69" name="Google Shape;429;p 3"/>
          <p:cNvSpPr/>
          <p:nvPr/>
        </p:nvSpPr>
        <p:spPr>
          <a:xfrm>
            <a:off x="3878640" y="495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0"/>
                </a:moveTo>
                <a:cubicBezTo>
                  <a:pt x="821" y="0"/>
                  <a:pt x="1" y="821"/>
                  <a:pt x="1" y="1841"/>
                </a:cubicBezTo>
                <a:lnTo>
                  <a:pt x="1" y="1843"/>
                </a:lnTo>
                <a:cubicBezTo>
                  <a:pt x="1" y="2863"/>
                  <a:pt x="821" y="3683"/>
                  <a:pt x="1841" y="3683"/>
                </a:cubicBezTo>
                <a:lnTo>
                  <a:pt x="1843" y="3683"/>
                </a:lnTo>
                <a:cubicBezTo>
                  <a:pt x="2863" y="3683"/>
                  <a:pt x="3683" y="2863"/>
                  <a:pt x="3683" y="1843"/>
                </a:cubicBezTo>
                <a:lnTo>
                  <a:pt x="3683" y="1841"/>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70" name="Google Shape;430;p 3"/>
          <p:cNvSpPr/>
          <p:nvPr/>
        </p:nvSpPr>
        <p:spPr>
          <a:xfrm>
            <a:off x="3985920" y="495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3" y="0"/>
                </a:moveTo>
                <a:cubicBezTo>
                  <a:pt x="823" y="0"/>
                  <a:pt x="1" y="821"/>
                  <a:pt x="1" y="1841"/>
                </a:cubicBezTo>
                <a:lnTo>
                  <a:pt x="1" y="1843"/>
                </a:lnTo>
                <a:cubicBezTo>
                  <a:pt x="1" y="2863"/>
                  <a:pt x="823" y="3683"/>
                  <a:pt x="1843" y="3683"/>
                </a:cubicBezTo>
                <a:cubicBezTo>
                  <a:pt x="2863" y="3683"/>
                  <a:pt x="3684" y="2863"/>
                  <a:pt x="3684" y="1843"/>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71" name="Google Shape;431;p 3"/>
          <p:cNvSpPr/>
          <p:nvPr/>
        </p:nvSpPr>
        <p:spPr>
          <a:xfrm>
            <a:off x="4093560" y="495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0"/>
                </a:moveTo>
                <a:cubicBezTo>
                  <a:pt x="821" y="0"/>
                  <a:pt x="0" y="821"/>
                  <a:pt x="0" y="1841"/>
                </a:cubicBezTo>
                <a:lnTo>
                  <a:pt x="0" y="1843"/>
                </a:lnTo>
                <a:cubicBezTo>
                  <a:pt x="0" y="2863"/>
                  <a:pt x="821" y="3683"/>
                  <a:pt x="1841" y="3683"/>
                </a:cubicBezTo>
                <a:lnTo>
                  <a:pt x="1842" y="3683"/>
                </a:lnTo>
                <a:cubicBezTo>
                  <a:pt x="2862" y="3683"/>
                  <a:pt x="3683" y="2863"/>
                  <a:pt x="3683" y="1843"/>
                </a:cubicBezTo>
                <a:lnTo>
                  <a:pt x="3683" y="1841"/>
                </a:lnTo>
                <a:cubicBezTo>
                  <a:pt x="3683" y="821"/>
                  <a:pt x="2862" y="0"/>
                  <a:pt x="1842"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72" name="Google Shape;432;p 3"/>
          <p:cNvSpPr/>
          <p:nvPr/>
        </p:nvSpPr>
        <p:spPr>
          <a:xfrm>
            <a:off x="3878640" y="4755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 y="0"/>
                </a:moveTo>
                <a:lnTo>
                  <a:pt x="1" y="3685"/>
                </a:lnTo>
                <a:lnTo>
                  <a:pt x="3683" y="3685"/>
                </a:lnTo>
                <a:lnTo>
                  <a:pt x="3683"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73" name="Google Shape;433;p 3"/>
          <p:cNvSpPr/>
          <p:nvPr/>
        </p:nvSpPr>
        <p:spPr>
          <a:xfrm>
            <a:off x="3985920" y="4755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 y="0"/>
                </a:moveTo>
                <a:lnTo>
                  <a:pt x="1" y="3685"/>
                </a:lnTo>
                <a:lnTo>
                  <a:pt x="3684" y="3685"/>
                </a:lnTo>
                <a:lnTo>
                  <a:pt x="3684"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74" name="Google Shape;434;p 3"/>
          <p:cNvSpPr/>
          <p:nvPr/>
        </p:nvSpPr>
        <p:spPr>
          <a:xfrm>
            <a:off x="4093560" y="4755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0" y="0"/>
                </a:moveTo>
                <a:lnTo>
                  <a:pt x="0" y="3685"/>
                </a:lnTo>
                <a:lnTo>
                  <a:pt x="3683" y="3685"/>
                </a:lnTo>
                <a:lnTo>
                  <a:pt x="3683"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775" name="Google Shape;435;p 3"/>
          <p:cNvSpPr/>
          <p:nvPr/>
        </p:nvSpPr>
        <p:spPr>
          <a:xfrm>
            <a:off x="3878640" y="3967560"/>
            <a:ext cx="274320" cy="58680"/>
          </a:xfrm>
          <a:custGeom>
            <a:avLst/>
            <a:gdLst>
              <a:gd name="textAreaLeft" fmla="*/ 0 w 274320"/>
              <a:gd name="textAreaRight" fmla="*/ 274680 w 274320"/>
              <a:gd name="textAreaTop" fmla="*/ 0 h 58680"/>
              <a:gd name="textAreaBottom" fmla="*/ 59040 h 58680"/>
            </a:gdLst>
            <a:ahLst/>
            <a:cxnLst/>
            <a:rect l="textAreaLeft" t="textAreaTop" r="textAreaRight" b="textAreaBottom"/>
            <a:pathLst>
              <a:path w="16916" h="3638">
                <a:moveTo>
                  <a:pt x="3638" y="1"/>
                </a:moveTo>
                <a:cubicBezTo>
                  <a:pt x="1628" y="1"/>
                  <a:pt x="1" y="1628"/>
                  <a:pt x="1" y="3638"/>
                </a:cubicBezTo>
                <a:lnTo>
                  <a:pt x="16916" y="3638"/>
                </a:lnTo>
                <a:cubicBezTo>
                  <a:pt x="16916" y="1628"/>
                  <a:pt x="15288" y="1"/>
                  <a:pt x="13279"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29520" bIns="29520" anchor="ctr">
            <a:noAutofit/>
          </a:bodyPr>
          <a:lstStyle/>
          <a:p>
            <a:endParaRPr lang="en-US" sz="1400" b="0" u="none" strike="noStrike">
              <a:solidFill>
                <a:srgbClr val="FFFFFF"/>
              </a:solidFill>
              <a:effectLst/>
              <a:uFillTx/>
              <a:latin typeface="Arial"/>
            </a:endParaRPr>
          </a:p>
        </p:txBody>
      </p:sp>
      <p:sp>
        <p:nvSpPr>
          <p:cNvPr id="776" name="Google Shape;436;p 3"/>
          <p:cNvSpPr/>
          <p:nvPr/>
        </p:nvSpPr>
        <p:spPr>
          <a:xfrm>
            <a:off x="4604400" y="3909240"/>
            <a:ext cx="351000" cy="1162440"/>
          </a:xfrm>
          <a:custGeom>
            <a:avLst/>
            <a:gdLst>
              <a:gd name="textAreaLeft" fmla="*/ 0 w 351000"/>
              <a:gd name="textAreaRight" fmla="*/ 351360 w 351000"/>
              <a:gd name="textAreaTop" fmla="*/ 0 h 1162440"/>
              <a:gd name="textAreaBottom" fmla="*/ 1162800 h 1162440"/>
            </a:gdLst>
            <a:ahLst/>
            <a:cxnLst/>
            <a:rect l="textAreaLeft" t="textAreaTop" r="textAreaRight" b="textAreaBottom"/>
            <a:pathLst>
              <a:path w="21648" h="71625">
                <a:moveTo>
                  <a:pt x="2448" y="0"/>
                </a:moveTo>
                <a:cubicBezTo>
                  <a:pt x="1096" y="0"/>
                  <a:pt x="0" y="1097"/>
                  <a:pt x="0" y="2450"/>
                </a:cubicBezTo>
                <a:lnTo>
                  <a:pt x="0" y="71624"/>
                </a:lnTo>
                <a:lnTo>
                  <a:pt x="21648" y="71624"/>
                </a:lnTo>
                <a:lnTo>
                  <a:pt x="21648" y="2450"/>
                </a:lnTo>
                <a:cubicBezTo>
                  <a:pt x="21648" y="1097"/>
                  <a:pt x="20551" y="0"/>
                  <a:pt x="1919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77" name="Google Shape;437;p 3"/>
          <p:cNvSpPr/>
          <p:nvPr/>
        </p:nvSpPr>
        <p:spPr>
          <a:xfrm>
            <a:off x="4642920" y="395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0"/>
                </a:moveTo>
                <a:cubicBezTo>
                  <a:pt x="821" y="0"/>
                  <a:pt x="0" y="821"/>
                  <a:pt x="0" y="1843"/>
                </a:cubicBezTo>
                <a:lnTo>
                  <a:pt x="0" y="1845"/>
                </a:lnTo>
                <a:cubicBezTo>
                  <a:pt x="0" y="2864"/>
                  <a:pt x="821" y="3685"/>
                  <a:pt x="1843" y="3685"/>
                </a:cubicBezTo>
                <a:cubicBezTo>
                  <a:pt x="2863" y="3685"/>
                  <a:pt x="3683" y="2864"/>
                  <a:pt x="3683" y="1845"/>
                </a:cubicBezTo>
                <a:lnTo>
                  <a:pt x="3683" y="1843"/>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78" name="Google Shape;438;p 3"/>
          <p:cNvSpPr/>
          <p:nvPr/>
        </p:nvSpPr>
        <p:spPr>
          <a:xfrm>
            <a:off x="4750200" y="395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0"/>
                </a:moveTo>
                <a:cubicBezTo>
                  <a:pt x="823" y="0"/>
                  <a:pt x="1" y="821"/>
                  <a:pt x="1" y="1843"/>
                </a:cubicBezTo>
                <a:lnTo>
                  <a:pt x="1" y="1845"/>
                </a:lnTo>
                <a:cubicBezTo>
                  <a:pt x="1" y="2864"/>
                  <a:pt x="823" y="3685"/>
                  <a:pt x="1843" y="3685"/>
                </a:cubicBezTo>
                <a:cubicBezTo>
                  <a:pt x="2865" y="3685"/>
                  <a:pt x="3685" y="2864"/>
                  <a:pt x="3685" y="1845"/>
                </a:cubicBezTo>
                <a:lnTo>
                  <a:pt x="3685" y="1843"/>
                </a:lnTo>
                <a:cubicBezTo>
                  <a:pt x="3685" y="821"/>
                  <a:pt x="2865"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79" name="Google Shape;439;p 3"/>
          <p:cNvSpPr/>
          <p:nvPr/>
        </p:nvSpPr>
        <p:spPr>
          <a:xfrm>
            <a:off x="4857480" y="395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0"/>
                </a:moveTo>
                <a:cubicBezTo>
                  <a:pt x="822" y="0"/>
                  <a:pt x="1" y="821"/>
                  <a:pt x="1" y="1843"/>
                </a:cubicBezTo>
                <a:lnTo>
                  <a:pt x="1" y="1845"/>
                </a:lnTo>
                <a:cubicBezTo>
                  <a:pt x="1" y="2864"/>
                  <a:pt x="822" y="3685"/>
                  <a:pt x="1843" y="3685"/>
                </a:cubicBezTo>
                <a:cubicBezTo>
                  <a:pt x="2863" y="3685"/>
                  <a:pt x="3686" y="2864"/>
                  <a:pt x="3686" y="1845"/>
                </a:cubicBezTo>
                <a:lnTo>
                  <a:pt x="3686" y="1843"/>
                </a:lnTo>
                <a:cubicBezTo>
                  <a:pt x="3686"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0" name="Google Shape;440;p 3"/>
          <p:cNvSpPr/>
          <p:nvPr/>
        </p:nvSpPr>
        <p:spPr>
          <a:xfrm>
            <a:off x="4642920" y="4049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1"/>
                  <a:pt x="0" y="1841"/>
                </a:cubicBezTo>
                <a:lnTo>
                  <a:pt x="0" y="1843"/>
                </a:lnTo>
                <a:cubicBezTo>
                  <a:pt x="0" y="2863"/>
                  <a:pt x="821" y="3685"/>
                  <a:pt x="1843" y="3685"/>
                </a:cubicBezTo>
                <a:cubicBezTo>
                  <a:pt x="2863" y="3685"/>
                  <a:pt x="3683" y="2863"/>
                  <a:pt x="3683" y="1843"/>
                </a:cubicBezTo>
                <a:lnTo>
                  <a:pt x="3683" y="1841"/>
                </a:lnTo>
                <a:cubicBezTo>
                  <a:pt x="3683"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1" name="Google Shape;441;p 3"/>
          <p:cNvSpPr/>
          <p:nvPr/>
        </p:nvSpPr>
        <p:spPr>
          <a:xfrm>
            <a:off x="4750200" y="4049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1"/>
                  <a:pt x="1" y="1841"/>
                </a:cubicBezTo>
                <a:lnTo>
                  <a:pt x="1" y="1843"/>
                </a:lnTo>
                <a:cubicBezTo>
                  <a:pt x="1" y="2863"/>
                  <a:pt x="823" y="3685"/>
                  <a:pt x="1843" y="3685"/>
                </a:cubicBezTo>
                <a:cubicBezTo>
                  <a:pt x="2865" y="3685"/>
                  <a:pt x="3685" y="2863"/>
                  <a:pt x="3685" y="1843"/>
                </a:cubicBezTo>
                <a:lnTo>
                  <a:pt x="3685" y="1841"/>
                </a:lnTo>
                <a:cubicBezTo>
                  <a:pt x="3685" y="821"/>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2" name="Google Shape;442;p 3"/>
          <p:cNvSpPr/>
          <p:nvPr/>
        </p:nvSpPr>
        <p:spPr>
          <a:xfrm>
            <a:off x="4857480" y="4049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1"/>
                  <a:pt x="1" y="1841"/>
                </a:cubicBezTo>
                <a:lnTo>
                  <a:pt x="1" y="1843"/>
                </a:lnTo>
                <a:cubicBezTo>
                  <a:pt x="1" y="2863"/>
                  <a:pt x="822" y="3685"/>
                  <a:pt x="1843" y="3685"/>
                </a:cubicBezTo>
                <a:cubicBezTo>
                  <a:pt x="2863" y="3685"/>
                  <a:pt x="3686" y="2863"/>
                  <a:pt x="3686" y="1843"/>
                </a:cubicBezTo>
                <a:lnTo>
                  <a:pt x="3686" y="1841"/>
                </a:lnTo>
                <a:cubicBezTo>
                  <a:pt x="3686"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3" name="Google Shape;443;p 3"/>
          <p:cNvSpPr/>
          <p:nvPr/>
        </p:nvSpPr>
        <p:spPr>
          <a:xfrm>
            <a:off x="4642920" y="414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3"/>
                  <a:pt x="0" y="1843"/>
                </a:cubicBezTo>
                <a:lnTo>
                  <a:pt x="0" y="1845"/>
                </a:lnTo>
                <a:cubicBezTo>
                  <a:pt x="0" y="2865"/>
                  <a:pt x="821" y="3685"/>
                  <a:pt x="1843" y="3685"/>
                </a:cubicBezTo>
                <a:cubicBezTo>
                  <a:pt x="2863" y="3685"/>
                  <a:pt x="3683" y="2865"/>
                  <a:pt x="3683" y="1845"/>
                </a:cubicBezTo>
                <a:lnTo>
                  <a:pt x="3683" y="1843"/>
                </a:lnTo>
                <a:cubicBezTo>
                  <a:pt x="3683"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4" name="Google Shape;444;p 3"/>
          <p:cNvSpPr/>
          <p:nvPr/>
        </p:nvSpPr>
        <p:spPr>
          <a:xfrm>
            <a:off x="4750200" y="414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3"/>
                  <a:pt x="1" y="1843"/>
                </a:cubicBezTo>
                <a:lnTo>
                  <a:pt x="1" y="1845"/>
                </a:lnTo>
                <a:cubicBezTo>
                  <a:pt x="1" y="2865"/>
                  <a:pt x="823" y="3685"/>
                  <a:pt x="1843" y="3685"/>
                </a:cubicBezTo>
                <a:cubicBezTo>
                  <a:pt x="2865" y="3685"/>
                  <a:pt x="3685" y="2865"/>
                  <a:pt x="3685" y="1845"/>
                </a:cubicBezTo>
                <a:lnTo>
                  <a:pt x="3685" y="1843"/>
                </a:lnTo>
                <a:cubicBezTo>
                  <a:pt x="3685" y="823"/>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5" name="Google Shape;445;p 3"/>
          <p:cNvSpPr/>
          <p:nvPr/>
        </p:nvSpPr>
        <p:spPr>
          <a:xfrm>
            <a:off x="4857480" y="414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3"/>
                  <a:pt x="1" y="1843"/>
                </a:cubicBezTo>
                <a:lnTo>
                  <a:pt x="1" y="1845"/>
                </a:lnTo>
                <a:cubicBezTo>
                  <a:pt x="1" y="2865"/>
                  <a:pt x="822" y="3685"/>
                  <a:pt x="1843" y="3685"/>
                </a:cubicBezTo>
                <a:cubicBezTo>
                  <a:pt x="2863" y="3685"/>
                  <a:pt x="3686" y="2865"/>
                  <a:pt x="3686" y="1845"/>
                </a:cubicBezTo>
                <a:lnTo>
                  <a:pt x="3686" y="1843"/>
                </a:lnTo>
                <a:cubicBezTo>
                  <a:pt x="3686"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6" name="Google Shape;446;p 3"/>
          <p:cNvSpPr/>
          <p:nvPr/>
        </p:nvSpPr>
        <p:spPr>
          <a:xfrm>
            <a:off x="4642920" y="4235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4"/>
                  <a:pt x="0" y="1843"/>
                </a:cubicBezTo>
                <a:lnTo>
                  <a:pt x="0" y="1845"/>
                </a:lnTo>
                <a:cubicBezTo>
                  <a:pt x="0" y="2865"/>
                  <a:pt x="821" y="3686"/>
                  <a:pt x="1843" y="3686"/>
                </a:cubicBezTo>
                <a:cubicBezTo>
                  <a:pt x="2863" y="3686"/>
                  <a:pt x="3683" y="2865"/>
                  <a:pt x="3683" y="1845"/>
                </a:cubicBezTo>
                <a:lnTo>
                  <a:pt x="3683" y="1843"/>
                </a:lnTo>
                <a:cubicBezTo>
                  <a:pt x="3683" y="824"/>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7" name="Google Shape;447;p 3"/>
          <p:cNvSpPr/>
          <p:nvPr/>
        </p:nvSpPr>
        <p:spPr>
          <a:xfrm>
            <a:off x="4750200" y="4235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4"/>
                  <a:pt x="1" y="1843"/>
                </a:cubicBezTo>
                <a:lnTo>
                  <a:pt x="1" y="1845"/>
                </a:lnTo>
                <a:cubicBezTo>
                  <a:pt x="1" y="2865"/>
                  <a:pt x="823" y="3686"/>
                  <a:pt x="1843" y="3686"/>
                </a:cubicBezTo>
                <a:cubicBezTo>
                  <a:pt x="2865" y="3686"/>
                  <a:pt x="3685" y="2865"/>
                  <a:pt x="3685" y="1845"/>
                </a:cubicBezTo>
                <a:lnTo>
                  <a:pt x="3685" y="1843"/>
                </a:lnTo>
                <a:cubicBezTo>
                  <a:pt x="3685" y="824"/>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8" name="Google Shape;448;p 3"/>
          <p:cNvSpPr/>
          <p:nvPr/>
        </p:nvSpPr>
        <p:spPr>
          <a:xfrm>
            <a:off x="4857480" y="4235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4"/>
                  <a:pt x="1" y="1843"/>
                </a:cubicBezTo>
                <a:lnTo>
                  <a:pt x="1" y="1845"/>
                </a:lnTo>
                <a:cubicBezTo>
                  <a:pt x="1" y="2865"/>
                  <a:pt x="822" y="3686"/>
                  <a:pt x="1843" y="3686"/>
                </a:cubicBezTo>
                <a:cubicBezTo>
                  <a:pt x="2863" y="3686"/>
                  <a:pt x="3686" y="2865"/>
                  <a:pt x="3686" y="1845"/>
                </a:cubicBezTo>
                <a:lnTo>
                  <a:pt x="3686" y="1843"/>
                </a:lnTo>
                <a:cubicBezTo>
                  <a:pt x="3686" y="824"/>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89" name="Google Shape;449;p 3"/>
          <p:cNvSpPr/>
          <p:nvPr/>
        </p:nvSpPr>
        <p:spPr>
          <a:xfrm>
            <a:off x="4642920" y="4327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3" y="0"/>
                </a:moveTo>
                <a:cubicBezTo>
                  <a:pt x="821" y="0"/>
                  <a:pt x="0" y="821"/>
                  <a:pt x="0" y="1841"/>
                </a:cubicBezTo>
                <a:lnTo>
                  <a:pt x="0" y="1842"/>
                </a:lnTo>
                <a:cubicBezTo>
                  <a:pt x="0" y="2864"/>
                  <a:pt x="821" y="3685"/>
                  <a:pt x="1843" y="3685"/>
                </a:cubicBezTo>
                <a:cubicBezTo>
                  <a:pt x="2863" y="3685"/>
                  <a:pt x="3683" y="2864"/>
                  <a:pt x="3683" y="1842"/>
                </a:cubicBezTo>
                <a:lnTo>
                  <a:pt x="3683" y="1841"/>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790" name="Google Shape;450;p 3"/>
          <p:cNvSpPr/>
          <p:nvPr/>
        </p:nvSpPr>
        <p:spPr>
          <a:xfrm>
            <a:off x="3944880" y="4149360"/>
            <a:ext cx="212040" cy="181800"/>
          </a:xfrm>
          <a:custGeom>
            <a:avLst/>
            <a:gdLst>
              <a:gd name="textAreaLeft" fmla="*/ 0 w 212040"/>
              <a:gd name="textAreaRight" fmla="*/ 212400 w 212040"/>
              <a:gd name="textAreaTop" fmla="*/ 0 h 181800"/>
              <a:gd name="textAreaBottom" fmla="*/ 182160 h 181800"/>
            </a:gdLst>
            <a:ahLst/>
            <a:cxnLst/>
            <a:rect l="textAreaLeft" t="textAreaTop" r="textAreaRight" b="textAreaBottom"/>
            <a:pathLst>
              <a:path w="6134" h="5261">
                <a:moveTo>
                  <a:pt x="874" y="1"/>
                </a:moveTo>
                <a:cubicBezTo>
                  <a:pt x="395" y="1"/>
                  <a:pt x="0" y="395"/>
                  <a:pt x="0" y="883"/>
                </a:cubicBezTo>
                <a:lnTo>
                  <a:pt x="0" y="5260"/>
                </a:lnTo>
                <a:lnTo>
                  <a:pt x="6133" y="5260"/>
                </a:lnTo>
                <a:lnTo>
                  <a:pt x="6133" y="883"/>
                </a:lnTo>
                <a:cubicBezTo>
                  <a:pt x="6133" y="395"/>
                  <a:pt x="5739" y="1"/>
                  <a:pt x="526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080" bIns="91080" anchor="ctr">
            <a:noAutofit/>
          </a:bodyPr>
          <a:lstStyle/>
          <a:p>
            <a:endParaRPr lang="en-US" sz="1400" b="0" u="none" strike="noStrike">
              <a:solidFill>
                <a:srgbClr val="000000"/>
              </a:solidFill>
              <a:effectLst/>
              <a:uFillTx/>
              <a:latin typeface="Arial"/>
            </a:endParaRPr>
          </a:p>
        </p:txBody>
      </p:sp>
      <p:sp>
        <p:nvSpPr>
          <p:cNvPr id="791" name="Google Shape;451;p 3"/>
          <p:cNvSpPr/>
          <p:nvPr/>
        </p:nvSpPr>
        <p:spPr>
          <a:xfrm>
            <a:off x="3823200" y="4270680"/>
            <a:ext cx="576360" cy="848880"/>
          </a:xfrm>
          <a:custGeom>
            <a:avLst/>
            <a:gdLst>
              <a:gd name="textAreaLeft" fmla="*/ 0 w 576360"/>
              <a:gd name="textAreaRight" fmla="*/ 576720 w 576360"/>
              <a:gd name="textAreaTop" fmla="*/ 0 h 848880"/>
              <a:gd name="textAreaBottom" fmla="*/ 849240 h 848880"/>
            </a:gdLst>
            <a:ahLst/>
            <a:cxnLst/>
            <a:rect l="textAreaLeft" t="textAreaTop" r="textAreaRight" b="textAreaBottom"/>
            <a:pathLst>
              <a:path w="16662" h="24542">
                <a:moveTo>
                  <a:pt x="883" y="0"/>
                </a:moveTo>
                <a:cubicBezTo>
                  <a:pt x="395" y="0"/>
                  <a:pt x="10" y="385"/>
                  <a:pt x="10" y="874"/>
                </a:cubicBezTo>
                <a:lnTo>
                  <a:pt x="10" y="23658"/>
                </a:lnTo>
                <a:cubicBezTo>
                  <a:pt x="1" y="24147"/>
                  <a:pt x="395" y="24541"/>
                  <a:pt x="883" y="24541"/>
                </a:cubicBezTo>
                <a:lnTo>
                  <a:pt x="16662" y="24541"/>
                </a:lnTo>
                <a:lnTo>
                  <a:pt x="16662"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92" name="Google Shape;452;p 3"/>
          <p:cNvSpPr/>
          <p:nvPr/>
        </p:nvSpPr>
        <p:spPr>
          <a:xfrm>
            <a:off x="3916080" y="4604040"/>
            <a:ext cx="148680" cy="60480"/>
          </a:xfrm>
          <a:custGeom>
            <a:avLst/>
            <a:gdLst>
              <a:gd name="textAreaLeft" fmla="*/ 0 w 148680"/>
              <a:gd name="textAreaRight" fmla="*/ 149040 w 148680"/>
              <a:gd name="textAreaTop" fmla="*/ 0 h 60480"/>
              <a:gd name="textAreaBottom" fmla="*/ 60840 h 60480"/>
            </a:gdLst>
            <a:ahLst/>
            <a:cxnLst/>
            <a:rect l="textAreaLeft" t="textAreaTop" r="textAreaRight" b="textAreaBottom"/>
            <a:pathLst>
              <a:path w="4303" h="1758">
                <a:moveTo>
                  <a:pt x="878" y="1"/>
                </a:moveTo>
                <a:cubicBezTo>
                  <a:pt x="395" y="1"/>
                  <a:pt x="1" y="388"/>
                  <a:pt x="1" y="875"/>
                </a:cubicBezTo>
                <a:cubicBezTo>
                  <a:pt x="1" y="1367"/>
                  <a:pt x="404" y="1758"/>
                  <a:pt x="894" y="1758"/>
                </a:cubicBezTo>
                <a:cubicBezTo>
                  <a:pt x="900" y="1758"/>
                  <a:pt x="906" y="1758"/>
                  <a:pt x="912" y="1758"/>
                </a:cubicBezTo>
                <a:lnTo>
                  <a:pt x="3457" y="1758"/>
                </a:lnTo>
                <a:cubicBezTo>
                  <a:pt x="3926" y="1739"/>
                  <a:pt x="4302" y="1344"/>
                  <a:pt x="4302" y="875"/>
                </a:cubicBezTo>
                <a:cubicBezTo>
                  <a:pt x="4302" y="405"/>
                  <a:pt x="3926" y="20"/>
                  <a:pt x="3457" y="1"/>
                </a:cubicBezTo>
                <a:lnTo>
                  <a:pt x="912" y="1"/>
                </a:lnTo>
                <a:cubicBezTo>
                  <a:pt x="900" y="1"/>
                  <a:pt x="889" y="1"/>
                  <a:pt x="87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3" name="Google Shape;453;p 3"/>
          <p:cNvSpPr/>
          <p:nvPr/>
        </p:nvSpPr>
        <p:spPr>
          <a:xfrm>
            <a:off x="3917520" y="4483080"/>
            <a:ext cx="148320" cy="60480"/>
          </a:xfrm>
          <a:custGeom>
            <a:avLst/>
            <a:gdLst>
              <a:gd name="textAreaLeft" fmla="*/ 0 w 148320"/>
              <a:gd name="textAreaRight" fmla="*/ 148680 w 148320"/>
              <a:gd name="textAreaTop" fmla="*/ 0 h 60480"/>
              <a:gd name="textAreaBottom" fmla="*/ 60840 h 60480"/>
            </a:gdLst>
            <a:ahLst/>
            <a:cxnLst/>
            <a:rect l="textAreaLeft" t="textAreaTop" r="textAreaRight" b="textAreaBottom"/>
            <a:pathLst>
              <a:path w="4293" h="1757">
                <a:moveTo>
                  <a:pt x="874" y="0"/>
                </a:moveTo>
                <a:cubicBezTo>
                  <a:pt x="395" y="0"/>
                  <a:pt x="0" y="395"/>
                  <a:pt x="0" y="874"/>
                </a:cubicBezTo>
                <a:cubicBezTo>
                  <a:pt x="0" y="1362"/>
                  <a:pt x="395" y="1747"/>
                  <a:pt x="874" y="1756"/>
                </a:cubicBezTo>
                <a:lnTo>
                  <a:pt x="3419" y="1756"/>
                </a:lnTo>
                <a:cubicBezTo>
                  <a:pt x="3898" y="1747"/>
                  <a:pt x="4292" y="1362"/>
                  <a:pt x="4292" y="874"/>
                </a:cubicBezTo>
                <a:cubicBezTo>
                  <a:pt x="4292" y="395"/>
                  <a:pt x="3898" y="0"/>
                  <a:pt x="3419"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4" name="Google Shape;454;p 3"/>
          <p:cNvSpPr/>
          <p:nvPr/>
        </p:nvSpPr>
        <p:spPr>
          <a:xfrm>
            <a:off x="3916080" y="4361760"/>
            <a:ext cx="148680" cy="60120"/>
          </a:xfrm>
          <a:custGeom>
            <a:avLst/>
            <a:gdLst>
              <a:gd name="textAreaLeft" fmla="*/ 0 w 148680"/>
              <a:gd name="textAreaRight" fmla="*/ 149040 w 148680"/>
              <a:gd name="textAreaTop" fmla="*/ 0 h 60120"/>
              <a:gd name="textAreaBottom" fmla="*/ 60480 h 60120"/>
            </a:gdLst>
            <a:ahLst/>
            <a:cxnLst/>
            <a:rect l="textAreaLeft" t="textAreaTop" r="textAreaRight" b="textAreaBottom"/>
            <a:pathLst>
              <a:path w="4303" h="1749">
                <a:moveTo>
                  <a:pt x="878" y="0"/>
                </a:moveTo>
                <a:cubicBezTo>
                  <a:pt x="395" y="0"/>
                  <a:pt x="1" y="388"/>
                  <a:pt x="1" y="874"/>
                </a:cubicBezTo>
                <a:cubicBezTo>
                  <a:pt x="1" y="1361"/>
                  <a:pt x="395" y="1748"/>
                  <a:pt x="878" y="1748"/>
                </a:cubicBezTo>
                <a:cubicBezTo>
                  <a:pt x="889" y="1748"/>
                  <a:pt x="900" y="1748"/>
                  <a:pt x="912" y="1748"/>
                </a:cubicBezTo>
                <a:lnTo>
                  <a:pt x="3457" y="1748"/>
                </a:lnTo>
                <a:cubicBezTo>
                  <a:pt x="3926" y="1729"/>
                  <a:pt x="4302" y="1344"/>
                  <a:pt x="4302" y="874"/>
                </a:cubicBezTo>
                <a:cubicBezTo>
                  <a:pt x="4302" y="405"/>
                  <a:pt x="3926" y="10"/>
                  <a:pt x="3457" y="1"/>
                </a:cubicBezTo>
                <a:lnTo>
                  <a:pt x="912" y="1"/>
                </a:lnTo>
                <a:cubicBezTo>
                  <a:pt x="900" y="1"/>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5" name="Google Shape;455;p 3"/>
          <p:cNvSpPr/>
          <p:nvPr/>
        </p:nvSpPr>
        <p:spPr>
          <a:xfrm>
            <a:off x="3916080" y="4725360"/>
            <a:ext cx="148680" cy="60480"/>
          </a:xfrm>
          <a:custGeom>
            <a:avLst/>
            <a:gdLst>
              <a:gd name="textAreaLeft" fmla="*/ 0 w 148680"/>
              <a:gd name="textAreaRight" fmla="*/ 149040 w 148680"/>
              <a:gd name="textAreaTop" fmla="*/ 0 h 60480"/>
              <a:gd name="textAreaBottom" fmla="*/ 60840 h 60480"/>
            </a:gdLst>
            <a:ahLst/>
            <a:cxnLst/>
            <a:rect l="textAreaLeft" t="textAreaTop" r="textAreaRight" b="textAreaBottom"/>
            <a:pathLst>
              <a:path w="4303" h="1759">
                <a:moveTo>
                  <a:pt x="878" y="1"/>
                </a:moveTo>
                <a:cubicBezTo>
                  <a:pt x="396" y="1"/>
                  <a:pt x="1" y="398"/>
                  <a:pt x="1" y="884"/>
                </a:cubicBezTo>
                <a:cubicBezTo>
                  <a:pt x="1" y="1371"/>
                  <a:pt x="395" y="1758"/>
                  <a:pt x="878" y="1758"/>
                </a:cubicBezTo>
                <a:cubicBezTo>
                  <a:pt x="889" y="1758"/>
                  <a:pt x="900" y="1758"/>
                  <a:pt x="912" y="1758"/>
                </a:cubicBezTo>
                <a:lnTo>
                  <a:pt x="3457" y="1758"/>
                </a:lnTo>
                <a:cubicBezTo>
                  <a:pt x="3926" y="1739"/>
                  <a:pt x="4302" y="1354"/>
                  <a:pt x="4302" y="884"/>
                </a:cubicBezTo>
                <a:cubicBezTo>
                  <a:pt x="4302" y="405"/>
                  <a:pt x="3926" y="20"/>
                  <a:pt x="3457" y="1"/>
                </a:cubicBezTo>
                <a:lnTo>
                  <a:pt x="912" y="1"/>
                </a:lnTo>
                <a:cubicBezTo>
                  <a:pt x="900" y="1"/>
                  <a:pt x="889" y="1"/>
                  <a:pt x="87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6" name="Google Shape;456;p 3"/>
          <p:cNvSpPr/>
          <p:nvPr/>
        </p:nvSpPr>
        <p:spPr>
          <a:xfrm>
            <a:off x="3916080" y="4847040"/>
            <a:ext cx="148680" cy="60120"/>
          </a:xfrm>
          <a:custGeom>
            <a:avLst/>
            <a:gdLst>
              <a:gd name="textAreaLeft" fmla="*/ 0 w 148680"/>
              <a:gd name="textAreaRight" fmla="*/ 149040 w 148680"/>
              <a:gd name="textAreaTop" fmla="*/ 0 h 60120"/>
              <a:gd name="textAreaBottom" fmla="*/ 60480 h 60120"/>
            </a:gdLst>
            <a:ahLst/>
            <a:cxnLst/>
            <a:rect l="textAreaLeft" t="textAreaTop" r="textAreaRight" b="textAreaBottom"/>
            <a:pathLst>
              <a:path w="4303" h="1749">
                <a:moveTo>
                  <a:pt x="878" y="0"/>
                </a:moveTo>
                <a:cubicBezTo>
                  <a:pt x="395" y="0"/>
                  <a:pt x="1" y="388"/>
                  <a:pt x="1" y="874"/>
                </a:cubicBezTo>
                <a:cubicBezTo>
                  <a:pt x="1" y="1361"/>
                  <a:pt x="395" y="1749"/>
                  <a:pt x="878" y="1749"/>
                </a:cubicBezTo>
                <a:cubicBezTo>
                  <a:pt x="889" y="1749"/>
                  <a:pt x="900" y="1748"/>
                  <a:pt x="912" y="1748"/>
                </a:cubicBezTo>
                <a:lnTo>
                  <a:pt x="3457" y="1748"/>
                </a:lnTo>
                <a:cubicBezTo>
                  <a:pt x="3926" y="1729"/>
                  <a:pt x="4302" y="1344"/>
                  <a:pt x="4302" y="874"/>
                </a:cubicBezTo>
                <a:cubicBezTo>
                  <a:pt x="4302" y="405"/>
                  <a:pt x="3926" y="10"/>
                  <a:pt x="3457" y="1"/>
                </a:cubicBezTo>
                <a:lnTo>
                  <a:pt x="912" y="1"/>
                </a:lnTo>
                <a:cubicBezTo>
                  <a:pt x="900" y="1"/>
                  <a:pt x="889" y="0"/>
                  <a:pt x="8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7" name="Google Shape;457;p 3"/>
          <p:cNvSpPr/>
          <p:nvPr/>
        </p:nvSpPr>
        <p:spPr>
          <a:xfrm>
            <a:off x="3916080" y="4968360"/>
            <a:ext cx="148680" cy="60480"/>
          </a:xfrm>
          <a:custGeom>
            <a:avLst/>
            <a:gdLst>
              <a:gd name="textAreaLeft" fmla="*/ 0 w 148680"/>
              <a:gd name="textAreaRight" fmla="*/ 149040 w 148680"/>
              <a:gd name="textAreaTop" fmla="*/ 0 h 60480"/>
              <a:gd name="textAreaBottom" fmla="*/ 60840 h 60480"/>
            </a:gdLst>
            <a:ahLst/>
            <a:cxnLst/>
            <a:rect l="textAreaLeft" t="textAreaTop" r="textAreaRight" b="textAreaBottom"/>
            <a:pathLst>
              <a:path w="4303" h="1758">
                <a:moveTo>
                  <a:pt x="878" y="1"/>
                </a:moveTo>
                <a:cubicBezTo>
                  <a:pt x="395" y="1"/>
                  <a:pt x="1" y="388"/>
                  <a:pt x="1" y="875"/>
                </a:cubicBezTo>
                <a:cubicBezTo>
                  <a:pt x="1" y="1367"/>
                  <a:pt x="404" y="1758"/>
                  <a:pt x="894" y="1758"/>
                </a:cubicBezTo>
                <a:cubicBezTo>
                  <a:pt x="900" y="1758"/>
                  <a:pt x="906" y="1758"/>
                  <a:pt x="912" y="1757"/>
                </a:cubicBezTo>
                <a:lnTo>
                  <a:pt x="3457" y="1757"/>
                </a:lnTo>
                <a:cubicBezTo>
                  <a:pt x="3926" y="1739"/>
                  <a:pt x="4302" y="1344"/>
                  <a:pt x="4302" y="875"/>
                </a:cubicBezTo>
                <a:cubicBezTo>
                  <a:pt x="4302" y="405"/>
                  <a:pt x="3926" y="20"/>
                  <a:pt x="3457" y="1"/>
                </a:cubicBezTo>
                <a:lnTo>
                  <a:pt x="912" y="1"/>
                </a:lnTo>
                <a:cubicBezTo>
                  <a:pt x="900" y="1"/>
                  <a:pt x="889" y="1"/>
                  <a:pt x="87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8" name="Google Shape;458;p 3"/>
          <p:cNvSpPr/>
          <p:nvPr/>
        </p:nvSpPr>
        <p:spPr>
          <a:xfrm>
            <a:off x="4116240" y="436176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4">
                <a:moveTo>
                  <a:pt x="1191" y="1"/>
                </a:moveTo>
                <a:cubicBezTo>
                  <a:pt x="1185" y="1"/>
                  <a:pt x="1180" y="1"/>
                  <a:pt x="1174" y="1"/>
                </a:cubicBezTo>
                <a:cubicBezTo>
                  <a:pt x="395" y="1"/>
                  <a:pt x="0" y="940"/>
                  <a:pt x="554" y="1494"/>
                </a:cubicBezTo>
                <a:cubicBezTo>
                  <a:pt x="733" y="1673"/>
                  <a:pt x="952" y="1753"/>
                  <a:pt x="1167" y="1753"/>
                </a:cubicBezTo>
                <a:cubicBezTo>
                  <a:pt x="1617" y="1753"/>
                  <a:pt x="2047" y="1402"/>
                  <a:pt x="2047" y="874"/>
                </a:cubicBezTo>
                <a:cubicBezTo>
                  <a:pt x="2047" y="392"/>
                  <a:pt x="1671" y="1"/>
                  <a:pt x="119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799" name="Google Shape;459;p 3"/>
          <p:cNvSpPr/>
          <p:nvPr/>
        </p:nvSpPr>
        <p:spPr>
          <a:xfrm>
            <a:off x="4116240" y="448308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3">
                <a:moveTo>
                  <a:pt x="1174" y="0"/>
                </a:moveTo>
                <a:cubicBezTo>
                  <a:pt x="395" y="0"/>
                  <a:pt x="0" y="939"/>
                  <a:pt x="554" y="1493"/>
                </a:cubicBezTo>
                <a:cubicBezTo>
                  <a:pt x="733" y="1672"/>
                  <a:pt x="952" y="1752"/>
                  <a:pt x="1167" y="1752"/>
                </a:cubicBezTo>
                <a:cubicBezTo>
                  <a:pt x="1617" y="1752"/>
                  <a:pt x="2047" y="1401"/>
                  <a:pt x="2047" y="874"/>
                </a:cubicBezTo>
                <a:cubicBezTo>
                  <a:pt x="2047" y="395"/>
                  <a:pt x="1662" y="0"/>
                  <a:pt x="11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800" name="Google Shape;460;p 3"/>
          <p:cNvSpPr/>
          <p:nvPr/>
        </p:nvSpPr>
        <p:spPr>
          <a:xfrm>
            <a:off x="4116240" y="460440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8">
                <a:moveTo>
                  <a:pt x="1174" y="0"/>
                </a:moveTo>
                <a:cubicBezTo>
                  <a:pt x="395" y="0"/>
                  <a:pt x="0" y="949"/>
                  <a:pt x="554" y="1503"/>
                </a:cubicBezTo>
                <a:cubicBezTo>
                  <a:pt x="733" y="1679"/>
                  <a:pt x="951" y="1758"/>
                  <a:pt x="1166" y="1758"/>
                </a:cubicBezTo>
                <a:cubicBezTo>
                  <a:pt x="1616" y="1758"/>
                  <a:pt x="2047" y="1408"/>
                  <a:pt x="2047" y="874"/>
                </a:cubicBezTo>
                <a:cubicBezTo>
                  <a:pt x="2047" y="395"/>
                  <a:pt x="1662" y="0"/>
                  <a:pt x="11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801" name="Google Shape;461;p 3"/>
          <p:cNvSpPr/>
          <p:nvPr/>
        </p:nvSpPr>
        <p:spPr>
          <a:xfrm>
            <a:off x="4116240" y="472536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63">
                <a:moveTo>
                  <a:pt x="1174" y="0"/>
                </a:moveTo>
                <a:cubicBezTo>
                  <a:pt x="395" y="0"/>
                  <a:pt x="0" y="949"/>
                  <a:pt x="554" y="1503"/>
                </a:cubicBezTo>
                <a:cubicBezTo>
                  <a:pt x="733" y="1682"/>
                  <a:pt x="952" y="1762"/>
                  <a:pt x="1167" y="1762"/>
                </a:cubicBezTo>
                <a:cubicBezTo>
                  <a:pt x="1617" y="1762"/>
                  <a:pt x="2047" y="1411"/>
                  <a:pt x="2047" y="883"/>
                </a:cubicBezTo>
                <a:cubicBezTo>
                  <a:pt x="2047" y="395"/>
                  <a:pt x="1662" y="0"/>
                  <a:pt x="11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802" name="Google Shape;462;p 3"/>
          <p:cNvSpPr/>
          <p:nvPr/>
        </p:nvSpPr>
        <p:spPr>
          <a:xfrm>
            <a:off x="4116240" y="484704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4">
                <a:moveTo>
                  <a:pt x="1174" y="1"/>
                </a:moveTo>
                <a:cubicBezTo>
                  <a:pt x="395" y="1"/>
                  <a:pt x="0" y="940"/>
                  <a:pt x="554" y="1494"/>
                </a:cubicBezTo>
                <a:cubicBezTo>
                  <a:pt x="733" y="1673"/>
                  <a:pt x="952" y="1753"/>
                  <a:pt x="1167" y="1753"/>
                </a:cubicBezTo>
                <a:cubicBezTo>
                  <a:pt x="1617" y="1753"/>
                  <a:pt x="2047" y="1402"/>
                  <a:pt x="2047" y="874"/>
                </a:cubicBezTo>
                <a:cubicBezTo>
                  <a:pt x="2047" y="386"/>
                  <a:pt x="1662" y="1"/>
                  <a:pt x="117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803" name="Google Shape;463;p 3"/>
          <p:cNvSpPr/>
          <p:nvPr/>
        </p:nvSpPr>
        <p:spPr>
          <a:xfrm>
            <a:off x="4116240" y="4968360"/>
            <a:ext cx="70560" cy="60480"/>
          </a:xfrm>
          <a:custGeom>
            <a:avLst/>
            <a:gdLst>
              <a:gd name="textAreaLeft" fmla="*/ 0 w 70560"/>
              <a:gd name="textAreaRight" fmla="*/ 70920 w 70560"/>
              <a:gd name="textAreaTop" fmla="*/ 0 h 60480"/>
              <a:gd name="textAreaBottom" fmla="*/ 60840 h 60480"/>
            </a:gdLst>
            <a:ahLst/>
            <a:cxnLst/>
            <a:rect l="textAreaLeft" t="textAreaTop" r="textAreaRight" b="textAreaBottom"/>
            <a:pathLst>
              <a:path w="2048" h="1753">
                <a:moveTo>
                  <a:pt x="1174" y="0"/>
                </a:moveTo>
                <a:cubicBezTo>
                  <a:pt x="395" y="0"/>
                  <a:pt x="0" y="939"/>
                  <a:pt x="554" y="1493"/>
                </a:cubicBezTo>
                <a:cubicBezTo>
                  <a:pt x="733" y="1672"/>
                  <a:pt x="952" y="1752"/>
                  <a:pt x="1167" y="1752"/>
                </a:cubicBezTo>
                <a:cubicBezTo>
                  <a:pt x="1617" y="1752"/>
                  <a:pt x="2047" y="1401"/>
                  <a:pt x="2047" y="874"/>
                </a:cubicBezTo>
                <a:cubicBezTo>
                  <a:pt x="2047" y="395"/>
                  <a:pt x="1662" y="0"/>
                  <a:pt x="117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endParaRPr lang="en-US" sz="1400" b="0" u="none" strike="noStrike">
              <a:solidFill>
                <a:srgbClr val="FFFFFF"/>
              </a:solidFill>
              <a:effectLst/>
              <a:uFillTx/>
              <a:latin typeface="Arial"/>
            </a:endParaRPr>
          </a:p>
        </p:txBody>
      </p:sp>
      <p:sp>
        <p:nvSpPr>
          <p:cNvPr id="804" name="Google Shape;464;p 3"/>
          <p:cNvSpPr/>
          <p:nvPr/>
        </p:nvSpPr>
        <p:spPr>
          <a:xfrm>
            <a:off x="4750200" y="4327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3" y="0"/>
                  <a:pt x="1" y="821"/>
                  <a:pt x="1" y="1841"/>
                </a:cubicBezTo>
                <a:lnTo>
                  <a:pt x="1" y="1842"/>
                </a:lnTo>
                <a:cubicBezTo>
                  <a:pt x="1" y="2864"/>
                  <a:pt x="823" y="3685"/>
                  <a:pt x="1843" y="3685"/>
                </a:cubicBezTo>
                <a:cubicBezTo>
                  <a:pt x="2865" y="3685"/>
                  <a:pt x="3685" y="2864"/>
                  <a:pt x="3685" y="1842"/>
                </a:cubicBezTo>
                <a:lnTo>
                  <a:pt x="3685" y="1841"/>
                </a:lnTo>
                <a:cubicBezTo>
                  <a:pt x="3685" y="821"/>
                  <a:pt x="2865"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05" name="Google Shape;465;p 3"/>
          <p:cNvSpPr/>
          <p:nvPr/>
        </p:nvSpPr>
        <p:spPr>
          <a:xfrm>
            <a:off x="4857480" y="4327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1"/>
                  <a:pt x="1" y="1841"/>
                </a:cubicBezTo>
                <a:lnTo>
                  <a:pt x="1" y="1842"/>
                </a:lnTo>
                <a:cubicBezTo>
                  <a:pt x="1" y="2864"/>
                  <a:pt x="822" y="3685"/>
                  <a:pt x="1843" y="3685"/>
                </a:cubicBezTo>
                <a:cubicBezTo>
                  <a:pt x="2863" y="3685"/>
                  <a:pt x="3686" y="2864"/>
                  <a:pt x="3686" y="1842"/>
                </a:cubicBezTo>
                <a:lnTo>
                  <a:pt x="3686" y="1841"/>
                </a:lnTo>
                <a:cubicBezTo>
                  <a:pt x="3686"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06" name="Google Shape;466;p 3"/>
          <p:cNvSpPr/>
          <p:nvPr/>
        </p:nvSpPr>
        <p:spPr>
          <a:xfrm>
            <a:off x="4642920" y="4420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3" y="0"/>
                </a:moveTo>
                <a:cubicBezTo>
                  <a:pt x="821" y="0"/>
                  <a:pt x="0" y="821"/>
                  <a:pt x="0" y="1841"/>
                </a:cubicBezTo>
                <a:lnTo>
                  <a:pt x="0" y="1842"/>
                </a:lnTo>
                <a:cubicBezTo>
                  <a:pt x="0" y="2862"/>
                  <a:pt x="821" y="3685"/>
                  <a:pt x="1843" y="3685"/>
                </a:cubicBezTo>
                <a:cubicBezTo>
                  <a:pt x="2863" y="3685"/>
                  <a:pt x="3683" y="2862"/>
                  <a:pt x="3683" y="1842"/>
                </a:cubicBezTo>
                <a:lnTo>
                  <a:pt x="3683" y="1841"/>
                </a:lnTo>
                <a:cubicBezTo>
                  <a:pt x="3683"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07" name="Google Shape;467;p 3"/>
          <p:cNvSpPr/>
          <p:nvPr/>
        </p:nvSpPr>
        <p:spPr>
          <a:xfrm>
            <a:off x="4750200" y="4420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3" y="0"/>
                  <a:pt x="1" y="821"/>
                  <a:pt x="1" y="1841"/>
                </a:cubicBezTo>
                <a:lnTo>
                  <a:pt x="1" y="1842"/>
                </a:lnTo>
                <a:cubicBezTo>
                  <a:pt x="1" y="2862"/>
                  <a:pt x="823" y="3685"/>
                  <a:pt x="1843" y="3685"/>
                </a:cubicBezTo>
                <a:cubicBezTo>
                  <a:pt x="2865" y="3685"/>
                  <a:pt x="3685" y="2862"/>
                  <a:pt x="3685" y="1842"/>
                </a:cubicBezTo>
                <a:lnTo>
                  <a:pt x="3685" y="1841"/>
                </a:lnTo>
                <a:cubicBezTo>
                  <a:pt x="3685" y="821"/>
                  <a:pt x="2865"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08" name="Google Shape;468;p 3"/>
          <p:cNvSpPr/>
          <p:nvPr/>
        </p:nvSpPr>
        <p:spPr>
          <a:xfrm>
            <a:off x="4857480" y="4420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1"/>
                  <a:pt x="1" y="1841"/>
                </a:cubicBezTo>
                <a:lnTo>
                  <a:pt x="1" y="1842"/>
                </a:lnTo>
                <a:cubicBezTo>
                  <a:pt x="1" y="2862"/>
                  <a:pt x="822" y="3685"/>
                  <a:pt x="1843" y="3685"/>
                </a:cubicBezTo>
                <a:cubicBezTo>
                  <a:pt x="2863" y="3685"/>
                  <a:pt x="3686" y="2862"/>
                  <a:pt x="3686" y="1842"/>
                </a:cubicBezTo>
                <a:lnTo>
                  <a:pt x="3686" y="1841"/>
                </a:lnTo>
                <a:cubicBezTo>
                  <a:pt x="3686"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09" name="Google Shape;469;p 3"/>
          <p:cNvSpPr/>
          <p:nvPr/>
        </p:nvSpPr>
        <p:spPr>
          <a:xfrm>
            <a:off x="4642920" y="4513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3"/>
                  <a:pt x="0" y="1843"/>
                </a:cubicBezTo>
                <a:lnTo>
                  <a:pt x="0" y="1845"/>
                </a:lnTo>
                <a:cubicBezTo>
                  <a:pt x="0" y="2864"/>
                  <a:pt x="821" y="3685"/>
                  <a:pt x="1843" y="3685"/>
                </a:cubicBezTo>
                <a:cubicBezTo>
                  <a:pt x="2863" y="3685"/>
                  <a:pt x="3683" y="2864"/>
                  <a:pt x="3683" y="1845"/>
                </a:cubicBezTo>
                <a:lnTo>
                  <a:pt x="3683" y="1843"/>
                </a:lnTo>
                <a:cubicBezTo>
                  <a:pt x="3683"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0" name="Google Shape;470;p 3"/>
          <p:cNvSpPr/>
          <p:nvPr/>
        </p:nvSpPr>
        <p:spPr>
          <a:xfrm>
            <a:off x="4750200" y="4513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3"/>
                  <a:pt x="1" y="1843"/>
                </a:cubicBezTo>
                <a:lnTo>
                  <a:pt x="1" y="1845"/>
                </a:lnTo>
                <a:cubicBezTo>
                  <a:pt x="1" y="2864"/>
                  <a:pt x="823" y="3685"/>
                  <a:pt x="1843" y="3685"/>
                </a:cubicBezTo>
                <a:cubicBezTo>
                  <a:pt x="2865" y="3685"/>
                  <a:pt x="3685" y="2864"/>
                  <a:pt x="3685" y="1845"/>
                </a:cubicBezTo>
                <a:lnTo>
                  <a:pt x="3685" y="1843"/>
                </a:lnTo>
                <a:cubicBezTo>
                  <a:pt x="3685" y="823"/>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1" name="Google Shape;471;p 3"/>
          <p:cNvSpPr/>
          <p:nvPr/>
        </p:nvSpPr>
        <p:spPr>
          <a:xfrm>
            <a:off x="4857480" y="4513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3"/>
                  <a:pt x="1" y="1843"/>
                </a:cubicBezTo>
                <a:lnTo>
                  <a:pt x="1" y="1845"/>
                </a:lnTo>
                <a:cubicBezTo>
                  <a:pt x="1" y="2864"/>
                  <a:pt x="822" y="3685"/>
                  <a:pt x="1843" y="3685"/>
                </a:cubicBezTo>
                <a:cubicBezTo>
                  <a:pt x="2863" y="3685"/>
                  <a:pt x="3686" y="2864"/>
                  <a:pt x="3686" y="1845"/>
                </a:cubicBezTo>
                <a:lnTo>
                  <a:pt x="3686" y="1843"/>
                </a:lnTo>
                <a:cubicBezTo>
                  <a:pt x="3686"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2" name="Google Shape;472;p 3"/>
          <p:cNvSpPr/>
          <p:nvPr/>
        </p:nvSpPr>
        <p:spPr>
          <a:xfrm>
            <a:off x="4642920" y="460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1"/>
                  <a:pt x="0" y="1843"/>
                </a:cubicBezTo>
                <a:cubicBezTo>
                  <a:pt x="0" y="2864"/>
                  <a:pt x="821" y="3685"/>
                  <a:pt x="1843" y="3685"/>
                </a:cubicBezTo>
                <a:cubicBezTo>
                  <a:pt x="2863" y="3685"/>
                  <a:pt x="3683" y="2864"/>
                  <a:pt x="3683" y="1843"/>
                </a:cubicBezTo>
                <a:cubicBezTo>
                  <a:pt x="3683"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3" name="Google Shape;473;p 3"/>
          <p:cNvSpPr/>
          <p:nvPr/>
        </p:nvSpPr>
        <p:spPr>
          <a:xfrm>
            <a:off x="4750200" y="460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1"/>
                  <a:pt x="1" y="1843"/>
                </a:cubicBezTo>
                <a:cubicBezTo>
                  <a:pt x="1" y="2864"/>
                  <a:pt x="823" y="3685"/>
                  <a:pt x="1843" y="3685"/>
                </a:cubicBezTo>
                <a:cubicBezTo>
                  <a:pt x="2865" y="3685"/>
                  <a:pt x="3685" y="2864"/>
                  <a:pt x="3685" y="1843"/>
                </a:cubicBezTo>
                <a:cubicBezTo>
                  <a:pt x="3685" y="821"/>
                  <a:pt x="2865"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4" name="Google Shape;474;p 3"/>
          <p:cNvSpPr/>
          <p:nvPr/>
        </p:nvSpPr>
        <p:spPr>
          <a:xfrm>
            <a:off x="4857480" y="460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1"/>
                  <a:pt x="1" y="1843"/>
                </a:cubicBezTo>
                <a:cubicBezTo>
                  <a:pt x="1" y="2864"/>
                  <a:pt x="822" y="3685"/>
                  <a:pt x="1843" y="3685"/>
                </a:cubicBezTo>
                <a:cubicBezTo>
                  <a:pt x="2863" y="3685"/>
                  <a:pt x="3686" y="2864"/>
                  <a:pt x="3686" y="1843"/>
                </a:cubicBezTo>
                <a:cubicBezTo>
                  <a:pt x="3686"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15" name="Google Shape;475;p 3"/>
          <p:cNvSpPr/>
          <p:nvPr/>
        </p:nvSpPr>
        <p:spPr>
          <a:xfrm>
            <a:off x="4642920" y="4699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3" y="1"/>
                </a:moveTo>
                <a:cubicBezTo>
                  <a:pt x="821" y="1"/>
                  <a:pt x="0" y="822"/>
                  <a:pt x="0" y="1841"/>
                </a:cubicBezTo>
                <a:lnTo>
                  <a:pt x="0" y="1843"/>
                </a:lnTo>
                <a:cubicBezTo>
                  <a:pt x="0" y="2863"/>
                  <a:pt x="821" y="3685"/>
                  <a:pt x="1843" y="3685"/>
                </a:cubicBezTo>
                <a:cubicBezTo>
                  <a:pt x="2863" y="3685"/>
                  <a:pt x="3683" y="2863"/>
                  <a:pt x="3683" y="1843"/>
                </a:cubicBezTo>
                <a:lnTo>
                  <a:pt x="3683" y="1841"/>
                </a:lnTo>
                <a:cubicBezTo>
                  <a:pt x="3683" y="822"/>
                  <a:pt x="2863" y="1"/>
                  <a:pt x="1843"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16" name="Google Shape;476;p 3"/>
          <p:cNvSpPr/>
          <p:nvPr/>
        </p:nvSpPr>
        <p:spPr>
          <a:xfrm>
            <a:off x="4750200" y="4699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3" y="1"/>
                  <a:pt x="1" y="822"/>
                  <a:pt x="1" y="1841"/>
                </a:cubicBezTo>
                <a:lnTo>
                  <a:pt x="1" y="1843"/>
                </a:lnTo>
                <a:cubicBezTo>
                  <a:pt x="1" y="2863"/>
                  <a:pt x="823" y="3685"/>
                  <a:pt x="1843" y="3685"/>
                </a:cubicBezTo>
                <a:cubicBezTo>
                  <a:pt x="2865" y="3685"/>
                  <a:pt x="3685" y="2863"/>
                  <a:pt x="3685" y="1843"/>
                </a:cubicBezTo>
                <a:lnTo>
                  <a:pt x="3685" y="1841"/>
                </a:lnTo>
                <a:cubicBezTo>
                  <a:pt x="3685" y="822"/>
                  <a:pt x="2865" y="1"/>
                  <a:pt x="1843"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17" name="Google Shape;477;p 3"/>
          <p:cNvSpPr/>
          <p:nvPr/>
        </p:nvSpPr>
        <p:spPr>
          <a:xfrm>
            <a:off x="4857480" y="4699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2"/>
                  <a:pt x="1" y="1841"/>
                </a:cubicBezTo>
                <a:lnTo>
                  <a:pt x="1" y="1843"/>
                </a:lnTo>
                <a:cubicBezTo>
                  <a:pt x="1" y="2863"/>
                  <a:pt x="822" y="3685"/>
                  <a:pt x="1843" y="3685"/>
                </a:cubicBezTo>
                <a:cubicBezTo>
                  <a:pt x="2863" y="3685"/>
                  <a:pt x="3686" y="2863"/>
                  <a:pt x="3686" y="1843"/>
                </a:cubicBezTo>
                <a:lnTo>
                  <a:pt x="3686" y="1841"/>
                </a:lnTo>
                <a:cubicBezTo>
                  <a:pt x="3686" y="822"/>
                  <a:pt x="2863" y="1"/>
                  <a:pt x="1843"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18" name="Google Shape;478;p 3"/>
          <p:cNvSpPr/>
          <p:nvPr/>
        </p:nvSpPr>
        <p:spPr>
          <a:xfrm>
            <a:off x="4642920" y="4736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0" y="1"/>
                </a:moveTo>
                <a:lnTo>
                  <a:pt x="0" y="3686"/>
                </a:lnTo>
                <a:lnTo>
                  <a:pt x="3683" y="3686"/>
                </a:lnTo>
                <a:lnTo>
                  <a:pt x="3683"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19" name="Google Shape;479;p 3"/>
          <p:cNvSpPr/>
          <p:nvPr/>
        </p:nvSpPr>
        <p:spPr>
          <a:xfrm>
            <a:off x="4750200" y="4736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 y="1"/>
                </a:moveTo>
                <a:lnTo>
                  <a:pt x="1" y="3686"/>
                </a:lnTo>
                <a:lnTo>
                  <a:pt x="3685" y="3686"/>
                </a:lnTo>
                <a:lnTo>
                  <a:pt x="3685"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0" name="Google Shape;480;p 3"/>
          <p:cNvSpPr/>
          <p:nvPr/>
        </p:nvSpPr>
        <p:spPr>
          <a:xfrm>
            <a:off x="4857480" y="4736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 y="1"/>
                </a:moveTo>
                <a:lnTo>
                  <a:pt x="1" y="3686"/>
                </a:lnTo>
                <a:lnTo>
                  <a:pt x="3686" y="3686"/>
                </a:lnTo>
                <a:lnTo>
                  <a:pt x="36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1" name="Google Shape;481;p 3"/>
          <p:cNvSpPr/>
          <p:nvPr/>
        </p:nvSpPr>
        <p:spPr>
          <a:xfrm>
            <a:off x="4642920" y="4833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3">
                <a:moveTo>
                  <a:pt x="0" y="0"/>
                </a:moveTo>
                <a:lnTo>
                  <a:pt x="0" y="3683"/>
                </a:lnTo>
                <a:lnTo>
                  <a:pt x="3683" y="3683"/>
                </a:lnTo>
                <a:lnTo>
                  <a:pt x="3683"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2" name="Google Shape;482;p 3"/>
          <p:cNvSpPr/>
          <p:nvPr/>
        </p:nvSpPr>
        <p:spPr>
          <a:xfrm>
            <a:off x="4750200" y="4833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3">
                <a:moveTo>
                  <a:pt x="1" y="0"/>
                </a:moveTo>
                <a:lnTo>
                  <a:pt x="1" y="3683"/>
                </a:lnTo>
                <a:lnTo>
                  <a:pt x="3685" y="3683"/>
                </a:lnTo>
                <a:lnTo>
                  <a:pt x="3685"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3" name="Google Shape;483;p 3"/>
          <p:cNvSpPr/>
          <p:nvPr/>
        </p:nvSpPr>
        <p:spPr>
          <a:xfrm>
            <a:off x="4857480" y="4833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3">
                <a:moveTo>
                  <a:pt x="1" y="0"/>
                </a:moveTo>
                <a:lnTo>
                  <a:pt x="1" y="3683"/>
                </a:lnTo>
                <a:lnTo>
                  <a:pt x="3686" y="3683"/>
                </a:lnTo>
                <a:lnTo>
                  <a:pt x="3686"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4" name="Google Shape;484;p 3"/>
          <p:cNvSpPr/>
          <p:nvPr/>
        </p:nvSpPr>
        <p:spPr>
          <a:xfrm>
            <a:off x="4642920" y="4939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0" y="1"/>
                </a:moveTo>
                <a:lnTo>
                  <a:pt x="0" y="3684"/>
                </a:lnTo>
                <a:lnTo>
                  <a:pt x="3683" y="3684"/>
                </a:lnTo>
                <a:lnTo>
                  <a:pt x="3683"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5" name="Google Shape;485;p 3"/>
          <p:cNvSpPr/>
          <p:nvPr/>
        </p:nvSpPr>
        <p:spPr>
          <a:xfrm>
            <a:off x="4750200" y="4939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 y="1"/>
                </a:moveTo>
                <a:lnTo>
                  <a:pt x="1" y="3684"/>
                </a:lnTo>
                <a:lnTo>
                  <a:pt x="3685" y="3684"/>
                </a:lnTo>
                <a:lnTo>
                  <a:pt x="3685"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6" name="Google Shape;486;p 3"/>
          <p:cNvSpPr/>
          <p:nvPr/>
        </p:nvSpPr>
        <p:spPr>
          <a:xfrm>
            <a:off x="4857480" y="49399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 y="1"/>
                </a:moveTo>
                <a:lnTo>
                  <a:pt x="1" y="3684"/>
                </a:lnTo>
                <a:lnTo>
                  <a:pt x="3686" y="3684"/>
                </a:lnTo>
                <a:lnTo>
                  <a:pt x="368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000000"/>
              </a:solidFill>
              <a:effectLst/>
              <a:uFillTx/>
              <a:latin typeface="Arial"/>
            </a:endParaRPr>
          </a:p>
        </p:txBody>
      </p:sp>
      <p:sp>
        <p:nvSpPr>
          <p:cNvPr id="827" name="Google Shape;487;p 3"/>
          <p:cNvSpPr/>
          <p:nvPr/>
        </p:nvSpPr>
        <p:spPr>
          <a:xfrm>
            <a:off x="4223880" y="3891240"/>
            <a:ext cx="351000" cy="1180440"/>
          </a:xfrm>
          <a:custGeom>
            <a:avLst/>
            <a:gdLst>
              <a:gd name="textAreaLeft" fmla="*/ 0 w 351000"/>
              <a:gd name="textAreaRight" fmla="*/ 351360 w 351000"/>
              <a:gd name="textAreaTop" fmla="*/ 0 h 1180440"/>
              <a:gd name="textAreaBottom" fmla="*/ 1180800 h 1180440"/>
            </a:gdLst>
            <a:ahLst/>
            <a:cxnLst/>
            <a:rect l="textAreaLeft" t="textAreaTop" r="textAreaRight" b="textAreaBottom"/>
            <a:pathLst>
              <a:path w="21649" h="72726">
                <a:moveTo>
                  <a:pt x="20164" y="0"/>
                </a:moveTo>
                <a:cubicBezTo>
                  <a:pt x="20161" y="0"/>
                  <a:pt x="20158" y="0"/>
                  <a:pt x="20155" y="0"/>
                </a:cubicBezTo>
                <a:lnTo>
                  <a:pt x="1517" y="104"/>
                </a:lnTo>
                <a:cubicBezTo>
                  <a:pt x="701" y="108"/>
                  <a:pt x="41" y="772"/>
                  <a:pt x="41" y="1589"/>
                </a:cubicBezTo>
                <a:lnTo>
                  <a:pt x="0" y="72725"/>
                </a:lnTo>
                <a:lnTo>
                  <a:pt x="21648" y="72725"/>
                </a:lnTo>
                <a:lnTo>
                  <a:pt x="21648" y="1485"/>
                </a:lnTo>
                <a:cubicBezTo>
                  <a:pt x="21648" y="666"/>
                  <a:pt x="20984" y="0"/>
                  <a:pt x="2016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28" name="Google Shape;488;p 3"/>
          <p:cNvSpPr/>
          <p:nvPr/>
        </p:nvSpPr>
        <p:spPr>
          <a:xfrm>
            <a:off x="4288680" y="3963600"/>
            <a:ext cx="32760" cy="1046520"/>
          </a:xfrm>
          <a:custGeom>
            <a:avLst/>
            <a:gdLst>
              <a:gd name="textAreaLeft" fmla="*/ 0 w 32760"/>
              <a:gd name="textAreaRight" fmla="*/ 33120 w 32760"/>
              <a:gd name="textAreaTop" fmla="*/ 0 h 1046520"/>
              <a:gd name="textAreaBottom" fmla="*/ 1046880 h 1046520"/>
            </a:gdLst>
            <a:ahLst/>
            <a:cxnLst/>
            <a:rect l="textAreaLeft" t="textAreaTop" r="textAreaRight" b="textAreaBottom"/>
            <a:pathLst>
              <a:path w="2038" h="64488">
                <a:moveTo>
                  <a:pt x="1018" y="1"/>
                </a:moveTo>
                <a:cubicBezTo>
                  <a:pt x="454" y="1"/>
                  <a:pt x="0" y="455"/>
                  <a:pt x="0" y="1019"/>
                </a:cubicBezTo>
                <a:lnTo>
                  <a:pt x="0" y="63470"/>
                </a:lnTo>
                <a:cubicBezTo>
                  <a:pt x="0" y="64035"/>
                  <a:pt x="454" y="64488"/>
                  <a:pt x="1018" y="64488"/>
                </a:cubicBezTo>
                <a:cubicBezTo>
                  <a:pt x="1583" y="64488"/>
                  <a:pt x="2038" y="64035"/>
                  <a:pt x="2038" y="63470"/>
                </a:cubicBezTo>
                <a:lnTo>
                  <a:pt x="2038" y="1019"/>
                </a:lnTo>
                <a:cubicBezTo>
                  <a:pt x="2038" y="455"/>
                  <a:pt x="1583" y="1"/>
                  <a:pt x="101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829" name="Google Shape;489;p 3"/>
          <p:cNvSpPr/>
          <p:nvPr/>
        </p:nvSpPr>
        <p:spPr>
          <a:xfrm>
            <a:off x="4383000" y="3963600"/>
            <a:ext cx="32760" cy="1046520"/>
          </a:xfrm>
          <a:custGeom>
            <a:avLst/>
            <a:gdLst>
              <a:gd name="textAreaLeft" fmla="*/ 0 w 32760"/>
              <a:gd name="textAreaRight" fmla="*/ 33120 w 32760"/>
              <a:gd name="textAreaTop" fmla="*/ 0 h 1046520"/>
              <a:gd name="textAreaBottom" fmla="*/ 1046880 h 1046520"/>
            </a:gdLst>
            <a:ahLst/>
            <a:cxnLst/>
            <a:rect l="textAreaLeft" t="textAreaTop" r="textAreaRight" b="textAreaBottom"/>
            <a:pathLst>
              <a:path w="2037" h="64488">
                <a:moveTo>
                  <a:pt x="1018" y="1"/>
                </a:moveTo>
                <a:cubicBezTo>
                  <a:pt x="454" y="1"/>
                  <a:pt x="0" y="455"/>
                  <a:pt x="0" y="1019"/>
                </a:cubicBezTo>
                <a:lnTo>
                  <a:pt x="0" y="63470"/>
                </a:lnTo>
                <a:cubicBezTo>
                  <a:pt x="0" y="64035"/>
                  <a:pt x="454" y="64488"/>
                  <a:pt x="1018" y="64488"/>
                </a:cubicBezTo>
                <a:cubicBezTo>
                  <a:pt x="1582" y="64488"/>
                  <a:pt x="2036" y="64035"/>
                  <a:pt x="2036" y="63470"/>
                </a:cubicBezTo>
                <a:lnTo>
                  <a:pt x="2036" y="1019"/>
                </a:lnTo>
                <a:cubicBezTo>
                  <a:pt x="2036" y="455"/>
                  <a:pt x="1582" y="1"/>
                  <a:pt x="101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830" name="Google Shape;490;p 3"/>
          <p:cNvSpPr/>
          <p:nvPr/>
        </p:nvSpPr>
        <p:spPr>
          <a:xfrm>
            <a:off x="4477680" y="3963600"/>
            <a:ext cx="32760" cy="1046520"/>
          </a:xfrm>
          <a:custGeom>
            <a:avLst/>
            <a:gdLst>
              <a:gd name="textAreaLeft" fmla="*/ 0 w 32760"/>
              <a:gd name="textAreaRight" fmla="*/ 33120 w 32760"/>
              <a:gd name="textAreaTop" fmla="*/ 0 h 1046520"/>
              <a:gd name="textAreaBottom" fmla="*/ 1046880 h 1046520"/>
            </a:gdLst>
            <a:ahLst/>
            <a:cxnLst/>
            <a:rect l="textAreaLeft" t="textAreaTop" r="textAreaRight" b="textAreaBottom"/>
            <a:pathLst>
              <a:path w="2039" h="64488">
                <a:moveTo>
                  <a:pt x="1018" y="1"/>
                </a:moveTo>
                <a:cubicBezTo>
                  <a:pt x="455" y="1"/>
                  <a:pt x="0" y="455"/>
                  <a:pt x="0" y="1019"/>
                </a:cubicBezTo>
                <a:lnTo>
                  <a:pt x="0" y="63470"/>
                </a:lnTo>
                <a:cubicBezTo>
                  <a:pt x="0" y="64035"/>
                  <a:pt x="455" y="64488"/>
                  <a:pt x="1018" y="64488"/>
                </a:cubicBezTo>
                <a:cubicBezTo>
                  <a:pt x="1584" y="64488"/>
                  <a:pt x="2038" y="64035"/>
                  <a:pt x="2038" y="63470"/>
                </a:cubicBezTo>
                <a:lnTo>
                  <a:pt x="2038" y="1019"/>
                </a:lnTo>
                <a:cubicBezTo>
                  <a:pt x="2038" y="455"/>
                  <a:pt x="1584" y="1"/>
                  <a:pt x="101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831" name="Google Shape;491;p 3"/>
          <p:cNvSpPr/>
          <p:nvPr/>
        </p:nvSpPr>
        <p:spPr>
          <a:xfrm>
            <a:off x="5004360" y="3535920"/>
            <a:ext cx="351000" cy="1535760"/>
          </a:xfrm>
          <a:custGeom>
            <a:avLst/>
            <a:gdLst>
              <a:gd name="textAreaLeft" fmla="*/ 0 w 351000"/>
              <a:gd name="textAreaRight" fmla="*/ 351360 w 351000"/>
              <a:gd name="textAreaTop" fmla="*/ 0 h 1535760"/>
              <a:gd name="textAreaBottom" fmla="*/ 1536120 h 1535760"/>
            </a:gdLst>
            <a:ahLst/>
            <a:cxnLst/>
            <a:rect l="textAreaLeft" t="textAreaTop" r="textAreaRight" b="textAreaBottom"/>
            <a:pathLst>
              <a:path w="21649" h="94628">
                <a:moveTo>
                  <a:pt x="1508" y="1"/>
                </a:moveTo>
                <a:cubicBezTo>
                  <a:pt x="675" y="1"/>
                  <a:pt x="0" y="675"/>
                  <a:pt x="0" y="1508"/>
                </a:cubicBezTo>
                <a:lnTo>
                  <a:pt x="0" y="94627"/>
                </a:lnTo>
                <a:lnTo>
                  <a:pt x="21648" y="94627"/>
                </a:lnTo>
                <a:lnTo>
                  <a:pt x="21648" y="1508"/>
                </a:lnTo>
                <a:cubicBezTo>
                  <a:pt x="21648" y="675"/>
                  <a:pt x="20974" y="1"/>
                  <a:pt x="20141"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32" name="Google Shape;492;p 3"/>
          <p:cNvSpPr/>
          <p:nvPr/>
        </p:nvSpPr>
        <p:spPr>
          <a:xfrm>
            <a:off x="5150160" y="369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0"/>
                </a:moveTo>
                <a:cubicBezTo>
                  <a:pt x="822" y="0"/>
                  <a:pt x="1" y="821"/>
                  <a:pt x="1" y="1841"/>
                </a:cubicBezTo>
                <a:lnTo>
                  <a:pt x="1" y="1843"/>
                </a:lnTo>
                <a:cubicBezTo>
                  <a:pt x="1" y="2863"/>
                  <a:pt x="822" y="3683"/>
                  <a:pt x="1841" y="3683"/>
                </a:cubicBezTo>
                <a:lnTo>
                  <a:pt x="1843" y="3683"/>
                </a:lnTo>
                <a:cubicBezTo>
                  <a:pt x="2863" y="3683"/>
                  <a:pt x="3684" y="2863"/>
                  <a:pt x="3684" y="1843"/>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3" name="Google Shape;493;p 3"/>
          <p:cNvSpPr/>
          <p:nvPr/>
        </p:nvSpPr>
        <p:spPr>
          <a:xfrm>
            <a:off x="5257800" y="3801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3">
                <a:moveTo>
                  <a:pt x="1841" y="0"/>
                </a:moveTo>
                <a:cubicBezTo>
                  <a:pt x="821" y="0"/>
                  <a:pt x="0" y="821"/>
                  <a:pt x="0" y="1841"/>
                </a:cubicBezTo>
                <a:lnTo>
                  <a:pt x="0" y="1842"/>
                </a:lnTo>
                <a:cubicBezTo>
                  <a:pt x="0" y="2862"/>
                  <a:pt x="821" y="3683"/>
                  <a:pt x="1841" y="3683"/>
                </a:cubicBezTo>
                <a:cubicBezTo>
                  <a:pt x="2860" y="3683"/>
                  <a:pt x="3683" y="2862"/>
                  <a:pt x="3683" y="1842"/>
                </a:cubicBezTo>
                <a:lnTo>
                  <a:pt x="3683" y="1841"/>
                </a:lnTo>
                <a:cubicBezTo>
                  <a:pt x="3683" y="821"/>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4" name="Google Shape;494;p 3"/>
          <p:cNvSpPr/>
          <p:nvPr/>
        </p:nvSpPr>
        <p:spPr>
          <a:xfrm>
            <a:off x="5042880" y="3910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1"/>
                </a:moveTo>
                <a:cubicBezTo>
                  <a:pt x="822" y="1"/>
                  <a:pt x="1" y="823"/>
                  <a:pt x="1" y="1843"/>
                </a:cubicBezTo>
                <a:cubicBezTo>
                  <a:pt x="1" y="2864"/>
                  <a:pt x="822" y="3685"/>
                  <a:pt x="1843" y="3685"/>
                </a:cubicBezTo>
                <a:lnTo>
                  <a:pt x="1845" y="3685"/>
                </a:lnTo>
                <a:cubicBezTo>
                  <a:pt x="2865" y="3685"/>
                  <a:pt x="3685" y="2864"/>
                  <a:pt x="3685" y="1843"/>
                </a:cubicBezTo>
                <a:cubicBezTo>
                  <a:pt x="3685" y="823"/>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5" name="Google Shape;495;p 3"/>
          <p:cNvSpPr/>
          <p:nvPr/>
        </p:nvSpPr>
        <p:spPr>
          <a:xfrm>
            <a:off x="5257800" y="3910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1"/>
                </a:moveTo>
                <a:cubicBezTo>
                  <a:pt x="821" y="1"/>
                  <a:pt x="0" y="823"/>
                  <a:pt x="0" y="1843"/>
                </a:cubicBezTo>
                <a:cubicBezTo>
                  <a:pt x="0" y="2864"/>
                  <a:pt x="821" y="3685"/>
                  <a:pt x="1841" y="3685"/>
                </a:cubicBezTo>
                <a:cubicBezTo>
                  <a:pt x="2860" y="3685"/>
                  <a:pt x="3683" y="2864"/>
                  <a:pt x="3683" y="1843"/>
                </a:cubicBezTo>
                <a:cubicBezTo>
                  <a:pt x="3683" y="823"/>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6" name="Google Shape;496;p 3"/>
          <p:cNvSpPr/>
          <p:nvPr/>
        </p:nvSpPr>
        <p:spPr>
          <a:xfrm>
            <a:off x="5042880" y="4019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1"/>
                </a:moveTo>
                <a:cubicBezTo>
                  <a:pt x="822" y="1"/>
                  <a:pt x="1" y="822"/>
                  <a:pt x="1" y="1841"/>
                </a:cubicBezTo>
                <a:lnTo>
                  <a:pt x="1" y="1843"/>
                </a:lnTo>
                <a:cubicBezTo>
                  <a:pt x="1" y="2863"/>
                  <a:pt x="822" y="3684"/>
                  <a:pt x="1843" y="3684"/>
                </a:cubicBezTo>
                <a:lnTo>
                  <a:pt x="1845" y="3684"/>
                </a:lnTo>
                <a:cubicBezTo>
                  <a:pt x="2865" y="3684"/>
                  <a:pt x="3685" y="2863"/>
                  <a:pt x="3685" y="1843"/>
                </a:cubicBezTo>
                <a:lnTo>
                  <a:pt x="3685" y="1841"/>
                </a:lnTo>
                <a:cubicBezTo>
                  <a:pt x="3685" y="822"/>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7" name="Google Shape;497;p 3"/>
          <p:cNvSpPr/>
          <p:nvPr/>
        </p:nvSpPr>
        <p:spPr>
          <a:xfrm>
            <a:off x="5150160" y="4019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2" y="1"/>
                  <a:pt x="1" y="822"/>
                  <a:pt x="1" y="1841"/>
                </a:cubicBezTo>
                <a:lnTo>
                  <a:pt x="1" y="1843"/>
                </a:lnTo>
                <a:cubicBezTo>
                  <a:pt x="1" y="2863"/>
                  <a:pt x="822" y="3684"/>
                  <a:pt x="1841" y="3684"/>
                </a:cubicBezTo>
                <a:lnTo>
                  <a:pt x="1843" y="3684"/>
                </a:lnTo>
                <a:cubicBezTo>
                  <a:pt x="2863" y="3684"/>
                  <a:pt x="3684" y="2863"/>
                  <a:pt x="3684" y="1843"/>
                </a:cubicBezTo>
                <a:lnTo>
                  <a:pt x="3684" y="1841"/>
                </a:lnTo>
                <a:cubicBezTo>
                  <a:pt x="3684"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8" name="Google Shape;498;p 3"/>
          <p:cNvSpPr/>
          <p:nvPr/>
        </p:nvSpPr>
        <p:spPr>
          <a:xfrm>
            <a:off x="5257800" y="4019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2"/>
                  <a:pt x="0" y="1841"/>
                </a:cubicBezTo>
                <a:lnTo>
                  <a:pt x="0" y="1843"/>
                </a:lnTo>
                <a:cubicBezTo>
                  <a:pt x="0" y="2863"/>
                  <a:pt x="821" y="3684"/>
                  <a:pt x="1841" y="3684"/>
                </a:cubicBezTo>
                <a:cubicBezTo>
                  <a:pt x="2860" y="3684"/>
                  <a:pt x="3683" y="2863"/>
                  <a:pt x="3683" y="1843"/>
                </a:cubicBezTo>
                <a:lnTo>
                  <a:pt x="3683" y="1841"/>
                </a:lnTo>
                <a:cubicBezTo>
                  <a:pt x="3683" y="822"/>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39" name="Google Shape;499;p 3"/>
          <p:cNvSpPr/>
          <p:nvPr/>
        </p:nvSpPr>
        <p:spPr>
          <a:xfrm>
            <a:off x="5042880" y="412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6">
                <a:moveTo>
                  <a:pt x="1843" y="0"/>
                </a:moveTo>
                <a:cubicBezTo>
                  <a:pt x="822" y="0"/>
                  <a:pt x="1" y="823"/>
                  <a:pt x="1" y="1843"/>
                </a:cubicBezTo>
                <a:cubicBezTo>
                  <a:pt x="1" y="2864"/>
                  <a:pt x="822" y="3685"/>
                  <a:pt x="1843" y="3685"/>
                </a:cubicBezTo>
                <a:lnTo>
                  <a:pt x="1845" y="3685"/>
                </a:lnTo>
                <a:cubicBezTo>
                  <a:pt x="2865" y="3685"/>
                  <a:pt x="3685" y="2864"/>
                  <a:pt x="3685" y="1843"/>
                </a:cubicBezTo>
                <a:cubicBezTo>
                  <a:pt x="3685" y="823"/>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0" name="Google Shape;500;p 3"/>
          <p:cNvSpPr/>
          <p:nvPr/>
        </p:nvSpPr>
        <p:spPr>
          <a:xfrm>
            <a:off x="5150160" y="412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0"/>
                </a:moveTo>
                <a:cubicBezTo>
                  <a:pt x="822" y="0"/>
                  <a:pt x="1" y="823"/>
                  <a:pt x="1" y="1843"/>
                </a:cubicBezTo>
                <a:cubicBezTo>
                  <a:pt x="1" y="2864"/>
                  <a:pt x="822" y="3685"/>
                  <a:pt x="1841" y="3685"/>
                </a:cubicBezTo>
                <a:lnTo>
                  <a:pt x="1843" y="3685"/>
                </a:lnTo>
                <a:cubicBezTo>
                  <a:pt x="2863" y="3685"/>
                  <a:pt x="3684" y="2864"/>
                  <a:pt x="3684" y="1843"/>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1" name="Google Shape;501;p 3"/>
          <p:cNvSpPr/>
          <p:nvPr/>
        </p:nvSpPr>
        <p:spPr>
          <a:xfrm>
            <a:off x="5257800" y="412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841" y="0"/>
                </a:moveTo>
                <a:cubicBezTo>
                  <a:pt x="821" y="0"/>
                  <a:pt x="0" y="823"/>
                  <a:pt x="0" y="1843"/>
                </a:cubicBezTo>
                <a:cubicBezTo>
                  <a:pt x="0" y="2864"/>
                  <a:pt x="821" y="3685"/>
                  <a:pt x="1841" y="3685"/>
                </a:cubicBezTo>
                <a:cubicBezTo>
                  <a:pt x="2860" y="3685"/>
                  <a:pt x="3683" y="2864"/>
                  <a:pt x="3683" y="1843"/>
                </a:cubicBezTo>
                <a:cubicBezTo>
                  <a:pt x="3683" y="823"/>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2" name="Google Shape;502;p 3"/>
          <p:cNvSpPr/>
          <p:nvPr/>
        </p:nvSpPr>
        <p:spPr>
          <a:xfrm>
            <a:off x="5042880" y="423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1"/>
                </a:moveTo>
                <a:cubicBezTo>
                  <a:pt x="822" y="1"/>
                  <a:pt x="1" y="822"/>
                  <a:pt x="1" y="1841"/>
                </a:cubicBezTo>
                <a:lnTo>
                  <a:pt x="1" y="1843"/>
                </a:lnTo>
                <a:cubicBezTo>
                  <a:pt x="1" y="2863"/>
                  <a:pt x="822" y="3684"/>
                  <a:pt x="1843" y="3684"/>
                </a:cubicBezTo>
                <a:lnTo>
                  <a:pt x="1845" y="3684"/>
                </a:lnTo>
                <a:cubicBezTo>
                  <a:pt x="2865" y="3684"/>
                  <a:pt x="3685" y="2863"/>
                  <a:pt x="3685" y="1843"/>
                </a:cubicBezTo>
                <a:lnTo>
                  <a:pt x="3685" y="1841"/>
                </a:lnTo>
                <a:cubicBezTo>
                  <a:pt x="3685" y="822"/>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3" name="Google Shape;503;p 3"/>
          <p:cNvSpPr/>
          <p:nvPr/>
        </p:nvSpPr>
        <p:spPr>
          <a:xfrm>
            <a:off x="5150160" y="423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2" y="1"/>
                  <a:pt x="1" y="822"/>
                  <a:pt x="1" y="1841"/>
                </a:cubicBezTo>
                <a:lnTo>
                  <a:pt x="1" y="1843"/>
                </a:lnTo>
                <a:cubicBezTo>
                  <a:pt x="1" y="2863"/>
                  <a:pt x="822" y="3684"/>
                  <a:pt x="1841" y="3684"/>
                </a:cubicBezTo>
                <a:lnTo>
                  <a:pt x="1843" y="3684"/>
                </a:lnTo>
                <a:cubicBezTo>
                  <a:pt x="2863" y="3684"/>
                  <a:pt x="3684" y="2863"/>
                  <a:pt x="3684" y="1843"/>
                </a:cubicBezTo>
                <a:lnTo>
                  <a:pt x="3684" y="1841"/>
                </a:lnTo>
                <a:cubicBezTo>
                  <a:pt x="3684" y="822"/>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4" name="Google Shape;504;p 3"/>
          <p:cNvSpPr/>
          <p:nvPr/>
        </p:nvSpPr>
        <p:spPr>
          <a:xfrm>
            <a:off x="5257800" y="4238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2"/>
                  <a:pt x="0" y="1841"/>
                </a:cubicBezTo>
                <a:lnTo>
                  <a:pt x="0" y="1843"/>
                </a:lnTo>
                <a:cubicBezTo>
                  <a:pt x="0" y="2863"/>
                  <a:pt x="821" y="3684"/>
                  <a:pt x="1841" y="3684"/>
                </a:cubicBezTo>
                <a:cubicBezTo>
                  <a:pt x="2860" y="3684"/>
                  <a:pt x="3683" y="2863"/>
                  <a:pt x="3683" y="1843"/>
                </a:cubicBezTo>
                <a:lnTo>
                  <a:pt x="3683" y="1841"/>
                </a:lnTo>
                <a:cubicBezTo>
                  <a:pt x="3683" y="822"/>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5" name="Google Shape;505;p 3"/>
          <p:cNvSpPr/>
          <p:nvPr/>
        </p:nvSpPr>
        <p:spPr>
          <a:xfrm>
            <a:off x="5042880" y="4347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3"/>
                  <a:pt x="1" y="1843"/>
                </a:cubicBezTo>
                <a:cubicBezTo>
                  <a:pt x="1" y="2864"/>
                  <a:pt x="822" y="3685"/>
                  <a:pt x="1843" y="3685"/>
                </a:cubicBezTo>
                <a:lnTo>
                  <a:pt x="1845" y="3685"/>
                </a:lnTo>
                <a:cubicBezTo>
                  <a:pt x="2865" y="3685"/>
                  <a:pt x="3685" y="2864"/>
                  <a:pt x="3685" y="1843"/>
                </a:cubicBezTo>
                <a:cubicBezTo>
                  <a:pt x="3685" y="823"/>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6" name="Google Shape;506;p 3"/>
          <p:cNvSpPr/>
          <p:nvPr/>
        </p:nvSpPr>
        <p:spPr>
          <a:xfrm>
            <a:off x="5150160" y="4347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2" y="0"/>
                  <a:pt x="1" y="823"/>
                  <a:pt x="1" y="1843"/>
                </a:cubicBezTo>
                <a:cubicBezTo>
                  <a:pt x="1" y="2864"/>
                  <a:pt x="822" y="3685"/>
                  <a:pt x="1841" y="3685"/>
                </a:cubicBezTo>
                <a:lnTo>
                  <a:pt x="1843" y="3685"/>
                </a:lnTo>
                <a:cubicBezTo>
                  <a:pt x="2863" y="3685"/>
                  <a:pt x="3684" y="2864"/>
                  <a:pt x="3684" y="1843"/>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7" name="Google Shape;507;p 3"/>
          <p:cNvSpPr/>
          <p:nvPr/>
        </p:nvSpPr>
        <p:spPr>
          <a:xfrm>
            <a:off x="5257800" y="43473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3"/>
                  <a:pt x="0" y="1843"/>
                </a:cubicBezTo>
                <a:cubicBezTo>
                  <a:pt x="0" y="2864"/>
                  <a:pt x="821" y="3685"/>
                  <a:pt x="1841" y="3685"/>
                </a:cubicBezTo>
                <a:cubicBezTo>
                  <a:pt x="2860" y="3685"/>
                  <a:pt x="3683" y="2864"/>
                  <a:pt x="3683" y="1843"/>
                </a:cubicBezTo>
                <a:cubicBezTo>
                  <a:pt x="3683" y="823"/>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8" name="Google Shape;508;p 3"/>
          <p:cNvSpPr/>
          <p:nvPr/>
        </p:nvSpPr>
        <p:spPr>
          <a:xfrm>
            <a:off x="5042880" y="4456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1"/>
                </a:moveTo>
                <a:cubicBezTo>
                  <a:pt x="822" y="1"/>
                  <a:pt x="1" y="821"/>
                  <a:pt x="1" y="1841"/>
                </a:cubicBezTo>
                <a:lnTo>
                  <a:pt x="1" y="1843"/>
                </a:lnTo>
                <a:cubicBezTo>
                  <a:pt x="1" y="2863"/>
                  <a:pt x="822" y="3683"/>
                  <a:pt x="1843" y="3683"/>
                </a:cubicBezTo>
                <a:lnTo>
                  <a:pt x="1845" y="3683"/>
                </a:lnTo>
                <a:cubicBezTo>
                  <a:pt x="2865" y="3683"/>
                  <a:pt x="3685" y="2863"/>
                  <a:pt x="3685" y="1843"/>
                </a:cubicBezTo>
                <a:lnTo>
                  <a:pt x="3685" y="1841"/>
                </a:lnTo>
                <a:cubicBezTo>
                  <a:pt x="3685" y="821"/>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49" name="Google Shape;509;p 3"/>
          <p:cNvSpPr/>
          <p:nvPr/>
        </p:nvSpPr>
        <p:spPr>
          <a:xfrm>
            <a:off x="5150160" y="4456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2" y="1"/>
                  <a:pt x="1" y="821"/>
                  <a:pt x="1" y="1841"/>
                </a:cubicBezTo>
                <a:lnTo>
                  <a:pt x="1" y="1843"/>
                </a:lnTo>
                <a:cubicBezTo>
                  <a:pt x="1" y="2863"/>
                  <a:pt x="822" y="3683"/>
                  <a:pt x="1841" y="3683"/>
                </a:cubicBezTo>
                <a:lnTo>
                  <a:pt x="1843" y="3683"/>
                </a:lnTo>
                <a:cubicBezTo>
                  <a:pt x="2863" y="3683"/>
                  <a:pt x="3684" y="2863"/>
                  <a:pt x="3684" y="1843"/>
                </a:cubicBezTo>
                <a:lnTo>
                  <a:pt x="3684" y="1841"/>
                </a:lnTo>
                <a:cubicBezTo>
                  <a:pt x="3684"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0" name="Google Shape;510;p 3"/>
          <p:cNvSpPr/>
          <p:nvPr/>
        </p:nvSpPr>
        <p:spPr>
          <a:xfrm>
            <a:off x="5257800" y="4456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1"/>
                  <a:pt x="0" y="1841"/>
                </a:cubicBezTo>
                <a:lnTo>
                  <a:pt x="0" y="1843"/>
                </a:lnTo>
                <a:cubicBezTo>
                  <a:pt x="0" y="2863"/>
                  <a:pt x="821" y="3683"/>
                  <a:pt x="1841" y="3683"/>
                </a:cubicBezTo>
                <a:cubicBezTo>
                  <a:pt x="2860" y="3683"/>
                  <a:pt x="3683" y="2863"/>
                  <a:pt x="3683" y="1843"/>
                </a:cubicBezTo>
                <a:lnTo>
                  <a:pt x="3683" y="1841"/>
                </a:lnTo>
                <a:cubicBezTo>
                  <a:pt x="3683" y="821"/>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1" name="Google Shape;511;p 3"/>
          <p:cNvSpPr/>
          <p:nvPr/>
        </p:nvSpPr>
        <p:spPr>
          <a:xfrm>
            <a:off x="5042880" y="4565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3"/>
                  <a:pt x="1" y="1842"/>
                </a:cubicBezTo>
                <a:cubicBezTo>
                  <a:pt x="1" y="2864"/>
                  <a:pt x="822" y="3685"/>
                  <a:pt x="1843" y="3685"/>
                </a:cubicBezTo>
                <a:lnTo>
                  <a:pt x="1845" y="3685"/>
                </a:lnTo>
                <a:cubicBezTo>
                  <a:pt x="2865" y="3685"/>
                  <a:pt x="3685" y="2864"/>
                  <a:pt x="3685" y="1842"/>
                </a:cubicBezTo>
                <a:cubicBezTo>
                  <a:pt x="3685" y="823"/>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2" name="Google Shape;512;p 3"/>
          <p:cNvSpPr/>
          <p:nvPr/>
        </p:nvSpPr>
        <p:spPr>
          <a:xfrm>
            <a:off x="5150160" y="4565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2" y="0"/>
                  <a:pt x="1" y="823"/>
                  <a:pt x="1" y="1842"/>
                </a:cubicBezTo>
                <a:cubicBezTo>
                  <a:pt x="1" y="2864"/>
                  <a:pt x="822" y="3685"/>
                  <a:pt x="1841" y="3685"/>
                </a:cubicBezTo>
                <a:lnTo>
                  <a:pt x="1843" y="3685"/>
                </a:lnTo>
                <a:cubicBezTo>
                  <a:pt x="2863" y="3685"/>
                  <a:pt x="3684" y="2864"/>
                  <a:pt x="3684" y="1842"/>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3" name="Google Shape;513;p 3"/>
          <p:cNvSpPr/>
          <p:nvPr/>
        </p:nvSpPr>
        <p:spPr>
          <a:xfrm>
            <a:off x="5257800" y="4565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3"/>
                  <a:pt x="0" y="1842"/>
                </a:cubicBezTo>
                <a:cubicBezTo>
                  <a:pt x="0" y="2864"/>
                  <a:pt x="821" y="3685"/>
                  <a:pt x="1841" y="3685"/>
                </a:cubicBezTo>
                <a:cubicBezTo>
                  <a:pt x="2860" y="3685"/>
                  <a:pt x="3683" y="2864"/>
                  <a:pt x="3683" y="1842"/>
                </a:cubicBezTo>
                <a:cubicBezTo>
                  <a:pt x="3683" y="823"/>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4" name="Google Shape;514;p 3"/>
          <p:cNvSpPr/>
          <p:nvPr/>
        </p:nvSpPr>
        <p:spPr>
          <a:xfrm>
            <a:off x="5042880" y="467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1"/>
                </a:moveTo>
                <a:cubicBezTo>
                  <a:pt x="822" y="1"/>
                  <a:pt x="1" y="821"/>
                  <a:pt x="1" y="1841"/>
                </a:cubicBezTo>
                <a:lnTo>
                  <a:pt x="1" y="1843"/>
                </a:lnTo>
                <a:cubicBezTo>
                  <a:pt x="1" y="2863"/>
                  <a:pt x="822" y="3683"/>
                  <a:pt x="1843" y="3683"/>
                </a:cubicBezTo>
                <a:lnTo>
                  <a:pt x="1845" y="3683"/>
                </a:lnTo>
                <a:cubicBezTo>
                  <a:pt x="2865" y="3683"/>
                  <a:pt x="3685" y="2863"/>
                  <a:pt x="3685" y="1843"/>
                </a:cubicBezTo>
                <a:lnTo>
                  <a:pt x="3685" y="1841"/>
                </a:lnTo>
                <a:cubicBezTo>
                  <a:pt x="3685" y="821"/>
                  <a:pt x="2865" y="1"/>
                  <a:pt x="1845"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5" name="Google Shape;515;p 3"/>
          <p:cNvSpPr/>
          <p:nvPr/>
        </p:nvSpPr>
        <p:spPr>
          <a:xfrm>
            <a:off x="5150160" y="467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1"/>
                </a:moveTo>
                <a:cubicBezTo>
                  <a:pt x="822" y="1"/>
                  <a:pt x="1" y="821"/>
                  <a:pt x="1" y="1841"/>
                </a:cubicBezTo>
                <a:lnTo>
                  <a:pt x="1" y="1843"/>
                </a:lnTo>
                <a:cubicBezTo>
                  <a:pt x="1" y="2863"/>
                  <a:pt x="822" y="3683"/>
                  <a:pt x="1841" y="3683"/>
                </a:cubicBezTo>
                <a:lnTo>
                  <a:pt x="1843" y="3683"/>
                </a:lnTo>
                <a:cubicBezTo>
                  <a:pt x="2863" y="3683"/>
                  <a:pt x="3684" y="2863"/>
                  <a:pt x="3684" y="1843"/>
                </a:cubicBezTo>
                <a:lnTo>
                  <a:pt x="3684" y="1841"/>
                </a:lnTo>
                <a:cubicBezTo>
                  <a:pt x="3684" y="821"/>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6" name="Google Shape;516;p 3"/>
          <p:cNvSpPr/>
          <p:nvPr/>
        </p:nvSpPr>
        <p:spPr>
          <a:xfrm>
            <a:off x="5257800" y="467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1"/>
                </a:moveTo>
                <a:cubicBezTo>
                  <a:pt x="821" y="1"/>
                  <a:pt x="0" y="821"/>
                  <a:pt x="0" y="1841"/>
                </a:cubicBezTo>
                <a:lnTo>
                  <a:pt x="0" y="1843"/>
                </a:lnTo>
                <a:cubicBezTo>
                  <a:pt x="0" y="2863"/>
                  <a:pt x="821" y="3683"/>
                  <a:pt x="1841" y="3683"/>
                </a:cubicBezTo>
                <a:cubicBezTo>
                  <a:pt x="2860" y="3683"/>
                  <a:pt x="3683" y="2863"/>
                  <a:pt x="3683" y="1843"/>
                </a:cubicBezTo>
                <a:lnTo>
                  <a:pt x="3683" y="1841"/>
                </a:lnTo>
                <a:cubicBezTo>
                  <a:pt x="3683" y="821"/>
                  <a:pt x="2860" y="1"/>
                  <a:pt x="184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7" name="Google Shape;517;p 3"/>
          <p:cNvSpPr/>
          <p:nvPr/>
        </p:nvSpPr>
        <p:spPr>
          <a:xfrm>
            <a:off x="5042880" y="4784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3"/>
                  <a:pt x="1" y="1842"/>
                </a:cubicBezTo>
                <a:cubicBezTo>
                  <a:pt x="1" y="2864"/>
                  <a:pt x="822" y="3685"/>
                  <a:pt x="1843" y="3685"/>
                </a:cubicBezTo>
                <a:lnTo>
                  <a:pt x="1845" y="3685"/>
                </a:lnTo>
                <a:cubicBezTo>
                  <a:pt x="2865" y="3685"/>
                  <a:pt x="3685" y="2864"/>
                  <a:pt x="3685" y="1842"/>
                </a:cubicBezTo>
                <a:cubicBezTo>
                  <a:pt x="3685" y="823"/>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8" name="Google Shape;518;p 3"/>
          <p:cNvSpPr/>
          <p:nvPr/>
        </p:nvSpPr>
        <p:spPr>
          <a:xfrm>
            <a:off x="5150160" y="4784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2" y="0"/>
                  <a:pt x="1" y="823"/>
                  <a:pt x="1" y="1842"/>
                </a:cubicBezTo>
                <a:cubicBezTo>
                  <a:pt x="1" y="2864"/>
                  <a:pt x="822" y="3685"/>
                  <a:pt x="1841" y="3685"/>
                </a:cubicBezTo>
                <a:lnTo>
                  <a:pt x="1843" y="3685"/>
                </a:lnTo>
                <a:cubicBezTo>
                  <a:pt x="2863" y="3685"/>
                  <a:pt x="3684" y="2864"/>
                  <a:pt x="3684" y="1842"/>
                </a:cubicBezTo>
                <a:cubicBezTo>
                  <a:pt x="3684" y="823"/>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59" name="Google Shape;519;p 3"/>
          <p:cNvSpPr/>
          <p:nvPr/>
        </p:nvSpPr>
        <p:spPr>
          <a:xfrm>
            <a:off x="5257800" y="47840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3"/>
                  <a:pt x="0" y="1842"/>
                </a:cubicBezTo>
                <a:cubicBezTo>
                  <a:pt x="0" y="2864"/>
                  <a:pt x="821" y="3685"/>
                  <a:pt x="1841" y="3685"/>
                </a:cubicBezTo>
                <a:cubicBezTo>
                  <a:pt x="2860" y="3685"/>
                  <a:pt x="3683" y="2864"/>
                  <a:pt x="3683" y="1842"/>
                </a:cubicBezTo>
                <a:cubicBezTo>
                  <a:pt x="3683" y="823"/>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0" name="Google Shape;520;p 3"/>
          <p:cNvSpPr/>
          <p:nvPr/>
        </p:nvSpPr>
        <p:spPr>
          <a:xfrm>
            <a:off x="5042880" y="48931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0"/>
                </a:moveTo>
                <a:cubicBezTo>
                  <a:pt x="822" y="0"/>
                  <a:pt x="1" y="821"/>
                  <a:pt x="1" y="1841"/>
                </a:cubicBezTo>
                <a:lnTo>
                  <a:pt x="1" y="1843"/>
                </a:lnTo>
                <a:cubicBezTo>
                  <a:pt x="1" y="2862"/>
                  <a:pt x="822" y="3683"/>
                  <a:pt x="1843" y="3683"/>
                </a:cubicBezTo>
                <a:lnTo>
                  <a:pt x="1845" y="3683"/>
                </a:lnTo>
                <a:cubicBezTo>
                  <a:pt x="2865" y="3683"/>
                  <a:pt x="3685" y="2862"/>
                  <a:pt x="3685" y="1843"/>
                </a:cubicBezTo>
                <a:lnTo>
                  <a:pt x="3685" y="1841"/>
                </a:lnTo>
                <a:cubicBezTo>
                  <a:pt x="3685" y="821"/>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1" name="Google Shape;521;p 3"/>
          <p:cNvSpPr/>
          <p:nvPr/>
        </p:nvSpPr>
        <p:spPr>
          <a:xfrm>
            <a:off x="5150160" y="48931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841" y="0"/>
                </a:moveTo>
                <a:cubicBezTo>
                  <a:pt x="822" y="0"/>
                  <a:pt x="1" y="821"/>
                  <a:pt x="1" y="1841"/>
                </a:cubicBezTo>
                <a:lnTo>
                  <a:pt x="1" y="1843"/>
                </a:lnTo>
                <a:cubicBezTo>
                  <a:pt x="1" y="2862"/>
                  <a:pt x="822" y="3683"/>
                  <a:pt x="1841" y="3683"/>
                </a:cubicBezTo>
                <a:lnTo>
                  <a:pt x="1843" y="3683"/>
                </a:lnTo>
                <a:cubicBezTo>
                  <a:pt x="2863" y="3683"/>
                  <a:pt x="3684" y="2862"/>
                  <a:pt x="3684" y="1843"/>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2" name="Google Shape;522;p 3"/>
          <p:cNvSpPr/>
          <p:nvPr/>
        </p:nvSpPr>
        <p:spPr>
          <a:xfrm>
            <a:off x="5257800" y="48931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0"/>
                </a:moveTo>
                <a:cubicBezTo>
                  <a:pt x="821" y="0"/>
                  <a:pt x="0" y="821"/>
                  <a:pt x="0" y="1841"/>
                </a:cubicBezTo>
                <a:lnTo>
                  <a:pt x="0" y="1843"/>
                </a:lnTo>
                <a:cubicBezTo>
                  <a:pt x="0" y="2862"/>
                  <a:pt x="821" y="3683"/>
                  <a:pt x="1841" y="3683"/>
                </a:cubicBezTo>
                <a:cubicBezTo>
                  <a:pt x="2860" y="3683"/>
                  <a:pt x="3683" y="2862"/>
                  <a:pt x="3683" y="1843"/>
                </a:cubicBezTo>
                <a:lnTo>
                  <a:pt x="3683" y="1841"/>
                </a:lnTo>
                <a:cubicBezTo>
                  <a:pt x="3683" y="821"/>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3" name="Google Shape;523;p 3"/>
          <p:cNvSpPr/>
          <p:nvPr/>
        </p:nvSpPr>
        <p:spPr>
          <a:xfrm>
            <a:off x="3431160" y="3096720"/>
            <a:ext cx="388080" cy="169920"/>
          </a:xfrm>
          <a:custGeom>
            <a:avLst/>
            <a:gdLst>
              <a:gd name="textAreaLeft" fmla="*/ 0 w 388080"/>
              <a:gd name="textAreaRight" fmla="*/ 388440 w 388080"/>
              <a:gd name="textAreaTop" fmla="*/ 0 h 169920"/>
              <a:gd name="textAreaBottom" fmla="*/ 170280 h 169920"/>
            </a:gdLst>
            <a:ahLst/>
            <a:cxnLst/>
            <a:rect l="textAreaLeft" t="textAreaTop" r="textAreaRight" b="textAreaBottom"/>
            <a:pathLst>
              <a:path w="23923" h="10487">
                <a:moveTo>
                  <a:pt x="1077" y="0"/>
                </a:moveTo>
                <a:cubicBezTo>
                  <a:pt x="480" y="0"/>
                  <a:pt x="1" y="479"/>
                  <a:pt x="1" y="1075"/>
                </a:cubicBezTo>
                <a:lnTo>
                  <a:pt x="1" y="9412"/>
                </a:lnTo>
                <a:cubicBezTo>
                  <a:pt x="1" y="10008"/>
                  <a:pt x="480" y="10487"/>
                  <a:pt x="1077" y="10487"/>
                </a:cubicBezTo>
                <a:lnTo>
                  <a:pt x="22848" y="10487"/>
                </a:lnTo>
                <a:cubicBezTo>
                  <a:pt x="23443" y="10487"/>
                  <a:pt x="23922" y="10008"/>
                  <a:pt x="23922" y="9412"/>
                </a:cubicBezTo>
                <a:lnTo>
                  <a:pt x="23922" y="1075"/>
                </a:lnTo>
                <a:cubicBezTo>
                  <a:pt x="23922" y="479"/>
                  <a:pt x="23443" y="0"/>
                  <a:pt x="22848"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84960" bIns="84960" anchor="ctr">
            <a:noAutofit/>
          </a:bodyPr>
          <a:lstStyle/>
          <a:p>
            <a:endParaRPr lang="en-US" sz="1400" b="0" u="none" strike="noStrike">
              <a:solidFill>
                <a:srgbClr val="000000"/>
              </a:solidFill>
              <a:effectLst/>
              <a:uFillTx/>
              <a:latin typeface="Arial"/>
            </a:endParaRPr>
          </a:p>
        </p:txBody>
      </p:sp>
      <p:sp>
        <p:nvSpPr>
          <p:cNvPr id="864" name="Google Shape;524;p 3"/>
          <p:cNvSpPr/>
          <p:nvPr/>
        </p:nvSpPr>
        <p:spPr>
          <a:xfrm>
            <a:off x="3449520" y="3265560"/>
            <a:ext cx="351000" cy="1806120"/>
          </a:xfrm>
          <a:custGeom>
            <a:avLst/>
            <a:gdLst>
              <a:gd name="textAreaLeft" fmla="*/ 0 w 351000"/>
              <a:gd name="textAreaRight" fmla="*/ 351360 w 351000"/>
              <a:gd name="textAreaTop" fmla="*/ 0 h 1806120"/>
              <a:gd name="textAreaBottom" fmla="*/ 1806480 h 1806120"/>
            </a:gdLst>
            <a:ahLst/>
            <a:cxnLst/>
            <a:rect l="textAreaLeft" t="textAreaTop" r="textAreaRight" b="textAreaBottom"/>
            <a:pathLst>
              <a:path w="21649" h="111275">
                <a:moveTo>
                  <a:pt x="1" y="0"/>
                </a:moveTo>
                <a:lnTo>
                  <a:pt x="1" y="111274"/>
                </a:lnTo>
                <a:lnTo>
                  <a:pt x="21648" y="111274"/>
                </a:lnTo>
                <a:lnTo>
                  <a:pt x="2164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65" name="Google Shape;525;p 3"/>
          <p:cNvSpPr/>
          <p:nvPr/>
        </p:nvSpPr>
        <p:spPr>
          <a:xfrm>
            <a:off x="3491640" y="3312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6"/>
                  <a:pt x="1" y="1719"/>
                </a:cubicBezTo>
                <a:lnTo>
                  <a:pt x="1" y="1964"/>
                </a:lnTo>
                <a:cubicBezTo>
                  <a:pt x="1" y="2917"/>
                  <a:pt x="767" y="3683"/>
                  <a:pt x="1720" y="3683"/>
                </a:cubicBezTo>
                <a:lnTo>
                  <a:pt x="1964" y="3683"/>
                </a:lnTo>
                <a:cubicBezTo>
                  <a:pt x="2917" y="3683"/>
                  <a:pt x="3683" y="2917"/>
                  <a:pt x="3683" y="1964"/>
                </a:cubicBezTo>
                <a:lnTo>
                  <a:pt x="3683" y="1719"/>
                </a:lnTo>
                <a:cubicBezTo>
                  <a:pt x="3683" y="766"/>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6" name="Google Shape;526;p 3"/>
          <p:cNvSpPr/>
          <p:nvPr/>
        </p:nvSpPr>
        <p:spPr>
          <a:xfrm>
            <a:off x="3598920" y="3312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6"/>
                  <a:pt x="0" y="1719"/>
                </a:cubicBezTo>
                <a:lnTo>
                  <a:pt x="0" y="1964"/>
                </a:lnTo>
                <a:cubicBezTo>
                  <a:pt x="0" y="2917"/>
                  <a:pt x="768" y="3683"/>
                  <a:pt x="1721" y="3683"/>
                </a:cubicBezTo>
                <a:lnTo>
                  <a:pt x="1966" y="3683"/>
                </a:lnTo>
                <a:cubicBezTo>
                  <a:pt x="2918" y="3683"/>
                  <a:pt x="3685" y="2917"/>
                  <a:pt x="3685" y="1964"/>
                </a:cubicBezTo>
                <a:lnTo>
                  <a:pt x="3685" y="1719"/>
                </a:lnTo>
                <a:cubicBezTo>
                  <a:pt x="3685" y="766"/>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7" name="Google Shape;527;p 3"/>
          <p:cNvSpPr/>
          <p:nvPr/>
        </p:nvSpPr>
        <p:spPr>
          <a:xfrm>
            <a:off x="3706560" y="33127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6"/>
                  <a:pt x="0" y="1719"/>
                </a:cubicBezTo>
                <a:lnTo>
                  <a:pt x="0" y="1964"/>
                </a:lnTo>
                <a:cubicBezTo>
                  <a:pt x="0" y="2917"/>
                  <a:pt x="766" y="3683"/>
                  <a:pt x="1719" y="3683"/>
                </a:cubicBezTo>
                <a:lnTo>
                  <a:pt x="1964" y="3683"/>
                </a:lnTo>
                <a:cubicBezTo>
                  <a:pt x="2917" y="3683"/>
                  <a:pt x="3683" y="2917"/>
                  <a:pt x="3683" y="1964"/>
                </a:cubicBezTo>
                <a:lnTo>
                  <a:pt x="3683" y="1719"/>
                </a:lnTo>
                <a:cubicBezTo>
                  <a:pt x="3683" y="766"/>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8" name="Google Shape;528;p 3"/>
          <p:cNvSpPr/>
          <p:nvPr/>
        </p:nvSpPr>
        <p:spPr>
          <a:xfrm>
            <a:off x="3491640" y="341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0"/>
                </a:moveTo>
                <a:cubicBezTo>
                  <a:pt x="767" y="0"/>
                  <a:pt x="1" y="768"/>
                  <a:pt x="1" y="1719"/>
                </a:cubicBezTo>
                <a:lnTo>
                  <a:pt x="1" y="1966"/>
                </a:lnTo>
                <a:cubicBezTo>
                  <a:pt x="1" y="2917"/>
                  <a:pt x="767" y="3685"/>
                  <a:pt x="1720" y="3685"/>
                </a:cubicBezTo>
                <a:lnTo>
                  <a:pt x="1964" y="3685"/>
                </a:lnTo>
                <a:cubicBezTo>
                  <a:pt x="2917" y="3685"/>
                  <a:pt x="3683" y="2917"/>
                  <a:pt x="3683" y="1966"/>
                </a:cubicBezTo>
                <a:lnTo>
                  <a:pt x="3683" y="1719"/>
                </a:lnTo>
                <a:cubicBezTo>
                  <a:pt x="3683" y="768"/>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69" name="Google Shape;529;p 3"/>
          <p:cNvSpPr/>
          <p:nvPr/>
        </p:nvSpPr>
        <p:spPr>
          <a:xfrm>
            <a:off x="3598920" y="341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0"/>
                </a:moveTo>
                <a:cubicBezTo>
                  <a:pt x="768" y="0"/>
                  <a:pt x="0" y="768"/>
                  <a:pt x="0" y="1719"/>
                </a:cubicBezTo>
                <a:lnTo>
                  <a:pt x="0" y="1966"/>
                </a:lnTo>
                <a:cubicBezTo>
                  <a:pt x="0" y="2917"/>
                  <a:pt x="768" y="3685"/>
                  <a:pt x="1721" y="3685"/>
                </a:cubicBezTo>
                <a:lnTo>
                  <a:pt x="1966" y="3685"/>
                </a:lnTo>
                <a:cubicBezTo>
                  <a:pt x="2918" y="3685"/>
                  <a:pt x="3685" y="2917"/>
                  <a:pt x="3685" y="1966"/>
                </a:cubicBezTo>
                <a:lnTo>
                  <a:pt x="3685" y="1719"/>
                </a:lnTo>
                <a:cubicBezTo>
                  <a:pt x="3685" y="768"/>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0" name="Google Shape;530;p 3"/>
          <p:cNvSpPr/>
          <p:nvPr/>
        </p:nvSpPr>
        <p:spPr>
          <a:xfrm>
            <a:off x="3706560" y="34164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0"/>
                </a:moveTo>
                <a:cubicBezTo>
                  <a:pt x="766" y="0"/>
                  <a:pt x="0" y="768"/>
                  <a:pt x="0" y="1719"/>
                </a:cubicBezTo>
                <a:lnTo>
                  <a:pt x="0" y="1966"/>
                </a:lnTo>
                <a:cubicBezTo>
                  <a:pt x="0" y="2917"/>
                  <a:pt x="766" y="3685"/>
                  <a:pt x="1719" y="3685"/>
                </a:cubicBezTo>
                <a:lnTo>
                  <a:pt x="1964" y="3685"/>
                </a:lnTo>
                <a:cubicBezTo>
                  <a:pt x="2917" y="3685"/>
                  <a:pt x="3683" y="2917"/>
                  <a:pt x="3683" y="1966"/>
                </a:cubicBezTo>
                <a:lnTo>
                  <a:pt x="3683" y="1719"/>
                </a:lnTo>
                <a:cubicBezTo>
                  <a:pt x="3683" y="768"/>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1" name="Google Shape;531;p 3"/>
          <p:cNvSpPr/>
          <p:nvPr/>
        </p:nvSpPr>
        <p:spPr>
          <a:xfrm>
            <a:off x="3491640" y="3520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2" name="Google Shape;532;p 3"/>
          <p:cNvSpPr/>
          <p:nvPr/>
        </p:nvSpPr>
        <p:spPr>
          <a:xfrm>
            <a:off x="3598920" y="3520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3" name="Google Shape;533;p 3"/>
          <p:cNvSpPr/>
          <p:nvPr/>
        </p:nvSpPr>
        <p:spPr>
          <a:xfrm>
            <a:off x="3706560" y="3520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4" name="Google Shape;534;p 3"/>
          <p:cNvSpPr/>
          <p:nvPr/>
        </p:nvSpPr>
        <p:spPr>
          <a:xfrm>
            <a:off x="3491640" y="362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8"/>
                  <a:pt x="1" y="1720"/>
                </a:cubicBezTo>
                <a:lnTo>
                  <a:pt x="1" y="1966"/>
                </a:lnTo>
                <a:cubicBezTo>
                  <a:pt x="1" y="2919"/>
                  <a:pt x="767" y="3685"/>
                  <a:pt x="1720" y="3685"/>
                </a:cubicBezTo>
                <a:lnTo>
                  <a:pt x="1964" y="3685"/>
                </a:lnTo>
                <a:cubicBezTo>
                  <a:pt x="2917" y="3685"/>
                  <a:pt x="3683" y="2919"/>
                  <a:pt x="3683" y="1966"/>
                </a:cubicBezTo>
                <a:lnTo>
                  <a:pt x="3683" y="1720"/>
                </a:lnTo>
                <a:cubicBezTo>
                  <a:pt x="3683" y="768"/>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5" name="Google Shape;535;p 3"/>
          <p:cNvSpPr/>
          <p:nvPr/>
        </p:nvSpPr>
        <p:spPr>
          <a:xfrm>
            <a:off x="3598920" y="362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8"/>
                  <a:pt x="0" y="1720"/>
                </a:cubicBezTo>
                <a:lnTo>
                  <a:pt x="0" y="1966"/>
                </a:lnTo>
                <a:cubicBezTo>
                  <a:pt x="0" y="2919"/>
                  <a:pt x="768" y="3685"/>
                  <a:pt x="1721" y="3685"/>
                </a:cubicBezTo>
                <a:lnTo>
                  <a:pt x="1966" y="3685"/>
                </a:lnTo>
                <a:cubicBezTo>
                  <a:pt x="2918" y="3685"/>
                  <a:pt x="3685" y="2919"/>
                  <a:pt x="3685" y="1966"/>
                </a:cubicBezTo>
                <a:lnTo>
                  <a:pt x="3685" y="1720"/>
                </a:lnTo>
                <a:cubicBezTo>
                  <a:pt x="3685" y="768"/>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6" name="Google Shape;536;p 3"/>
          <p:cNvSpPr/>
          <p:nvPr/>
        </p:nvSpPr>
        <p:spPr>
          <a:xfrm>
            <a:off x="3706560" y="36237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8"/>
                  <a:pt x="0" y="1720"/>
                </a:cubicBezTo>
                <a:lnTo>
                  <a:pt x="0" y="1966"/>
                </a:lnTo>
                <a:cubicBezTo>
                  <a:pt x="0" y="2919"/>
                  <a:pt x="766" y="3685"/>
                  <a:pt x="1719" y="3685"/>
                </a:cubicBezTo>
                <a:lnTo>
                  <a:pt x="1964" y="3685"/>
                </a:lnTo>
                <a:cubicBezTo>
                  <a:pt x="2917" y="3685"/>
                  <a:pt x="3683" y="2919"/>
                  <a:pt x="3683" y="1966"/>
                </a:cubicBezTo>
                <a:lnTo>
                  <a:pt x="3683" y="1720"/>
                </a:lnTo>
                <a:cubicBezTo>
                  <a:pt x="3683" y="768"/>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7" name="Google Shape;537;p 3"/>
          <p:cNvSpPr/>
          <p:nvPr/>
        </p:nvSpPr>
        <p:spPr>
          <a:xfrm>
            <a:off x="3491640" y="3727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8" name="Google Shape;538;p 3"/>
          <p:cNvSpPr/>
          <p:nvPr/>
        </p:nvSpPr>
        <p:spPr>
          <a:xfrm>
            <a:off x="3598920" y="3727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79" name="Google Shape;539;p 3"/>
          <p:cNvSpPr/>
          <p:nvPr/>
        </p:nvSpPr>
        <p:spPr>
          <a:xfrm>
            <a:off x="3706560" y="37274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0" name="Google Shape;540;p 3"/>
          <p:cNvSpPr/>
          <p:nvPr/>
        </p:nvSpPr>
        <p:spPr>
          <a:xfrm>
            <a:off x="3491640" y="38314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8"/>
                  <a:pt x="1" y="1721"/>
                </a:cubicBezTo>
                <a:lnTo>
                  <a:pt x="1" y="1966"/>
                </a:lnTo>
                <a:cubicBezTo>
                  <a:pt x="1" y="2919"/>
                  <a:pt x="767" y="3685"/>
                  <a:pt x="1720" y="3685"/>
                </a:cubicBezTo>
                <a:lnTo>
                  <a:pt x="1964" y="3685"/>
                </a:lnTo>
                <a:cubicBezTo>
                  <a:pt x="2917" y="3685"/>
                  <a:pt x="3683" y="2919"/>
                  <a:pt x="3683" y="1966"/>
                </a:cubicBezTo>
                <a:lnTo>
                  <a:pt x="3683" y="1721"/>
                </a:lnTo>
                <a:cubicBezTo>
                  <a:pt x="3683" y="768"/>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1" name="Google Shape;541;p 3"/>
          <p:cNvSpPr/>
          <p:nvPr/>
        </p:nvSpPr>
        <p:spPr>
          <a:xfrm>
            <a:off x="3598920" y="38314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8"/>
                  <a:pt x="0" y="1721"/>
                </a:cubicBezTo>
                <a:lnTo>
                  <a:pt x="0" y="1966"/>
                </a:lnTo>
                <a:cubicBezTo>
                  <a:pt x="0" y="2919"/>
                  <a:pt x="768" y="3685"/>
                  <a:pt x="1721" y="3685"/>
                </a:cubicBezTo>
                <a:lnTo>
                  <a:pt x="1966" y="3685"/>
                </a:lnTo>
                <a:cubicBezTo>
                  <a:pt x="2918" y="3685"/>
                  <a:pt x="3685" y="2919"/>
                  <a:pt x="3685" y="1966"/>
                </a:cubicBezTo>
                <a:lnTo>
                  <a:pt x="3685" y="1721"/>
                </a:lnTo>
                <a:cubicBezTo>
                  <a:pt x="3685" y="768"/>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2" name="Google Shape;542;p 3"/>
          <p:cNvSpPr/>
          <p:nvPr/>
        </p:nvSpPr>
        <p:spPr>
          <a:xfrm>
            <a:off x="3706560" y="38314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8"/>
                  <a:pt x="0" y="1721"/>
                </a:cubicBezTo>
                <a:lnTo>
                  <a:pt x="0" y="1966"/>
                </a:lnTo>
                <a:cubicBezTo>
                  <a:pt x="0" y="2919"/>
                  <a:pt x="766" y="3685"/>
                  <a:pt x="1719" y="3685"/>
                </a:cubicBezTo>
                <a:lnTo>
                  <a:pt x="1964" y="3685"/>
                </a:lnTo>
                <a:cubicBezTo>
                  <a:pt x="2917" y="3685"/>
                  <a:pt x="3683" y="2919"/>
                  <a:pt x="3683" y="1966"/>
                </a:cubicBezTo>
                <a:lnTo>
                  <a:pt x="3683" y="1721"/>
                </a:lnTo>
                <a:cubicBezTo>
                  <a:pt x="3683" y="768"/>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3" name="Google Shape;543;p 3"/>
          <p:cNvSpPr/>
          <p:nvPr/>
        </p:nvSpPr>
        <p:spPr>
          <a:xfrm>
            <a:off x="3491640" y="393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0"/>
                </a:moveTo>
                <a:cubicBezTo>
                  <a:pt x="767" y="0"/>
                  <a:pt x="1" y="767"/>
                  <a:pt x="1" y="1719"/>
                </a:cubicBezTo>
                <a:lnTo>
                  <a:pt x="1" y="1964"/>
                </a:lnTo>
                <a:cubicBezTo>
                  <a:pt x="1" y="2917"/>
                  <a:pt x="767" y="3685"/>
                  <a:pt x="1720" y="3685"/>
                </a:cubicBezTo>
                <a:lnTo>
                  <a:pt x="1964" y="3685"/>
                </a:lnTo>
                <a:cubicBezTo>
                  <a:pt x="2917" y="3685"/>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4" name="Google Shape;544;p 3"/>
          <p:cNvSpPr/>
          <p:nvPr/>
        </p:nvSpPr>
        <p:spPr>
          <a:xfrm>
            <a:off x="3598920" y="393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0"/>
                </a:moveTo>
                <a:cubicBezTo>
                  <a:pt x="768" y="0"/>
                  <a:pt x="0" y="767"/>
                  <a:pt x="0" y="1719"/>
                </a:cubicBezTo>
                <a:lnTo>
                  <a:pt x="0" y="1964"/>
                </a:lnTo>
                <a:cubicBezTo>
                  <a:pt x="0" y="2917"/>
                  <a:pt x="768" y="3685"/>
                  <a:pt x="1721" y="3685"/>
                </a:cubicBezTo>
                <a:lnTo>
                  <a:pt x="1966" y="3685"/>
                </a:lnTo>
                <a:cubicBezTo>
                  <a:pt x="2918" y="3685"/>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5" name="Google Shape;545;p 3"/>
          <p:cNvSpPr/>
          <p:nvPr/>
        </p:nvSpPr>
        <p:spPr>
          <a:xfrm>
            <a:off x="3706560" y="3935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0"/>
                </a:moveTo>
                <a:cubicBezTo>
                  <a:pt x="766" y="0"/>
                  <a:pt x="0" y="767"/>
                  <a:pt x="0" y="1719"/>
                </a:cubicBezTo>
                <a:lnTo>
                  <a:pt x="0" y="1964"/>
                </a:lnTo>
                <a:cubicBezTo>
                  <a:pt x="0" y="2917"/>
                  <a:pt x="766" y="3685"/>
                  <a:pt x="1719" y="3685"/>
                </a:cubicBezTo>
                <a:lnTo>
                  <a:pt x="1964" y="3685"/>
                </a:lnTo>
                <a:cubicBezTo>
                  <a:pt x="2917" y="3685"/>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6" name="Google Shape;546;p 3"/>
          <p:cNvSpPr/>
          <p:nvPr/>
        </p:nvSpPr>
        <p:spPr>
          <a:xfrm>
            <a:off x="3491640" y="403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7" name="Google Shape;547;p 3"/>
          <p:cNvSpPr/>
          <p:nvPr/>
        </p:nvSpPr>
        <p:spPr>
          <a:xfrm>
            <a:off x="3598920" y="403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8" name="Google Shape;548;p 3"/>
          <p:cNvSpPr/>
          <p:nvPr/>
        </p:nvSpPr>
        <p:spPr>
          <a:xfrm>
            <a:off x="3706560" y="40388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89" name="Google Shape;549;p 3"/>
          <p:cNvSpPr/>
          <p:nvPr/>
        </p:nvSpPr>
        <p:spPr>
          <a:xfrm>
            <a:off x="3491640" y="4142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7"/>
                  <a:pt x="1" y="1720"/>
                </a:cubicBezTo>
                <a:lnTo>
                  <a:pt x="1" y="1966"/>
                </a:lnTo>
                <a:cubicBezTo>
                  <a:pt x="1" y="2917"/>
                  <a:pt x="767" y="3685"/>
                  <a:pt x="1720" y="3685"/>
                </a:cubicBezTo>
                <a:lnTo>
                  <a:pt x="1964" y="3685"/>
                </a:lnTo>
                <a:cubicBezTo>
                  <a:pt x="2917" y="3685"/>
                  <a:pt x="3683" y="2917"/>
                  <a:pt x="3683" y="1966"/>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0" name="Google Shape;550;p 3"/>
          <p:cNvSpPr/>
          <p:nvPr/>
        </p:nvSpPr>
        <p:spPr>
          <a:xfrm>
            <a:off x="3598920" y="4142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7"/>
                  <a:pt x="0" y="1720"/>
                </a:cubicBezTo>
                <a:lnTo>
                  <a:pt x="0" y="1966"/>
                </a:lnTo>
                <a:cubicBezTo>
                  <a:pt x="0" y="2917"/>
                  <a:pt x="768" y="3685"/>
                  <a:pt x="1721" y="3685"/>
                </a:cubicBezTo>
                <a:lnTo>
                  <a:pt x="1966" y="3685"/>
                </a:lnTo>
                <a:cubicBezTo>
                  <a:pt x="2918" y="3685"/>
                  <a:pt x="3685" y="2917"/>
                  <a:pt x="3685" y="1966"/>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1" name="Google Shape;551;p 3"/>
          <p:cNvSpPr/>
          <p:nvPr/>
        </p:nvSpPr>
        <p:spPr>
          <a:xfrm>
            <a:off x="3706560" y="41425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7"/>
                  <a:pt x="0" y="1720"/>
                </a:cubicBezTo>
                <a:lnTo>
                  <a:pt x="0" y="1966"/>
                </a:lnTo>
                <a:cubicBezTo>
                  <a:pt x="0" y="2917"/>
                  <a:pt x="766" y="3685"/>
                  <a:pt x="1719" y="3685"/>
                </a:cubicBezTo>
                <a:lnTo>
                  <a:pt x="1964" y="3685"/>
                </a:lnTo>
                <a:cubicBezTo>
                  <a:pt x="2917" y="3685"/>
                  <a:pt x="3683" y="2917"/>
                  <a:pt x="3683" y="1966"/>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2" name="Google Shape;552;p 3"/>
          <p:cNvSpPr/>
          <p:nvPr/>
        </p:nvSpPr>
        <p:spPr>
          <a:xfrm>
            <a:off x="3491640" y="424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3" name="Google Shape;553;p 3"/>
          <p:cNvSpPr/>
          <p:nvPr/>
        </p:nvSpPr>
        <p:spPr>
          <a:xfrm>
            <a:off x="3598920" y="424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4" name="Google Shape;554;p 3"/>
          <p:cNvSpPr/>
          <p:nvPr/>
        </p:nvSpPr>
        <p:spPr>
          <a:xfrm>
            <a:off x="3706560" y="42462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5" name="Google Shape;555;p 3"/>
          <p:cNvSpPr/>
          <p:nvPr/>
        </p:nvSpPr>
        <p:spPr>
          <a:xfrm>
            <a:off x="3491640" y="4349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9"/>
                  <a:pt x="1" y="1720"/>
                </a:cubicBezTo>
                <a:lnTo>
                  <a:pt x="1" y="1966"/>
                </a:lnTo>
                <a:cubicBezTo>
                  <a:pt x="1" y="2917"/>
                  <a:pt x="767" y="3685"/>
                  <a:pt x="1720" y="3685"/>
                </a:cubicBezTo>
                <a:lnTo>
                  <a:pt x="1964" y="3685"/>
                </a:lnTo>
                <a:cubicBezTo>
                  <a:pt x="2917" y="3685"/>
                  <a:pt x="3683" y="2917"/>
                  <a:pt x="3683" y="1966"/>
                </a:cubicBezTo>
                <a:lnTo>
                  <a:pt x="3683" y="1720"/>
                </a:lnTo>
                <a:cubicBezTo>
                  <a:pt x="3683" y="769"/>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6" name="Google Shape;556;p 3"/>
          <p:cNvSpPr/>
          <p:nvPr/>
        </p:nvSpPr>
        <p:spPr>
          <a:xfrm>
            <a:off x="3598920" y="4349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9"/>
                  <a:pt x="0" y="1720"/>
                </a:cubicBezTo>
                <a:lnTo>
                  <a:pt x="0" y="1966"/>
                </a:lnTo>
                <a:cubicBezTo>
                  <a:pt x="0" y="2917"/>
                  <a:pt x="768" y="3685"/>
                  <a:pt x="1721" y="3685"/>
                </a:cubicBezTo>
                <a:lnTo>
                  <a:pt x="1966" y="3685"/>
                </a:lnTo>
                <a:cubicBezTo>
                  <a:pt x="2918" y="3685"/>
                  <a:pt x="3685" y="2917"/>
                  <a:pt x="3685" y="1966"/>
                </a:cubicBezTo>
                <a:lnTo>
                  <a:pt x="3685" y="1720"/>
                </a:lnTo>
                <a:cubicBezTo>
                  <a:pt x="3685" y="769"/>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7" name="Google Shape;557;p 3"/>
          <p:cNvSpPr/>
          <p:nvPr/>
        </p:nvSpPr>
        <p:spPr>
          <a:xfrm>
            <a:off x="3706560" y="43498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9"/>
                  <a:pt x="0" y="1720"/>
                </a:cubicBezTo>
                <a:lnTo>
                  <a:pt x="0" y="1966"/>
                </a:lnTo>
                <a:cubicBezTo>
                  <a:pt x="0" y="2917"/>
                  <a:pt x="766" y="3685"/>
                  <a:pt x="1719" y="3685"/>
                </a:cubicBezTo>
                <a:lnTo>
                  <a:pt x="1964" y="3685"/>
                </a:lnTo>
                <a:cubicBezTo>
                  <a:pt x="2917" y="3685"/>
                  <a:pt x="3683" y="2917"/>
                  <a:pt x="3683" y="1966"/>
                </a:cubicBezTo>
                <a:lnTo>
                  <a:pt x="3683" y="1720"/>
                </a:lnTo>
                <a:cubicBezTo>
                  <a:pt x="3683" y="769"/>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8" name="Google Shape;558;p 3"/>
          <p:cNvSpPr/>
          <p:nvPr/>
        </p:nvSpPr>
        <p:spPr>
          <a:xfrm>
            <a:off x="3491640" y="4453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899" name="Google Shape;559;p 3"/>
          <p:cNvSpPr/>
          <p:nvPr/>
        </p:nvSpPr>
        <p:spPr>
          <a:xfrm>
            <a:off x="3598920" y="4453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0" name="Google Shape;560;p 3"/>
          <p:cNvSpPr/>
          <p:nvPr/>
        </p:nvSpPr>
        <p:spPr>
          <a:xfrm>
            <a:off x="3706560" y="44535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1" name="Google Shape;561;p 3"/>
          <p:cNvSpPr/>
          <p:nvPr/>
        </p:nvSpPr>
        <p:spPr>
          <a:xfrm>
            <a:off x="3491640" y="45572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720" y="1"/>
                </a:moveTo>
                <a:cubicBezTo>
                  <a:pt x="767" y="1"/>
                  <a:pt x="1" y="769"/>
                  <a:pt x="1" y="1721"/>
                </a:cubicBezTo>
                <a:lnTo>
                  <a:pt x="1" y="1966"/>
                </a:lnTo>
                <a:cubicBezTo>
                  <a:pt x="1" y="2919"/>
                  <a:pt x="767" y="3685"/>
                  <a:pt x="1720" y="3685"/>
                </a:cubicBezTo>
                <a:lnTo>
                  <a:pt x="1964" y="3685"/>
                </a:lnTo>
                <a:cubicBezTo>
                  <a:pt x="2917" y="3685"/>
                  <a:pt x="3683" y="2919"/>
                  <a:pt x="3683" y="1966"/>
                </a:cubicBezTo>
                <a:lnTo>
                  <a:pt x="3683" y="1721"/>
                </a:lnTo>
                <a:cubicBezTo>
                  <a:pt x="3683" y="769"/>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2" name="Google Shape;562;p 3"/>
          <p:cNvSpPr/>
          <p:nvPr/>
        </p:nvSpPr>
        <p:spPr>
          <a:xfrm>
            <a:off x="3598920" y="45572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6">
                <a:moveTo>
                  <a:pt x="1721" y="1"/>
                </a:moveTo>
                <a:cubicBezTo>
                  <a:pt x="768" y="1"/>
                  <a:pt x="0" y="769"/>
                  <a:pt x="0" y="1721"/>
                </a:cubicBezTo>
                <a:lnTo>
                  <a:pt x="0" y="1966"/>
                </a:lnTo>
                <a:cubicBezTo>
                  <a:pt x="0" y="2919"/>
                  <a:pt x="768" y="3685"/>
                  <a:pt x="1721" y="3685"/>
                </a:cubicBezTo>
                <a:lnTo>
                  <a:pt x="1966" y="3685"/>
                </a:lnTo>
                <a:cubicBezTo>
                  <a:pt x="2918" y="3685"/>
                  <a:pt x="3685" y="2919"/>
                  <a:pt x="3685" y="1966"/>
                </a:cubicBezTo>
                <a:lnTo>
                  <a:pt x="3685" y="1721"/>
                </a:lnTo>
                <a:cubicBezTo>
                  <a:pt x="3685" y="769"/>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3" name="Google Shape;563;p 3"/>
          <p:cNvSpPr/>
          <p:nvPr/>
        </p:nvSpPr>
        <p:spPr>
          <a:xfrm>
            <a:off x="3706560" y="45572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6">
                <a:moveTo>
                  <a:pt x="1719" y="1"/>
                </a:moveTo>
                <a:cubicBezTo>
                  <a:pt x="766" y="1"/>
                  <a:pt x="0" y="769"/>
                  <a:pt x="0" y="1721"/>
                </a:cubicBezTo>
                <a:lnTo>
                  <a:pt x="0" y="1966"/>
                </a:lnTo>
                <a:cubicBezTo>
                  <a:pt x="0" y="2919"/>
                  <a:pt x="766" y="3685"/>
                  <a:pt x="1719" y="3685"/>
                </a:cubicBezTo>
                <a:lnTo>
                  <a:pt x="1964" y="3685"/>
                </a:lnTo>
                <a:cubicBezTo>
                  <a:pt x="2917" y="3685"/>
                  <a:pt x="3683" y="2919"/>
                  <a:pt x="3683" y="1966"/>
                </a:cubicBezTo>
                <a:lnTo>
                  <a:pt x="3683" y="1721"/>
                </a:lnTo>
                <a:cubicBezTo>
                  <a:pt x="3683" y="769"/>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4" name="Google Shape;564;p 3"/>
          <p:cNvSpPr/>
          <p:nvPr/>
        </p:nvSpPr>
        <p:spPr>
          <a:xfrm>
            <a:off x="3491640" y="4661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5" name="Google Shape;565;p 3"/>
          <p:cNvSpPr/>
          <p:nvPr/>
        </p:nvSpPr>
        <p:spPr>
          <a:xfrm>
            <a:off x="3598920" y="4661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6" name="Google Shape;566;p 3"/>
          <p:cNvSpPr/>
          <p:nvPr/>
        </p:nvSpPr>
        <p:spPr>
          <a:xfrm>
            <a:off x="3706560" y="46612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7" name="Google Shape;567;p 3"/>
          <p:cNvSpPr/>
          <p:nvPr/>
        </p:nvSpPr>
        <p:spPr>
          <a:xfrm>
            <a:off x="3491640" y="476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8" name="Google Shape;568;p 3"/>
          <p:cNvSpPr/>
          <p:nvPr/>
        </p:nvSpPr>
        <p:spPr>
          <a:xfrm>
            <a:off x="3598920" y="476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09" name="Google Shape;569;p 3"/>
          <p:cNvSpPr/>
          <p:nvPr/>
        </p:nvSpPr>
        <p:spPr>
          <a:xfrm>
            <a:off x="3706560" y="47649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0" name="Google Shape;570;p 3"/>
          <p:cNvSpPr/>
          <p:nvPr/>
        </p:nvSpPr>
        <p:spPr>
          <a:xfrm>
            <a:off x="3491640" y="48686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1" name="Google Shape;571;p 3"/>
          <p:cNvSpPr/>
          <p:nvPr/>
        </p:nvSpPr>
        <p:spPr>
          <a:xfrm>
            <a:off x="3598920" y="48686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2" name="Google Shape;572;p 3"/>
          <p:cNvSpPr/>
          <p:nvPr/>
        </p:nvSpPr>
        <p:spPr>
          <a:xfrm>
            <a:off x="3706560" y="486864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3" name="Google Shape;573;p 3"/>
          <p:cNvSpPr/>
          <p:nvPr/>
        </p:nvSpPr>
        <p:spPr>
          <a:xfrm>
            <a:off x="3491640" y="4972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4">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4" name="Google Shape;574;p 3"/>
          <p:cNvSpPr/>
          <p:nvPr/>
        </p:nvSpPr>
        <p:spPr>
          <a:xfrm>
            <a:off x="3598920" y="4972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4">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5" name="Google Shape;575;p 3"/>
          <p:cNvSpPr/>
          <p:nvPr/>
        </p:nvSpPr>
        <p:spPr>
          <a:xfrm>
            <a:off x="3706560" y="497232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6" name="Google Shape;576;p 3"/>
          <p:cNvSpPr/>
          <p:nvPr/>
        </p:nvSpPr>
        <p:spPr>
          <a:xfrm>
            <a:off x="3488040" y="315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517" y="0"/>
                </a:moveTo>
                <a:cubicBezTo>
                  <a:pt x="677" y="0"/>
                  <a:pt x="1" y="677"/>
                  <a:pt x="1" y="1517"/>
                </a:cubicBezTo>
                <a:lnTo>
                  <a:pt x="1" y="2167"/>
                </a:lnTo>
                <a:cubicBezTo>
                  <a:pt x="1" y="3008"/>
                  <a:pt x="677" y="3685"/>
                  <a:pt x="1517" y="3685"/>
                </a:cubicBezTo>
                <a:lnTo>
                  <a:pt x="2167" y="3685"/>
                </a:lnTo>
                <a:cubicBezTo>
                  <a:pt x="3007" y="3685"/>
                  <a:pt x="3684" y="3008"/>
                  <a:pt x="3684" y="2167"/>
                </a:cubicBezTo>
                <a:lnTo>
                  <a:pt x="3684" y="1517"/>
                </a:lnTo>
                <a:cubicBezTo>
                  <a:pt x="3684" y="677"/>
                  <a:pt x="3007" y="0"/>
                  <a:pt x="2167"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7" name="Google Shape;577;p 3"/>
          <p:cNvSpPr/>
          <p:nvPr/>
        </p:nvSpPr>
        <p:spPr>
          <a:xfrm>
            <a:off x="3595320" y="315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517" y="0"/>
                </a:moveTo>
                <a:cubicBezTo>
                  <a:pt x="676" y="0"/>
                  <a:pt x="0" y="677"/>
                  <a:pt x="0" y="1517"/>
                </a:cubicBezTo>
                <a:lnTo>
                  <a:pt x="0" y="2167"/>
                </a:lnTo>
                <a:cubicBezTo>
                  <a:pt x="0" y="3008"/>
                  <a:pt x="676" y="3685"/>
                  <a:pt x="1517" y="3685"/>
                </a:cubicBezTo>
                <a:lnTo>
                  <a:pt x="2166" y="3685"/>
                </a:lnTo>
                <a:cubicBezTo>
                  <a:pt x="3007" y="3685"/>
                  <a:pt x="3683" y="3008"/>
                  <a:pt x="3683" y="2167"/>
                </a:cubicBezTo>
                <a:lnTo>
                  <a:pt x="3683" y="1517"/>
                </a:lnTo>
                <a:cubicBezTo>
                  <a:pt x="3683" y="677"/>
                  <a:pt x="3007" y="0"/>
                  <a:pt x="21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8" name="Google Shape;578;p 3"/>
          <p:cNvSpPr/>
          <p:nvPr/>
        </p:nvSpPr>
        <p:spPr>
          <a:xfrm>
            <a:off x="3702600" y="315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5" h="3685">
                <a:moveTo>
                  <a:pt x="1519" y="0"/>
                </a:moveTo>
                <a:cubicBezTo>
                  <a:pt x="679" y="0"/>
                  <a:pt x="0" y="677"/>
                  <a:pt x="0" y="1517"/>
                </a:cubicBezTo>
                <a:lnTo>
                  <a:pt x="0" y="2167"/>
                </a:lnTo>
                <a:cubicBezTo>
                  <a:pt x="0" y="3008"/>
                  <a:pt x="679" y="3685"/>
                  <a:pt x="1519" y="3685"/>
                </a:cubicBezTo>
                <a:lnTo>
                  <a:pt x="2167" y="3685"/>
                </a:lnTo>
                <a:cubicBezTo>
                  <a:pt x="3009" y="3685"/>
                  <a:pt x="3685" y="3008"/>
                  <a:pt x="3685" y="2167"/>
                </a:cubicBezTo>
                <a:lnTo>
                  <a:pt x="3685" y="1517"/>
                </a:lnTo>
                <a:cubicBezTo>
                  <a:pt x="3685" y="677"/>
                  <a:pt x="3009" y="0"/>
                  <a:pt x="2167"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19" name="Google Shape;579;p 3"/>
          <p:cNvSpPr/>
          <p:nvPr/>
        </p:nvSpPr>
        <p:spPr>
          <a:xfrm>
            <a:off x="3928320" y="5160240"/>
            <a:ext cx="549000" cy="24480"/>
          </a:xfrm>
          <a:custGeom>
            <a:avLst/>
            <a:gdLst>
              <a:gd name="textAreaLeft" fmla="*/ 0 w 549000"/>
              <a:gd name="textAreaRight" fmla="*/ 549360 w 549000"/>
              <a:gd name="textAreaTop" fmla="*/ 0 h 24480"/>
              <a:gd name="textAreaBottom" fmla="*/ 24840 h 24480"/>
            </a:gdLst>
            <a:ahLst/>
            <a:cxnLst/>
            <a:rect l="textAreaLeft" t="textAreaTop" r="textAreaRight" b="textAreaBottom"/>
            <a:pathLst>
              <a:path w="33849" h="1519">
                <a:moveTo>
                  <a:pt x="0" y="0"/>
                </a:moveTo>
                <a:lnTo>
                  <a:pt x="0" y="1518"/>
                </a:lnTo>
                <a:lnTo>
                  <a:pt x="33848" y="1518"/>
                </a:lnTo>
                <a:lnTo>
                  <a:pt x="33848" y="0"/>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12240" bIns="12240" anchor="ctr">
            <a:noAutofit/>
          </a:bodyPr>
          <a:lstStyle/>
          <a:p>
            <a:endParaRPr lang="en-US" sz="1400" b="0" u="none" strike="noStrike">
              <a:solidFill>
                <a:srgbClr val="FFFFFF"/>
              </a:solidFill>
              <a:effectLst/>
              <a:uFillTx/>
              <a:latin typeface="Arial"/>
            </a:endParaRPr>
          </a:p>
        </p:txBody>
      </p:sp>
      <p:sp>
        <p:nvSpPr>
          <p:cNvPr id="920" name="Google Shape;580;p 3"/>
          <p:cNvSpPr/>
          <p:nvPr/>
        </p:nvSpPr>
        <p:spPr>
          <a:xfrm>
            <a:off x="2940120" y="5127480"/>
            <a:ext cx="549360" cy="24480"/>
          </a:xfrm>
          <a:custGeom>
            <a:avLst/>
            <a:gdLst>
              <a:gd name="textAreaLeft" fmla="*/ 0 w 549360"/>
              <a:gd name="textAreaRight" fmla="*/ 549720 w 549360"/>
              <a:gd name="textAreaTop" fmla="*/ 0 h 24480"/>
              <a:gd name="textAreaBottom" fmla="*/ 24840 h 24480"/>
            </a:gdLst>
            <a:ahLst/>
            <a:cxnLst/>
            <a:rect l="textAreaLeft" t="textAreaTop" r="textAreaRight" b="textAreaBottom"/>
            <a:pathLst>
              <a:path w="33850" h="1519">
                <a:moveTo>
                  <a:pt x="1" y="1"/>
                </a:moveTo>
                <a:lnTo>
                  <a:pt x="1" y="1519"/>
                </a:lnTo>
                <a:lnTo>
                  <a:pt x="33849" y="1519"/>
                </a:lnTo>
                <a:lnTo>
                  <a:pt x="33849" y="1"/>
                </a:lnTo>
                <a:close/>
              </a:path>
            </a:pathLst>
          </a:custGeom>
          <a:solidFill>
            <a:srgbClr val="FFCB64"/>
          </a:solidFill>
          <a:ln w="0">
            <a:noFill/>
          </a:ln>
        </p:spPr>
        <p:style>
          <a:lnRef idx="0">
            <a:scrgbClr r="0" g="0" b="0"/>
          </a:lnRef>
          <a:fillRef idx="0">
            <a:scrgbClr r="0" g="0" b="0"/>
          </a:fillRef>
          <a:effectRef idx="0">
            <a:scrgbClr r="0" g="0" b="0"/>
          </a:effectRef>
          <a:fontRef idx="minor"/>
        </p:style>
        <p:txBody>
          <a:bodyPr tIns="12240" bIns="12240" anchor="ctr">
            <a:noAutofit/>
          </a:bodyPr>
          <a:lstStyle/>
          <a:p>
            <a:endParaRPr lang="en-US" sz="1400" b="0" u="none" strike="noStrike">
              <a:solidFill>
                <a:srgbClr val="000000"/>
              </a:solidFill>
              <a:effectLst/>
              <a:uFillTx/>
              <a:latin typeface="Arial"/>
            </a:endParaRPr>
          </a:p>
        </p:txBody>
      </p:sp>
      <p:sp>
        <p:nvSpPr>
          <p:cNvPr id="921" name="Google Shape;581;p 3"/>
          <p:cNvSpPr/>
          <p:nvPr/>
        </p:nvSpPr>
        <p:spPr>
          <a:xfrm>
            <a:off x="4416120" y="4568400"/>
            <a:ext cx="529920" cy="615960"/>
          </a:xfrm>
          <a:custGeom>
            <a:avLst/>
            <a:gdLst>
              <a:gd name="textAreaLeft" fmla="*/ 0 w 529920"/>
              <a:gd name="textAreaRight" fmla="*/ 530280 w 529920"/>
              <a:gd name="textAreaTop" fmla="*/ 0 h 615960"/>
              <a:gd name="textAreaBottom" fmla="*/ 616320 h 615960"/>
            </a:gdLst>
            <a:ahLst/>
            <a:cxnLst/>
            <a:rect l="textAreaLeft" t="textAreaTop" r="textAreaRight" b="textAreaBottom"/>
            <a:pathLst>
              <a:path w="32665" h="37969">
                <a:moveTo>
                  <a:pt x="16333" y="1"/>
                </a:moveTo>
                <a:lnTo>
                  <a:pt x="0" y="11718"/>
                </a:lnTo>
                <a:lnTo>
                  <a:pt x="0" y="37968"/>
                </a:lnTo>
                <a:lnTo>
                  <a:pt x="32665" y="37968"/>
                </a:lnTo>
                <a:lnTo>
                  <a:pt x="32665" y="11718"/>
                </a:lnTo>
                <a:lnTo>
                  <a:pt x="16333"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22" name="Google Shape;582;p 3"/>
          <p:cNvSpPr/>
          <p:nvPr/>
        </p:nvSpPr>
        <p:spPr>
          <a:xfrm>
            <a:off x="4416120" y="5152680"/>
            <a:ext cx="529920" cy="31680"/>
          </a:xfrm>
          <a:custGeom>
            <a:avLst/>
            <a:gdLst>
              <a:gd name="textAreaLeft" fmla="*/ 0 w 529920"/>
              <a:gd name="textAreaRight" fmla="*/ 530280 w 529920"/>
              <a:gd name="textAreaTop" fmla="*/ 0 h 31680"/>
              <a:gd name="textAreaBottom" fmla="*/ 32040 h 31680"/>
            </a:gdLst>
            <a:ahLst/>
            <a:cxnLst/>
            <a:rect l="textAreaLeft" t="textAreaTop" r="textAreaRight" b="textAreaBottom"/>
            <a:pathLst>
              <a:path w="32665" h="1977">
                <a:moveTo>
                  <a:pt x="0" y="0"/>
                </a:moveTo>
                <a:lnTo>
                  <a:pt x="0" y="1976"/>
                </a:lnTo>
                <a:lnTo>
                  <a:pt x="32665" y="1976"/>
                </a:lnTo>
                <a:lnTo>
                  <a:pt x="32665" y="0"/>
                </a:lnTo>
                <a:close/>
              </a:path>
            </a:pathLst>
          </a:custGeom>
          <a:solidFill>
            <a:srgbClr val="E2A334"/>
          </a:solidFill>
          <a:ln w="0">
            <a:noFill/>
          </a:ln>
        </p:spPr>
        <p:style>
          <a:lnRef idx="0">
            <a:scrgbClr r="0" g="0" b="0"/>
          </a:lnRef>
          <a:fillRef idx="0">
            <a:scrgbClr r="0" g="0" b="0"/>
          </a:fillRef>
          <a:effectRef idx="0">
            <a:scrgbClr r="0" g="0" b="0"/>
          </a:effectRef>
          <a:fontRef idx="minor"/>
        </p:style>
        <p:txBody>
          <a:bodyPr tIns="15840" bIns="15840" anchor="ctr">
            <a:noAutofit/>
          </a:bodyPr>
          <a:lstStyle/>
          <a:p>
            <a:endParaRPr lang="en-US" sz="1400" b="0" u="none" strike="noStrike">
              <a:solidFill>
                <a:srgbClr val="000000"/>
              </a:solidFill>
              <a:effectLst/>
              <a:uFillTx/>
              <a:latin typeface="Arial"/>
            </a:endParaRPr>
          </a:p>
        </p:txBody>
      </p:sp>
      <p:sp>
        <p:nvSpPr>
          <p:cNvPr id="923" name="Google Shape;583;p 3"/>
          <p:cNvSpPr/>
          <p:nvPr/>
        </p:nvSpPr>
        <p:spPr>
          <a:xfrm>
            <a:off x="4603680" y="4920120"/>
            <a:ext cx="155160" cy="264240"/>
          </a:xfrm>
          <a:custGeom>
            <a:avLst/>
            <a:gdLst>
              <a:gd name="textAreaLeft" fmla="*/ 0 w 155160"/>
              <a:gd name="textAreaRight" fmla="*/ 155520 w 155160"/>
              <a:gd name="textAreaTop" fmla="*/ 0 h 264240"/>
              <a:gd name="textAreaBottom" fmla="*/ 264600 h 264240"/>
            </a:gdLst>
            <a:ahLst/>
            <a:cxnLst/>
            <a:rect l="textAreaLeft" t="textAreaTop" r="textAreaRight" b="textAreaBottom"/>
            <a:pathLst>
              <a:path w="9572" h="16307">
                <a:moveTo>
                  <a:pt x="3082" y="0"/>
                </a:moveTo>
                <a:cubicBezTo>
                  <a:pt x="1381" y="0"/>
                  <a:pt x="0" y="1381"/>
                  <a:pt x="0" y="3083"/>
                </a:cubicBezTo>
                <a:lnTo>
                  <a:pt x="0" y="16306"/>
                </a:lnTo>
                <a:lnTo>
                  <a:pt x="9571" y="16306"/>
                </a:lnTo>
                <a:lnTo>
                  <a:pt x="9569" y="3083"/>
                </a:lnTo>
                <a:cubicBezTo>
                  <a:pt x="9569" y="1381"/>
                  <a:pt x="8188" y="0"/>
                  <a:pt x="6487"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24" name="Google Shape;584;p 3"/>
          <p:cNvSpPr/>
          <p:nvPr/>
        </p:nvSpPr>
        <p:spPr>
          <a:xfrm>
            <a:off x="4347000" y="4554720"/>
            <a:ext cx="664920" cy="269280"/>
          </a:xfrm>
          <a:custGeom>
            <a:avLst/>
            <a:gdLst>
              <a:gd name="textAreaLeft" fmla="*/ 0 w 664920"/>
              <a:gd name="textAreaRight" fmla="*/ 665280 w 664920"/>
              <a:gd name="textAreaTop" fmla="*/ 0 h 269280"/>
              <a:gd name="textAreaBottom" fmla="*/ 269640 h 269280"/>
            </a:gdLst>
            <a:ahLst/>
            <a:cxnLst/>
            <a:rect l="textAreaLeft" t="textAreaTop" r="textAreaRight" b="textAreaBottom"/>
            <a:pathLst>
              <a:path w="40972" h="16600">
                <a:moveTo>
                  <a:pt x="20603" y="1"/>
                </a:moveTo>
                <a:cubicBezTo>
                  <a:pt x="20077" y="1"/>
                  <a:pt x="19551" y="167"/>
                  <a:pt x="19107" y="498"/>
                </a:cubicBezTo>
                <a:lnTo>
                  <a:pt x="570" y="14483"/>
                </a:lnTo>
                <a:cubicBezTo>
                  <a:pt x="165" y="14787"/>
                  <a:pt x="1" y="15316"/>
                  <a:pt x="163" y="15797"/>
                </a:cubicBezTo>
                <a:cubicBezTo>
                  <a:pt x="323" y="16276"/>
                  <a:pt x="772" y="16600"/>
                  <a:pt x="1280" y="16600"/>
                </a:cubicBezTo>
                <a:cubicBezTo>
                  <a:pt x="1535" y="16600"/>
                  <a:pt x="1783" y="16515"/>
                  <a:pt x="1988" y="16362"/>
                </a:cubicBezTo>
                <a:lnTo>
                  <a:pt x="20525" y="2376"/>
                </a:lnTo>
                <a:cubicBezTo>
                  <a:pt x="20548" y="2358"/>
                  <a:pt x="20575" y="2349"/>
                  <a:pt x="20603" y="2349"/>
                </a:cubicBezTo>
                <a:cubicBezTo>
                  <a:pt x="20630" y="2349"/>
                  <a:pt x="20657" y="2358"/>
                  <a:pt x="20680" y="2376"/>
                </a:cubicBezTo>
                <a:lnTo>
                  <a:pt x="38941" y="15841"/>
                </a:lnTo>
                <a:cubicBezTo>
                  <a:pt x="39151" y="15996"/>
                  <a:pt x="39396" y="16071"/>
                  <a:pt x="39639" y="16071"/>
                </a:cubicBezTo>
                <a:cubicBezTo>
                  <a:pt x="40000" y="16071"/>
                  <a:pt x="40356" y="15905"/>
                  <a:pt x="40586" y="15592"/>
                </a:cubicBezTo>
                <a:cubicBezTo>
                  <a:pt x="40972" y="15069"/>
                  <a:pt x="40861" y="14333"/>
                  <a:pt x="40338" y="13947"/>
                </a:cubicBezTo>
                <a:lnTo>
                  <a:pt x="22079" y="482"/>
                </a:lnTo>
                <a:cubicBezTo>
                  <a:pt x="21639" y="161"/>
                  <a:pt x="21121" y="1"/>
                  <a:pt x="20603"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25" name="Google Shape;585;p 3"/>
          <p:cNvSpPr/>
          <p:nvPr/>
        </p:nvSpPr>
        <p:spPr>
          <a:xfrm>
            <a:off x="4632840" y="4724640"/>
            <a:ext cx="93240" cy="89640"/>
          </a:xfrm>
          <a:custGeom>
            <a:avLst/>
            <a:gdLst>
              <a:gd name="textAreaLeft" fmla="*/ 0 w 93240"/>
              <a:gd name="textAreaRight" fmla="*/ 93600 w 93240"/>
              <a:gd name="textAreaTop" fmla="*/ 0 h 89640"/>
              <a:gd name="textAreaBottom" fmla="*/ 90000 h 89640"/>
            </a:gdLst>
            <a:ahLst/>
            <a:cxnLst/>
            <a:rect l="textAreaLeft" t="textAreaTop" r="textAreaRight" b="textAreaBottom"/>
            <a:pathLst>
              <a:path w="5761" h="5542">
                <a:moveTo>
                  <a:pt x="2990" y="0"/>
                </a:moveTo>
                <a:cubicBezTo>
                  <a:pt x="1868" y="0"/>
                  <a:pt x="858" y="675"/>
                  <a:pt x="429" y="1711"/>
                </a:cubicBezTo>
                <a:cubicBezTo>
                  <a:pt x="1" y="2746"/>
                  <a:pt x="237" y="3937"/>
                  <a:pt x="1029" y="4729"/>
                </a:cubicBezTo>
                <a:cubicBezTo>
                  <a:pt x="1559" y="5259"/>
                  <a:pt x="2268" y="5541"/>
                  <a:pt x="2990" y="5541"/>
                </a:cubicBezTo>
                <a:cubicBezTo>
                  <a:pt x="3347" y="5541"/>
                  <a:pt x="3707" y="5472"/>
                  <a:pt x="4050" y="5330"/>
                </a:cubicBezTo>
                <a:cubicBezTo>
                  <a:pt x="5086" y="4902"/>
                  <a:pt x="5760" y="3891"/>
                  <a:pt x="5760" y="2771"/>
                </a:cubicBezTo>
                <a:cubicBezTo>
                  <a:pt x="5760" y="1240"/>
                  <a:pt x="4520" y="0"/>
                  <a:pt x="2990"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5000" bIns="45000" anchor="ctr">
            <a:noAutofit/>
          </a:bodyPr>
          <a:lstStyle/>
          <a:p>
            <a:endParaRPr lang="en-US" sz="1400" b="0" u="none" strike="noStrike">
              <a:solidFill>
                <a:srgbClr val="FFFFFF"/>
              </a:solidFill>
              <a:effectLst/>
              <a:uFillTx/>
              <a:latin typeface="Arial"/>
            </a:endParaRPr>
          </a:p>
        </p:txBody>
      </p:sp>
      <p:sp>
        <p:nvSpPr>
          <p:cNvPr id="926" name="Google Shape;586;p 3"/>
          <p:cNvSpPr/>
          <p:nvPr/>
        </p:nvSpPr>
        <p:spPr>
          <a:xfrm>
            <a:off x="4521600" y="4985640"/>
            <a:ext cx="68760" cy="129960"/>
          </a:xfrm>
          <a:custGeom>
            <a:avLst/>
            <a:gdLst>
              <a:gd name="textAreaLeft" fmla="*/ 0 w 68760"/>
              <a:gd name="textAreaRight" fmla="*/ 69120 w 68760"/>
              <a:gd name="textAreaTop" fmla="*/ 0 h 129960"/>
              <a:gd name="textAreaBottom" fmla="*/ 130320 h 129960"/>
            </a:gdLst>
            <a:ahLst/>
            <a:cxnLst/>
            <a:rect l="textAreaLeft" t="textAreaTop" r="textAreaRight" b="textAreaBottom"/>
            <a:pathLst>
              <a:path w="4249" h="8034">
                <a:moveTo>
                  <a:pt x="2125" y="0"/>
                </a:moveTo>
                <a:cubicBezTo>
                  <a:pt x="980" y="0"/>
                  <a:pt x="52" y="367"/>
                  <a:pt x="6" y="826"/>
                </a:cubicBezTo>
                <a:lnTo>
                  <a:pt x="1" y="826"/>
                </a:lnTo>
                <a:lnTo>
                  <a:pt x="1" y="8033"/>
                </a:lnTo>
                <a:lnTo>
                  <a:pt x="4249" y="8033"/>
                </a:lnTo>
                <a:lnTo>
                  <a:pt x="4249" y="826"/>
                </a:lnTo>
                <a:lnTo>
                  <a:pt x="4244" y="826"/>
                </a:lnTo>
                <a:cubicBezTo>
                  <a:pt x="4198" y="367"/>
                  <a:pt x="3268" y="0"/>
                  <a:pt x="212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65160" bIns="65160" anchor="ctr">
            <a:noAutofit/>
          </a:bodyPr>
          <a:lstStyle/>
          <a:p>
            <a:endParaRPr lang="en-US" sz="1400" b="0" u="none" strike="noStrike">
              <a:solidFill>
                <a:srgbClr val="FFFFFF"/>
              </a:solidFill>
              <a:effectLst/>
              <a:uFillTx/>
              <a:latin typeface="Arial"/>
            </a:endParaRPr>
          </a:p>
        </p:txBody>
      </p:sp>
      <p:sp>
        <p:nvSpPr>
          <p:cNvPr id="927" name="Google Shape;587;p 3"/>
          <p:cNvSpPr/>
          <p:nvPr/>
        </p:nvSpPr>
        <p:spPr>
          <a:xfrm>
            <a:off x="4551840" y="4935960"/>
            <a:ext cx="8280" cy="205200"/>
          </a:xfrm>
          <a:custGeom>
            <a:avLst/>
            <a:gdLst>
              <a:gd name="textAreaLeft" fmla="*/ 0 w 8280"/>
              <a:gd name="textAreaRight" fmla="*/ 8640 w 8280"/>
              <a:gd name="textAreaTop" fmla="*/ 0 h 205200"/>
              <a:gd name="textAreaBottom" fmla="*/ 205560 h 205200"/>
            </a:gdLst>
            <a:ahLst/>
            <a:cxnLst/>
            <a:rect l="textAreaLeft" t="textAreaTop" r="textAreaRight" b="textAreaBottom"/>
            <a:pathLst>
              <a:path w="534" h="12666">
                <a:moveTo>
                  <a:pt x="0" y="0"/>
                </a:moveTo>
                <a:lnTo>
                  <a:pt x="0" y="12666"/>
                </a:lnTo>
                <a:lnTo>
                  <a:pt x="534" y="12666"/>
                </a:lnTo>
                <a:lnTo>
                  <a:pt x="534"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28" name="Google Shape;588;p 3"/>
          <p:cNvSpPr/>
          <p:nvPr/>
        </p:nvSpPr>
        <p:spPr>
          <a:xfrm>
            <a:off x="4521600" y="501408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9" h="399">
                <a:moveTo>
                  <a:pt x="1" y="1"/>
                </a:moveTo>
                <a:lnTo>
                  <a:pt x="1" y="399"/>
                </a:lnTo>
                <a:lnTo>
                  <a:pt x="4249" y="399"/>
                </a:lnTo>
                <a:lnTo>
                  <a:pt x="4249"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29" name="Google Shape;589;p 3"/>
          <p:cNvSpPr/>
          <p:nvPr/>
        </p:nvSpPr>
        <p:spPr>
          <a:xfrm>
            <a:off x="4521600" y="504756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9" h="399">
                <a:moveTo>
                  <a:pt x="1" y="1"/>
                </a:moveTo>
                <a:lnTo>
                  <a:pt x="1" y="399"/>
                </a:lnTo>
                <a:lnTo>
                  <a:pt x="4249" y="399"/>
                </a:lnTo>
                <a:lnTo>
                  <a:pt x="4249"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0" name="Google Shape;590;p 3"/>
          <p:cNvSpPr/>
          <p:nvPr/>
        </p:nvSpPr>
        <p:spPr>
          <a:xfrm>
            <a:off x="4521600" y="508104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9" h="400">
                <a:moveTo>
                  <a:pt x="1" y="0"/>
                </a:moveTo>
                <a:lnTo>
                  <a:pt x="1" y="400"/>
                </a:lnTo>
                <a:lnTo>
                  <a:pt x="4249" y="400"/>
                </a:lnTo>
                <a:lnTo>
                  <a:pt x="4249"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1" name="Google Shape;591;p 3"/>
          <p:cNvSpPr/>
          <p:nvPr/>
        </p:nvSpPr>
        <p:spPr>
          <a:xfrm>
            <a:off x="4521600" y="511452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9" h="399">
                <a:moveTo>
                  <a:pt x="1" y="0"/>
                </a:moveTo>
                <a:lnTo>
                  <a:pt x="1" y="398"/>
                </a:lnTo>
                <a:lnTo>
                  <a:pt x="4249" y="398"/>
                </a:lnTo>
                <a:lnTo>
                  <a:pt x="4249"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2" name="Google Shape;592;p 3"/>
          <p:cNvSpPr/>
          <p:nvPr/>
        </p:nvSpPr>
        <p:spPr>
          <a:xfrm>
            <a:off x="4767480" y="4985640"/>
            <a:ext cx="68760" cy="129960"/>
          </a:xfrm>
          <a:custGeom>
            <a:avLst/>
            <a:gdLst>
              <a:gd name="textAreaLeft" fmla="*/ 0 w 68760"/>
              <a:gd name="textAreaRight" fmla="*/ 69120 w 68760"/>
              <a:gd name="textAreaTop" fmla="*/ 0 h 129960"/>
              <a:gd name="textAreaBottom" fmla="*/ 130320 h 129960"/>
            </a:gdLst>
            <a:ahLst/>
            <a:cxnLst/>
            <a:rect l="textAreaLeft" t="textAreaTop" r="textAreaRight" b="textAreaBottom"/>
            <a:pathLst>
              <a:path w="4249" h="8034">
                <a:moveTo>
                  <a:pt x="2123" y="0"/>
                </a:moveTo>
                <a:cubicBezTo>
                  <a:pt x="979" y="0"/>
                  <a:pt x="49" y="367"/>
                  <a:pt x="4" y="826"/>
                </a:cubicBezTo>
                <a:lnTo>
                  <a:pt x="0" y="826"/>
                </a:lnTo>
                <a:lnTo>
                  <a:pt x="0" y="8033"/>
                </a:lnTo>
                <a:lnTo>
                  <a:pt x="4248" y="8033"/>
                </a:lnTo>
                <a:lnTo>
                  <a:pt x="4248" y="826"/>
                </a:lnTo>
                <a:lnTo>
                  <a:pt x="4243" y="826"/>
                </a:lnTo>
                <a:cubicBezTo>
                  <a:pt x="4196" y="367"/>
                  <a:pt x="3267" y="0"/>
                  <a:pt x="212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65160" bIns="65160" anchor="ctr">
            <a:noAutofit/>
          </a:bodyPr>
          <a:lstStyle/>
          <a:p>
            <a:endParaRPr lang="en-US" sz="1400" b="0" u="none" strike="noStrike">
              <a:solidFill>
                <a:srgbClr val="FFFFFF"/>
              </a:solidFill>
              <a:effectLst/>
              <a:uFillTx/>
              <a:latin typeface="Arial"/>
            </a:endParaRPr>
          </a:p>
        </p:txBody>
      </p:sp>
      <p:sp>
        <p:nvSpPr>
          <p:cNvPr id="933" name="Google Shape;593;p 3"/>
          <p:cNvSpPr/>
          <p:nvPr/>
        </p:nvSpPr>
        <p:spPr>
          <a:xfrm>
            <a:off x="4797720" y="4930200"/>
            <a:ext cx="8280" cy="205200"/>
          </a:xfrm>
          <a:custGeom>
            <a:avLst/>
            <a:gdLst>
              <a:gd name="textAreaLeft" fmla="*/ 0 w 8280"/>
              <a:gd name="textAreaRight" fmla="*/ 8640 w 8280"/>
              <a:gd name="textAreaTop" fmla="*/ 0 h 205200"/>
              <a:gd name="textAreaBottom" fmla="*/ 205560 h 205200"/>
            </a:gdLst>
            <a:ahLst/>
            <a:cxnLst/>
            <a:rect l="textAreaLeft" t="textAreaTop" r="textAreaRight" b="textAreaBottom"/>
            <a:pathLst>
              <a:path w="535" h="12667">
                <a:moveTo>
                  <a:pt x="1" y="1"/>
                </a:moveTo>
                <a:lnTo>
                  <a:pt x="1" y="12666"/>
                </a:lnTo>
                <a:lnTo>
                  <a:pt x="534" y="12666"/>
                </a:lnTo>
                <a:lnTo>
                  <a:pt x="534"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34" name="Google Shape;594;p 3"/>
          <p:cNvSpPr/>
          <p:nvPr/>
        </p:nvSpPr>
        <p:spPr>
          <a:xfrm>
            <a:off x="4767480" y="501408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7" h="399">
                <a:moveTo>
                  <a:pt x="0" y="1"/>
                </a:moveTo>
                <a:lnTo>
                  <a:pt x="0" y="399"/>
                </a:lnTo>
                <a:lnTo>
                  <a:pt x="4247" y="399"/>
                </a:lnTo>
                <a:lnTo>
                  <a:pt x="4247"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5" name="Google Shape;595;p 3"/>
          <p:cNvSpPr/>
          <p:nvPr/>
        </p:nvSpPr>
        <p:spPr>
          <a:xfrm>
            <a:off x="4767480" y="504756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7" h="399">
                <a:moveTo>
                  <a:pt x="0" y="1"/>
                </a:moveTo>
                <a:lnTo>
                  <a:pt x="0" y="399"/>
                </a:lnTo>
                <a:lnTo>
                  <a:pt x="4247" y="399"/>
                </a:lnTo>
                <a:lnTo>
                  <a:pt x="4247" y="1"/>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6" name="Google Shape;596;p 3"/>
          <p:cNvSpPr/>
          <p:nvPr/>
        </p:nvSpPr>
        <p:spPr>
          <a:xfrm>
            <a:off x="4767480" y="508104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7" h="400">
                <a:moveTo>
                  <a:pt x="0" y="0"/>
                </a:moveTo>
                <a:lnTo>
                  <a:pt x="0" y="400"/>
                </a:lnTo>
                <a:lnTo>
                  <a:pt x="4247" y="400"/>
                </a:lnTo>
                <a:lnTo>
                  <a:pt x="4247"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7" name="Google Shape;597;p 3"/>
          <p:cNvSpPr/>
          <p:nvPr/>
        </p:nvSpPr>
        <p:spPr>
          <a:xfrm>
            <a:off x="4767480" y="5114520"/>
            <a:ext cx="68760" cy="6120"/>
          </a:xfrm>
          <a:custGeom>
            <a:avLst/>
            <a:gdLst>
              <a:gd name="textAreaLeft" fmla="*/ 0 w 68760"/>
              <a:gd name="textAreaRight" fmla="*/ 69120 w 68760"/>
              <a:gd name="textAreaTop" fmla="*/ 0 h 6120"/>
              <a:gd name="textAreaBottom" fmla="*/ 6480 h 6120"/>
            </a:gdLst>
            <a:ahLst/>
            <a:cxnLst/>
            <a:rect l="textAreaLeft" t="textAreaTop" r="textAreaRight" b="textAreaBottom"/>
            <a:pathLst>
              <a:path w="4247" h="399">
                <a:moveTo>
                  <a:pt x="0" y="0"/>
                </a:moveTo>
                <a:lnTo>
                  <a:pt x="0" y="398"/>
                </a:lnTo>
                <a:lnTo>
                  <a:pt x="4247" y="398"/>
                </a:lnTo>
                <a:lnTo>
                  <a:pt x="4247" y="0"/>
                </a:ln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 bIns="3240" anchor="ctr">
            <a:noAutofit/>
          </a:bodyPr>
          <a:lstStyle/>
          <a:p>
            <a:endParaRPr lang="en-US" sz="1400" b="0" u="none" strike="noStrike">
              <a:solidFill>
                <a:srgbClr val="000000"/>
              </a:solidFill>
              <a:effectLst/>
              <a:uFillTx/>
              <a:latin typeface="Arial"/>
            </a:endParaRPr>
          </a:p>
        </p:txBody>
      </p:sp>
      <p:sp>
        <p:nvSpPr>
          <p:cNvPr id="938" name="Google Shape;598;p 3"/>
          <p:cNvSpPr/>
          <p:nvPr/>
        </p:nvSpPr>
        <p:spPr>
          <a:xfrm>
            <a:off x="5292720" y="5145840"/>
            <a:ext cx="919080" cy="38880"/>
          </a:xfrm>
          <a:custGeom>
            <a:avLst/>
            <a:gdLst>
              <a:gd name="textAreaLeft" fmla="*/ 0 w 919080"/>
              <a:gd name="textAreaRight" fmla="*/ 919440 w 919080"/>
              <a:gd name="textAreaTop" fmla="*/ 0 h 38880"/>
              <a:gd name="textAreaBottom" fmla="*/ 39240 h 38880"/>
            </a:gdLst>
            <a:ahLst/>
            <a:cxnLst/>
            <a:rect l="textAreaLeft" t="textAreaTop" r="textAreaRight" b="textAreaBottom"/>
            <a:pathLst>
              <a:path w="56636" h="2417">
                <a:moveTo>
                  <a:pt x="0" y="0"/>
                </a:moveTo>
                <a:lnTo>
                  <a:pt x="0" y="2417"/>
                </a:lnTo>
                <a:lnTo>
                  <a:pt x="56636" y="2417"/>
                </a:lnTo>
                <a:lnTo>
                  <a:pt x="56636" y="0"/>
                </a:lnTo>
                <a:close/>
              </a:path>
            </a:pathLst>
          </a:custGeom>
          <a:solidFill>
            <a:srgbClr val="E2A334"/>
          </a:solidFill>
          <a:ln w="0">
            <a:noFill/>
          </a:ln>
        </p:spPr>
        <p:style>
          <a:lnRef idx="0">
            <a:scrgbClr r="0" g="0" b="0"/>
          </a:lnRef>
          <a:fillRef idx="0">
            <a:scrgbClr r="0" g="0" b="0"/>
          </a:fillRef>
          <a:effectRef idx="0">
            <a:scrgbClr r="0" g="0" b="0"/>
          </a:effectRef>
          <a:fontRef idx="minor"/>
        </p:style>
        <p:txBody>
          <a:bodyPr tIns="19440" bIns="19440" anchor="ctr">
            <a:noAutofit/>
          </a:bodyPr>
          <a:lstStyle/>
          <a:p>
            <a:endParaRPr lang="en-US" sz="1400" b="0" u="none" strike="noStrike">
              <a:solidFill>
                <a:srgbClr val="000000"/>
              </a:solidFill>
              <a:effectLst/>
              <a:uFillTx/>
              <a:latin typeface="Arial"/>
            </a:endParaRPr>
          </a:p>
        </p:txBody>
      </p:sp>
      <p:sp>
        <p:nvSpPr>
          <p:cNvPr id="939" name="Google Shape;599;p 3"/>
          <p:cNvSpPr/>
          <p:nvPr/>
        </p:nvSpPr>
        <p:spPr>
          <a:xfrm>
            <a:off x="5110560" y="4549320"/>
            <a:ext cx="439200" cy="635400"/>
          </a:xfrm>
          <a:custGeom>
            <a:avLst/>
            <a:gdLst>
              <a:gd name="textAreaLeft" fmla="*/ 0 w 439200"/>
              <a:gd name="textAreaRight" fmla="*/ 439560 w 439200"/>
              <a:gd name="textAreaTop" fmla="*/ 0 h 635400"/>
              <a:gd name="textAreaBottom" fmla="*/ 635760 h 635400"/>
            </a:gdLst>
            <a:ahLst/>
            <a:cxnLst/>
            <a:rect l="textAreaLeft" t="textAreaTop" r="textAreaRight" b="textAreaBottom"/>
            <a:pathLst>
              <a:path w="27074" h="39159">
                <a:moveTo>
                  <a:pt x="13536" y="1"/>
                </a:moveTo>
                <a:lnTo>
                  <a:pt x="1" y="12086"/>
                </a:lnTo>
                <a:lnTo>
                  <a:pt x="1" y="39159"/>
                </a:lnTo>
                <a:lnTo>
                  <a:pt x="27073" y="39159"/>
                </a:lnTo>
                <a:lnTo>
                  <a:pt x="27073" y="12086"/>
                </a:lnTo>
                <a:lnTo>
                  <a:pt x="13536"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0" name="Google Shape;600;p 3"/>
          <p:cNvSpPr/>
          <p:nvPr/>
        </p:nvSpPr>
        <p:spPr>
          <a:xfrm>
            <a:off x="5110560" y="5151960"/>
            <a:ext cx="439200" cy="32760"/>
          </a:xfrm>
          <a:custGeom>
            <a:avLst/>
            <a:gdLst>
              <a:gd name="textAreaLeft" fmla="*/ 0 w 439200"/>
              <a:gd name="textAreaRight" fmla="*/ 439560 w 439200"/>
              <a:gd name="textAreaTop" fmla="*/ 0 h 32760"/>
              <a:gd name="textAreaBottom" fmla="*/ 33120 h 32760"/>
            </a:gdLst>
            <a:ahLst/>
            <a:cxnLst/>
            <a:rect l="textAreaLeft" t="textAreaTop" r="textAreaRight" b="textAreaBottom"/>
            <a:pathLst>
              <a:path w="27074" h="2037">
                <a:moveTo>
                  <a:pt x="1" y="1"/>
                </a:moveTo>
                <a:lnTo>
                  <a:pt x="1" y="2037"/>
                </a:lnTo>
                <a:lnTo>
                  <a:pt x="27073" y="2037"/>
                </a:lnTo>
                <a:lnTo>
                  <a:pt x="27073" y="1"/>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16560" bIns="16560" anchor="ctr">
            <a:noAutofit/>
          </a:bodyPr>
          <a:lstStyle/>
          <a:p>
            <a:endParaRPr lang="en-US" sz="1400" b="0" u="none" strike="noStrike">
              <a:solidFill>
                <a:srgbClr val="FFFFFF"/>
              </a:solidFill>
              <a:effectLst/>
              <a:uFillTx/>
              <a:latin typeface="Arial"/>
            </a:endParaRPr>
          </a:p>
        </p:txBody>
      </p:sp>
      <p:sp>
        <p:nvSpPr>
          <p:cNvPr id="941" name="Google Shape;601;p 3"/>
          <p:cNvSpPr/>
          <p:nvPr/>
        </p:nvSpPr>
        <p:spPr>
          <a:xfrm>
            <a:off x="5250240" y="4912200"/>
            <a:ext cx="159840" cy="272520"/>
          </a:xfrm>
          <a:custGeom>
            <a:avLst/>
            <a:gdLst>
              <a:gd name="textAreaLeft" fmla="*/ 0 w 159840"/>
              <a:gd name="textAreaRight" fmla="*/ 160200 w 159840"/>
              <a:gd name="textAreaTop" fmla="*/ 0 h 272520"/>
              <a:gd name="textAreaBottom" fmla="*/ 272880 h 272520"/>
            </a:gdLst>
            <a:ahLst/>
            <a:cxnLst/>
            <a:rect l="textAreaLeft" t="textAreaTop" r="textAreaRight" b="textAreaBottom"/>
            <a:pathLst>
              <a:path w="9873" h="16817">
                <a:moveTo>
                  <a:pt x="2239" y="0"/>
                </a:moveTo>
                <a:cubicBezTo>
                  <a:pt x="1002" y="0"/>
                  <a:pt x="0" y="1002"/>
                  <a:pt x="0" y="2239"/>
                </a:cubicBezTo>
                <a:lnTo>
                  <a:pt x="0" y="16817"/>
                </a:lnTo>
                <a:lnTo>
                  <a:pt x="9872" y="16817"/>
                </a:lnTo>
                <a:lnTo>
                  <a:pt x="9872" y="2239"/>
                </a:lnTo>
                <a:cubicBezTo>
                  <a:pt x="9872" y="1002"/>
                  <a:pt x="8870" y="0"/>
                  <a:pt x="763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42" name="Google Shape;602;p 3"/>
          <p:cNvSpPr/>
          <p:nvPr/>
        </p:nvSpPr>
        <p:spPr>
          <a:xfrm>
            <a:off x="5040000" y="4538160"/>
            <a:ext cx="576360" cy="273960"/>
          </a:xfrm>
          <a:custGeom>
            <a:avLst/>
            <a:gdLst>
              <a:gd name="textAreaLeft" fmla="*/ 0 w 576360"/>
              <a:gd name="textAreaRight" fmla="*/ 576720 w 576360"/>
              <a:gd name="textAreaTop" fmla="*/ 0 h 273960"/>
              <a:gd name="textAreaBottom" fmla="*/ 274320 h 273960"/>
            </a:gdLst>
            <a:ahLst/>
            <a:cxnLst/>
            <a:rect l="textAreaLeft" t="textAreaTop" r="textAreaRight" b="textAreaBottom"/>
            <a:pathLst>
              <a:path w="35516" h="16894">
                <a:moveTo>
                  <a:pt x="17897" y="0"/>
                </a:moveTo>
                <a:cubicBezTo>
                  <a:pt x="17270" y="0"/>
                  <a:pt x="16644" y="225"/>
                  <a:pt x="16148" y="676"/>
                </a:cubicBezTo>
                <a:lnTo>
                  <a:pt x="483" y="14844"/>
                </a:lnTo>
                <a:cubicBezTo>
                  <a:pt x="122" y="15169"/>
                  <a:pt x="1" y="15686"/>
                  <a:pt x="175" y="16138"/>
                </a:cubicBezTo>
                <a:cubicBezTo>
                  <a:pt x="349" y="16593"/>
                  <a:pt x="786" y="16894"/>
                  <a:pt x="1274" y="16894"/>
                </a:cubicBezTo>
                <a:cubicBezTo>
                  <a:pt x="1565" y="16894"/>
                  <a:pt x="1846" y="16785"/>
                  <a:pt x="2063" y="16587"/>
                </a:cubicBezTo>
                <a:lnTo>
                  <a:pt x="17728" y="2420"/>
                </a:lnTo>
                <a:cubicBezTo>
                  <a:pt x="17776" y="2375"/>
                  <a:pt x="17836" y="2353"/>
                  <a:pt x="17897" y="2353"/>
                </a:cubicBezTo>
                <a:cubicBezTo>
                  <a:pt x="17958" y="2353"/>
                  <a:pt x="18018" y="2375"/>
                  <a:pt x="18066" y="2418"/>
                </a:cubicBezTo>
                <a:lnTo>
                  <a:pt x="33442" y="16052"/>
                </a:lnTo>
                <a:cubicBezTo>
                  <a:pt x="33664" y="16241"/>
                  <a:pt x="33936" y="16334"/>
                  <a:pt x="34207" y="16334"/>
                </a:cubicBezTo>
                <a:cubicBezTo>
                  <a:pt x="34533" y="16334"/>
                  <a:pt x="34856" y="16200"/>
                  <a:pt x="35089" y="15937"/>
                </a:cubicBezTo>
                <a:cubicBezTo>
                  <a:pt x="35515" y="15457"/>
                  <a:pt x="35476" y="14724"/>
                  <a:pt x="35004" y="14291"/>
                </a:cubicBezTo>
                <a:lnTo>
                  <a:pt x="19628" y="658"/>
                </a:lnTo>
                <a:cubicBezTo>
                  <a:pt x="19134" y="219"/>
                  <a:pt x="18515" y="0"/>
                  <a:pt x="1789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3" name="Google Shape;603;p 3"/>
          <p:cNvSpPr/>
          <p:nvPr/>
        </p:nvSpPr>
        <p:spPr>
          <a:xfrm>
            <a:off x="2608560" y="5090400"/>
            <a:ext cx="4285080" cy="279360"/>
          </a:xfrm>
          <a:custGeom>
            <a:avLst/>
            <a:gdLst>
              <a:gd name="textAreaLeft" fmla="*/ 0 w 4285080"/>
              <a:gd name="textAreaRight" fmla="*/ 4285440 w 4285080"/>
              <a:gd name="textAreaTop" fmla="*/ 0 h 279360"/>
              <a:gd name="textAreaBottom" fmla="*/ 279720 h 279360"/>
            </a:gdLst>
            <a:ahLst/>
            <a:cxnLst/>
            <a:rect l="textAreaLeft" t="textAreaTop" r="textAreaRight" b="textAreaBottom"/>
            <a:pathLst>
              <a:path w="263973" h="17230">
                <a:moveTo>
                  <a:pt x="11995" y="0"/>
                </a:moveTo>
                <a:cubicBezTo>
                  <a:pt x="5371" y="0"/>
                  <a:pt x="1" y="7715"/>
                  <a:pt x="1" y="17229"/>
                </a:cubicBezTo>
                <a:lnTo>
                  <a:pt x="263972" y="17229"/>
                </a:lnTo>
                <a:cubicBezTo>
                  <a:pt x="263972" y="7715"/>
                  <a:pt x="258602" y="0"/>
                  <a:pt x="25197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4" name="Google Shape;604;p 3"/>
          <p:cNvSpPr/>
          <p:nvPr/>
        </p:nvSpPr>
        <p:spPr>
          <a:xfrm>
            <a:off x="2249640" y="4391640"/>
            <a:ext cx="498600" cy="645840"/>
          </a:xfrm>
          <a:custGeom>
            <a:avLst/>
            <a:gdLst>
              <a:gd name="textAreaLeft" fmla="*/ 0 w 498600"/>
              <a:gd name="textAreaRight" fmla="*/ 498960 w 498600"/>
              <a:gd name="textAreaTop" fmla="*/ 0 h 645840"/>
              <a:gd name="textAreaBottom" fmla="*/ 646200 h 645840"/>
            </a:gdLst>
            <a:ahLst/>
            <a:cxnLst/>
            <a:rect l="textAreaLeft" t="textAreaTop" r="textAreaRight" b="textAreaBottom"/>
            <a:pathLst>
              <a:path w="30743" h="39805">
                <a:moveTo>
                  <a:pt x="15545" y="0"/>
                </a:moveTo>
                <a:cubicBezTo>
                  <a:pt x="14946" y="0"/>
                  <a:pt x="14339" y="33"/>
                  <a:pt x="13727" y="99"/>
                </a:cubicBezTo>
                <a:cubicBezTo>
                  <a:pt x="6771" y="851"/>
                  <a:pt x="1243" y="6003"/>
                  <a:pt x="461" y="12465"/>
                </a:cubicBezTo>
                <a:cubicBezTo>
                  <a:pt x="1" y="16273"/>
                  <a:pt x="1172" y="19816"/>
                  <a:pt x="3407" y="22571"/>
                </a:cubicBezTo>
                <a:cubicBezTo>
                  <a:pt x="5174" y="24750"/>
                  <a:pt x="6010" y="27434"/>
                  <a:pt x="5838" y="30155"/>
                </a:cubicBezTo>
                <a:cubicBezTo>
                  <a:pt x="5825" y="30349"/>
                  <a:pt x="5820" y="30543"/>
                  <a:pt x="5822" y="30740"/>
                </a:cubicBezTo>
                <a:cubicBezTo>
                  <a:pt x="5847" y="35714"/>
                  <a:pt x="10162" y="39736"/>
                  <a:pt x="15495" y="39803"/>
                </a:cubicBezTo>
                <a:cubicBezTo>
                  <a:pt x="15538" y="39804"/>
                  <a:pt x="15581" y="39804"/>
                  <a:pt x="15624" y="39804"/>
                </a:cubicBezTo>
                <a:cubicBezTo>
                  <a:pt x="20909" y="39804"/>
                  <a:pt x="25308" y="35836"/>
                  <a:pt x="25430" y="30912"/>
                </a:cubicBezTo>
                <a:cubicBezTo>
                  <a:pt x="25443" y="30462"/>
                  <a:pt x="25418" y="30009"/>
                  <a:pt x="25358" y="29562"/>
                </a:cubicBezTo>
                <a:cubicBezTo>
                  <a:pt x="25036" y="27154"/>
                  <a:pt x="25828" y="24748"/>
                  <a:pt x="27450" y="22848"/>
                </a:cubicBezTo>
                <a:cubicBezTo>
                  <a:pt x="29516" y="20428"/>
                  <a:pt x="30742" y="17363"/>
                  <a:pt x="30725" y="14036"/>
                </a:cubicBezTo>
                <a:cubicBezTo>
                  <a:pt x="30685" y="6271"/>
                  <a:pt x="23895" y="0"/>
                  <a:pt x="15545"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5" name="Google Shape;605;p 3"/>
          <p:cNvSpPr/>
          <p:nvPr/>
        </p:nvSpPr>
        <p:spPr>
          <a:xfrm>
            <a:off x="2403720" y="4640040"/>
            <a:ext cx="199440" cy="609120"/>
          </a:xfrm>
          <a:custGeom>
            <a:avLst/>
            <a:gdLst>
              <a:gd name="textAreaLeft" fmla="*/ 0 w 199440"/>
              <a:gd name="textAreaRight" fmla="*/ 199800 w 199440"/>
              <a:gd name="textAreaTop" fmla="*/ 0 h 609120"/>
              <a:gd name="textAreaBottom" fmla="*/ 609480 h 609120"/>
            </a:gdLst>
            <a:ahLst/>
            <a:cxnLst/>
            <a:rect l="textAreaLeft" t="textAreaTop" r="textAreaRight" b="textAreaBottom"/>
            <a:pathLst>
              <a:path w="12300" h="37551">
                <a:moveTo>
                  <a:pt x="5994" y="0"/>
                </a:moveTo>
                <a:cubicBezTo>
                  <a:pt x="5993" y="0"/>
                  <a:pt x="5992" y="0"/>
                  <a:pt x="5991" y="0"/>
                </a:cubicBezTo>
                <a:cubicBezTo>
                  <a:pt x="5541" y="2"/>
                  <a:pt x="5179" y="368"/>
                  <a:pt x="5180" y="817"/>
                </a:cubicBezTo>
                <a:lnTo>
                  <a:pt x="5216" y="8213"/>
                </a:lnTo>
                <a:lnTo>
                  <a:pt x="1579" y="3260"/>
                </a:lnTo>
                <a:cubicBezTo>
                  <a:pt x="1419" y="3044"/>
                  <a:pt x="1173" y="2929"/>
                  <a:pt x="923" y="2929"/>
                </a:cubicBezTo>
                <a:cubicBezTo>
                  <a:pt x="755" y="2929"/>
                  <a:pt x="586" y="2981"/>
                  <a:pt x="441" y="3088"/>
                </a:cubicBezTo>
                <a:cubicBezTo>
                  <a:pt x="80" y="3354"/>
                  <a:pt x="0" y="3863"/>
                  <a:pt x="268" y="4224"/>
                </a:cubicBezTo>
                <a:lnTo>
                  <a:pt x="4946" y="10594"/>
                </a:lnTo>
                <a:cubicBezTo>
                  <a:pt x="5020" y="10695"/>
                  <a:pt x="5117" y="10776"/>
                  <a:pt x="5228" y="10834"/>
                </a:cubicBezTo>
                <a:lnTo>
                  <a:pt x="5349" y="36742"/>
                </a:lnTo>
                <a:cubicBezTo>
                  <a:pt x="5351" y="37189"/>
                  <a:pt x="5714" y="37550"/>
                  <a:pt x="6160" y="37550"/>
                </a:cubicBezTo>
                <a:cubicBezTo>
                  <a:pt x="6162" y="37550"/>
                  <a:pt x="6165" y="37550"/>
                  <a:pt x="6167" y="37550"/>
                </a:cubicBezTo>
                <a:cubicBezTo>
                  <a:pt x="6616" y="37549"/>
                  <a:pt x="6977" y="37182"/>
                  <a:pt x="6975" y="36733"/>
                </a:cubicBezTo>
                <a:lnTo>
                  <a:pt x="6884" y="17086"/>
                </a:lnTo>
                <a:lnTo>
                  <a:pt x="12039" y="10897"/>
                </a:lnTo>
                <a:cubicBezTo>
                  <a:pt x="12299" y="10550"/>
                  <a:pt x="12243" y="10060"/>
                  <a:pt x="11908" y="9782"/>
                </a:cubicBezTo>
                <a:cubicBezTo>
                  <a:pt x="11757" y="9656"/>
                  <a:pt x="11572" y="9593"/>
                  <a:pt x="11388" y="9593"/>
                </a:cubicBezTo>
                <a:cubicBezTo>
                  <a:pt x="11168" y="9593"/>
                  <a:pt x="10949" y="9682"/>
                  <a:pt x="10788" y="9856"/>
                </a:cubicBezTo>
                <a:lnTo>
                  <a:pt x="6871" y="14559"/>
                </a:lnTo>
                <a:lnTo>
                  <a:pt x="6808" y="808"/>
                </a:lnTo>
                <a:cubicBezTo>
                  <a:pt x="6804" y="360"/>
                  <a:pt x="6441" y="0"/>
                  <a:pt x="5994"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46" name="Google Shape;606;p 3"/>
          <p:cNvSpPr/>
          <p:nvPr/>
        </p:nvSpPr>
        <p:spPr>
          <a:xfrm>
            <a:off x="2549160" y="4053960"/>
            <a:ext cx="602640" cy="780840"/>
          </a:xfrm>
          <a:custGeom>
            <a:avLst/>
            <a:gdLst>
              <a:gd name="textAreaLeft" fmla="*/ 0 w 602640"/>
              <a:gd name="textAreaRight" fmla="*/ 603000 w 602640"/>
              <a:gd name="textAreaTop" fmla="*/ 0 h 780840"/>
              <a:gd name="textAreaBottom" fmla="*/ 781200 h 780840"/>
            </a:gdLst>
            <a:ahLst/>
            <a:cxnLst/>
            <a:rect l="textAreaLeft" t="textAreaTop" r="textAreaRight" b="textAreaBottom"/>
            <a:pathLst>
              <a:path w="37148" h="48108">
                <a:moveTo>
                  <a:pt x="18346" y="1"/>
                </a:moveTo>
                <a:cubicBezTo>
                  <a:pt x="8214" y="1"/>
                  <a:pt x="1" y="7630"/>
                  <a:pt x="1" y="17042"/>
                </a:cubicBezTo>
                <a:cubicBezTo>
                  <a:pt x="1" y="21063"/>
                  <a:pt x="1501" y="24760"/>
                  <a:pt x="4011" y="27675"/>
                </a:cubicBezTo>
                <a:cubicBezTo>
                  <a:pt x="5984" y="29965"/>
                  <a:pt x="6958" y="32869"/>
                  <a:pt x="6581" y="35780"/>
                </a:cubicBezTo>
                <a:cubicBezTo>
                  <a:pt x="6512" y="36321"/>
                  <a:pt x="6486" y="36869"/>
                  <a:pt x="6502" y="37415"/>
                </a:cubicBezTo>
                <a:cubicBezTo>
                  <a:pt x="6681" y="43345"/>
                  <a:pt x="11991" y="48107"/>
                  <a:pt x="18356" y="48107"/>
                </a:cubicBezTo>
                <a:cubicBezTo>
                  <a:pt x="18425" y="48107"/>
                  <a:pt x="18495" y="48107"/>
                  <a:pt x="18565" y="48106"/>
                </a:cubicBezTo>
                <a:cubicBezTo>
                  <a:pt x="25011" y="47998"/>
                  <a:pt x="30201" y="43112"/>
                  <a:pt x="30201" y="37099"/>
                </a:cubicBezTo>
                <a:cubicBezTo>
                  <a:pt x="30201" y="36862"/>
                  <a:pt x="30193" y="36627"/>
                  <a:pt x="30177" y="36393"/>
                </a:cubicBezTo>
                <a:cubicBezTo>
                  <a:pt x="29951" y="33105"/>
                  <a:pt x="30948" y="29859"/>
                  <a:pt x="33069" y="27217"/>
                </a:cubicBezTo>
                <a:cubicBezTo>
                  <a:pt x="35753" y="23872"/>
                  <a:pt x="37148" y="19585"/>
                  <a:pt x="36567" y="14985"/>
                </a:cubicBezTo>
                <a:cubicBezTo>
                  <a:pt x="35584" y="7181"/>
                  <a:pt x="28870" y="983"/>
                  <a:pt x="20460" y="111"/>
                </a:cubicBezTo>
                <a:cubicBezTo>
                  <a:pt x="19747" y="37"/>
                  <a:pt x="19042" y="1"/>
                  <a:pt x="1834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7" name="Google Shape;607;p 3"/>
          <p:cNvSpPr/>
          <p:nvPr/>
        </p:nvSpPr>
        <p:spPr>
          <a:xfrm>
            <a:off x="2730600" y="4352760"/>
            <a:ext cx="235440" cy="896400"/>
          </a:xfrm>
          <a:custGeom>
            <a:avLst/>
            <a:gdLst>
              <a:gd name="textAreaLeft" fmla="*/ 0 w 235440"/>
              <a:gd name="textAreaRight" fmla="*/ 235800 w 235440"/>
              <a:gd name="textAreaTop" fmla="*/ 0 h 896400"/>
              <a:gd name="textAreaBottom" fmla="*/ 896760 h 896400"/>
            </a:gdLst>
            <a:ahLst/>
            <a:cxnLst/>
            <a:rect l="textAreaLeft" t="textAreaTop" r="textAreaRight" b="textAreaBottom"/>
            <a:pathLst>
              <a:path w="14516" h="55247">
                <a:moveTo>
                  <a:pt x="7243" y="0"/>
                </a:moveTo>
                <a:cubicBezTo>
                  <a:pt x="6873" y="0"/>
                  <a:pt x="6572" y="302"/>
                  <a:pt x="6572" y="672"/>
                </a:cubicBezTo>
                <a:lnTo>
                  <a:pt x="6572" y="10540"/>
                </a:lnTo>
                <a:lnTo>
                  <a:pt x="1663" y="3789"/>
                </a:lnTo>
                <a:cubicBezTo>
                  <a:pt x="1532" y="3609"/>
                  <a:pt x="1327" y="3513"/>
                  <a:pt x="1119" y="3513"/>
                </a:cubicBezTo>
                <a:cubicBezTo>
                  <a:pt x="982" y="3513"/>
                  <a:pt x="844" y="3554"/>
                  <a:pt x="725" y="3641"/>
                </a:cubicBezTo>
                <a:cubicBezTo>
                  <a:pt x="425" y="3859"/>
                  <a:pt x="358" y="4279"/>
                  <a:pt x="577" y="4578"/>
                </a:cubicBezTo>
                <a:lnTo>
                  <a:pt x="6195" y="12305"/>
                </a:lnTo>
                <a:cubicBezTo>
                  <a:pt x="6289" y="12430"/>
                  <a:pt x="6421" y="12518"/>
                  <a:pt x="6572" y="12555"/>
                </a:cubicBezTo>
                <a:lnTo>
                  <a:pt x="6572" y="18145"/>
                </a:lnTo>
                <a:lnTo>
                  <a:pt x="1262" y="11829"/>
                </a:lnTo>
                <a:cubicBezTo>
                  <a:pt x="1129" y="11674"/>
                  <a:pt x="941" y="11595"/>
                  <a:pt x="752" y="11595"/>
                </a:cubicBezTo>
                <a:cubicBezTo>
                  <a:pt x="599" y="11595"/>
                  <a:pt x="445" y="11646"/>
                  <a:pt x="320" y="11752"/>
                </a:cubicBezTo>
                <a:cubicBezTo>
                  <a:pt x="40" y="11990"/>
                  <a:pt x="1" y="12409"/>
                  <a:pt x="233" y="12692"/>
                </a:cubicBezTo>
                <a:lnTo>
                  <a:pt x="6572" y="20231"/>
                </a:lnTo>
                <a:lnTo>
                  <a:pt x="6572" y="54575"/>
                </a:lnTo>
                <a:cubicBezTo>
                  <a:pt x="6572" y="54947"/>
                  <a:pt x="6873" y="55246"/>
                  <a:pt x="7245" y="55246"/>
                </a:cubicBezTo>
                <a:lnTo>
                  <a:pt x="7266" y="55246"/>
                </a:lnTo>
                <a:cubicBezTo>
                  <a:pt x="7636" y="55246"/>
                  <a:pt x="7937" y="54947"/>
                  <a:pt x="7937" y="54575"/>
                </a:cubicBezTo>
                <a:lnTo>
                  <a:pt x="7937" y="20231"/>
                </a:lnTo>
                <a:lnTo>
                  <a:pt x="14276" y="12692"/>
                </a:lnTo>
                <a:cubicBezTo>
                  <a:pt x="14515" y="12409"/>
                  <a:pt x="14478" y="11986"/>
                  <a:pt x="14195" y="11746"/>
                </a:cubicBezTo>
                <a:cubicBezTo>
                  <a:pt x="14069" y="11640"/>
                  <a:pt x="13916" y="11588"/>
                  <a:pt x="13763" y="11588"/>
                </a:cubicBezTo>
                <a:cubicBezTo>
                  <a:pt x="13571" y="11588"/>
                  <a:pt x="13381" y="11670"/>
                  <a:pt x="13247" y="11829"/>
                </a:cubicBezTo>
                <a:lnTo>
                  <a:pt x="7937" y="18145"/>
                </a:lnTo>
                <a:lnTo>
                  <a:pt x="7937" y="12555"/>
                </a:lnTo>
                <a:cubicBezTo>
                  <a:pt x="8087" y="12518"/>
                  <a:pt x="8221" y="12430"/>
                  <a:pt x="8312" y="12305"/>
                </a:cubicBezTo>
                <a:lnTo>
                  <a:pt x="13932" y="4578"/>
                </a:lnTo>
                <a:cubicBezTo>
                  <a:pt x="14146" y="4279"/>
                  <a:pt x="14077" y="3863"/>
                  <a:pt x="13779" y="3646"/>
                </a:cubicBezTo>
                <a:cubicBezTo>
                  <a:pt x="13660" y="3560"/>
                  <a:pt x="13522" y="3518"/>
                  <a:pt x="13385" y="3518"/>
                </a:cubicBezTo>
                <a:cubicBezTo>
                  <a:pt x="13180" y="3518"/>
                  <a:pt x="12978" y="3612"/>
                  <a:pt x="12846" y="3789"/>
                </a:cubicBezTo>
                <a:lnTo>
                  <a:pt x="7937" y="10540"/>
                </a:lnTo>
                <a:lnTo>
                  <a:pt x="7937" y="672"/>
                </a:lnTo>
                <a:cubicBezTo>
                  <a:pt x="7937" y="302"/>
                  <a:pt x="7636" y="0"/>
                  <a:pt x="7266"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48" name="Google Shape;608;p 3"/>
          <p:cNvSpPr/>
          <p:nvPr/>
        </p:nvSpPr>
        <p:spPr>
          <a:xfrm>
            <a:off x="2723400" y="5263920"/>
            <a:ext cx="3957840" cy="212040"/>
          </a:xfrm>
          <a:custGeom>
            <a:avLst/>
            <a:gdLst>
              <a:gd name="textAreaLeft" fmla="*/ 0 w 3957840"/>
              <a:gd name="textAreaRight" fmla="*/ 3958200 w 3957840"/>
              <a:gd name="textAreaTop" fmla="*/ 0 h 212040"/>
              <a:gd name="textAreaBottom" fmla="*/ 212400 h 212040"/>
            </a:gdLst>
            <a:ahLst/>
            <a:cxnLst/>
            <a:rect l="textAreaLeft" t="textAreaTop" r="textAreaRight" b="textAreaBottom"/>
            <a:pathLst>
              <a:path w="243797" h="13087">
                <a:moveTo>
                  <a:pt x="8414" y="0"/>
                </a:moveTo>
                <a:cubicBezTo>
                  <a:pt x="3768" y="0"/>
                  <a:pt x="1" y="5860"/>
                  <a:pt x="1" y="13086"/>
                </a:cubicBezTo>
                <a:lnTo>
                  <a:pt x="243797" y="13086"/>
                </a:lnTo>
                <a:cubicBezTo>
                  <a:pt x="243797" y="5860"/>
                  <a:pt x="240029" y="0"/>
                  <a:pt x="23538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9" name="Google Shape;609;p 3"/>
          <p:cNvSpPr/>
          <p:nvPr/>
        </p:nvSpPr>
        <p:spPr>
          <a:xfrm>
            <a:off x="3252600" y="4583880"/>
            <a:ext cx="393120" cy="509400"/>
          </a:xfrm>
          <a:custGeom>
            <a:avLst/>
            <a:gdLst>
              <a:gd name="textAreaLeft" fmla="*/ 0 w 393120"/>
              <a:gd name="textAreaRight" fmla="*/ 393480 w 393120"/>
              <a:gd name="textAreaTop" fmla="*/ 0 h 509400"/>
              <a:gd name="textAreaBottom" fmla="*/ 509760 h 509400"/>
            </a:gdLst>
            <a:ahLst/>
            <a:cxnLst/>
            <a:rect l="textAreaLeft" t="textAreaTop" r="textAreaRight" b="textAreaBottom"/>
            <a:pathLst>
              <a:path w="24245" h="31393">
                <a:moveTo>
                  <a:pt x="12260" y="0"/>
                </a:moveTo>
                <a:cubicBezTo>
                  <a:pt x="11787" y="0"/>
                  <a:pt x="11307" y="26"/>
                  <a:pt x="10823" y="78"/>
                </a:cubicBezTo>
                <a:cubicBezTo>
                  <a:pt x="5339" y="672"/>
                  <a:pt x="979" y="4735"/>
                  <a:pt x="363" y="9831"/>
                </a:cubicBezTo>
                <a:cubicBezTo>
                  <a:pt x="0" y="12834"/>
                  <a:pt x="923" y="15629"/>
                  <a:pt x="2686" y="17802"/>
                </a:cubicBezTo>
                <a:cubicBezTo>
                  <a:pt x="4079" y="19519"/>
                  <a:pt x="4738" y="21636"/>
                  <a:pt x="4602" y="23783"/>
                </a:cubicBezTo>
                <a:cubicBezTo>
                  <a:pt x="4593" y="23935"/>
                  <a:pt x="4588" y="24088"/>
                  <a:pt x="4590" y="24243"/>
                </a:cubicBezTo>
                <a:cubicBezTo>
                  <a:pt x="4609" y="28167"/>
                  <a:pt x="8012" y="31341"/>
                  <a:pt x="12218" y="31392"/>
                </a:cubicBezTo>
                <a:cubicBezTo>
                  <a:pt x="12252" y="31392"/>
                  <a:pt x="12285" y="31393"/>
                  <a:pt x="12319" y="31393"/>
                </a:cubicBezTo>
                <a:cubicBezTo>
                  <a:pt x="16489" y="31393"/>
                  <a:pt x="19958" y="28263"/>
                  <a:pt x="20056" y="24380"/>
                </a:cubicBezTo>
                <a:cubicBezTo>
                  <a:pt x="20065" y="24025"/>
                  <a:pt x="20045" y="23669"/>
                  <a:pt x="19998" y="23315"/>
                </a:cubicBezTo>
                <a:cubicBezTo>
                  <a:pt x="19742" y="21416"/>
                  <a:pt x="20369" y="19519"/>
                  <a:pt x="21648" y="18019"/>
                </a:cubicBezTo>
                <a:cubicBezTo>
                  <a:pt x="23275" y="16109"/>
                  <a:pt x="24244" y="13693"/>
                  <a:pt x="24230" y="11069"/>
                </a:cubicBezTo>
                <a:cubicBezTo>
                  <a:pt x="24199" y="4944"/>
                  <a:pt x="18846" y="0"/>
                  <a:pt x="12260"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0" name="Google Shape;610;p 3"/>
          <p:cNvSpPr/>
          <p:nvPr/>
        </p:nvSpPr>
        <p:spPr>
          <a:xfrm>
            <a:off x="3373920" y="4780080"/>
            <a:ext cx="157680" cy="480600"/>
          </a:xfrm>
          <a:custGeom>
            <a:avLst/>
            <a:gdLst>
              <a:gd name="textAreaLeft" fmla="*/ 0 w 157680"/>
              <a:gd name="textAreaRight" fmla="*/ 158040 w 157680"/>
              <a:gd name="textAreaTop" fmla="*/ 0 h 480600"/>
              <a:gd name="textAreaBottom" fmla="*/ 480960 h 480600"/>
            </a:gdLst>
            <a:ahLst/>
            <a:cxnLst/>
            <a:rect l="textAreaLeft" t="textAreaTop" r="textAreaRight" b="textAreaBottom"/>
            <a:pathLst>
              <a:path w="9725" h="29617">
                <a:moveTo>
                  <a:pt x="4728" y="1"/>
                </a:moveTo>
                <a:cubicBezTo>
                  <a:pt x="4727" y="1"/>
                  <a:pt x="4726" y="1"/>
                  <a:pt x="4724" y="1"/>
                </a:cubicBezTo>
                <a:cubicBezTo>
                  <a:pt x="4374" y="2"/>
                  <a:pt x="4090" y="284"/>
                  <a:pt x="4087" y="635"/>
                </a:cubicBezTo>
                <a:lnTo>
                  <a:pt x="4115" y="6466"/>
                </a:lnTo>
                <a:lnTo>
                  <a:pt x="1246" y="2562"/>
                </a:lnTo>
                <a:cubicBezTo>
                  <a:pt x="1120" y="2391"/>
                  <a:pt x="926" y="2300"/>
                  <a:pt x="728" y="2300"/>
                </a:cubicBezTo>
                <a:cubicBezTo>
                  <a:pt x="597" y="2300"/>
                  <a:pt x="464" y="2340"/>
                  <a:pt x="349" y="2424"/>
                </a:cubicBezTo>
                <a:cubicBezTo>
                  <a:pt x="64" y="2634"/>
                  <a:pt x="1" y="3035"/>
                  <a:pt x="212" y="3321"/>
                </a:cubicBezTo>
                <a:lnTo>
                  <a:pt x="3902" y="8344"/>
                </a:lnTo>
                <a:cubicBezTo>
                  <a:pt x="3960" y="8423"/>
                  <a:pt x="4036" y="8488"/>
                  <a:pt x="4124" y="8532"/>
                </a:cubicBezTo>
                <a:lnTo>
                  <a:pt x="4219" y="28967"/>
                </a:lnTo>
                <a:cubicBezTo>
                  <a:pt x="4214" y="29323"/>
                  <a:pt x="4503" y="29617"/>
                  <a:pt x="4860" y="29617"/>
                </a:cubicBezTo>
                <a:cubicBezTo>
                  <a:pt x="4861" y="29617"/>
                  <a:pt x="4863" y="29617"/>
                  <a:pt x="4864" y="29617"/>
                </a:cubicBezTo>
                <a:cubicBezTo>
                  <a:pt x="5223" y="29615"/>
                  <a:pt x="5510" y="29319"/>
                  <a:pt x="5501" y="28960"/>
                </a:cubicBezTo>
                <a:lnTo>
                  <a:pt x="5429" y="13466"/>
                </a:lnTo>
                <a:lnTo>
                  <a:pt x="9498" y="8583"/>
                </a:lnTo>
                <a:cubicBezTo>
                  <a:pt x="9725" y="8310"/>
                  <a:pt x="9688" y="7907"/>
                  <a:pt x="9415" y="7680"/>
                </a:cubicBezTo>
                <a:cubicBezTo>
                  <a:pt x="9295" y="7580"/>
                  <a:pt x="9149" y="7531"/>
                  <a:pt x="9004" y="7531"/>
                </a:cubicBezTo>
                <a:cubicBezTo>
                  <a:pt x="8821" y="7531"/>
                  <a:pt x="8638" y="7610"/>
                  <a:pt x="8511" y="7763"/>
                </a:cubicBezTo>
                <a:lnTo>
                  <a:pt x="5420" y="11472"/>
                </a:lnTo>
                <a:lnTo>
                  <a:pt x="5369" y="628"/>
                </a:lnTo>
                <a:cubicBezTo>
                  <a:pt x="5360" y="278"/>
                  <a:pt x="5077" y="1"/>
                  <a:pt x="4728"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51" name="Google Shape;611;p 3"/>
          <p:cNvSpPr/>
          <p:nvPr/>
        </p:nvSpPr>
        <p:spPr>
          <a:xfrm>
            <a:off x="4917960" y="4608360"/>
            <a:ext cx="375840" cy="486720"/>
          </a:xfrm>
          <a:custGeom>
            <a:avLst/>
            <a:gdLst>
              <a:gd name="textAreaLeft" fmla="*/ 0 w 375840"/>
              <a:gd name="textAreaRight" fmla="*/ 376200 w 375840"/>
              <a:gd name="textAreaTop" fmla="*/ 0 h 486720"/>
              <a:gd name="textAreaBottom" fmla="*/ 487080 h 486720"/>
            </a:gdLst>
            <a:ahLst/>
            <a:cxnLst/>
            <a:rect l="textAreaLeft" t="textAreaTop" r="textAreaRight" b="textAreaBottom"/>
            <a:pathLst>
              <a:path w="23165" h="29995">
                <a:moveTo>
                  <a:pt x="11452" y="1"/>
                </a:moveTo>
                <a:cubicBezTo>
                  <a:pt x="5159" y="1"/>
                  <a:pt x="44" y="4724"/>
                  <a:pt x="15" y="10576"/>
                </a:cubicBezTo>
                <a:cubicBezTo>
                  <a:pt x="1" y="13084"/>
                  <a:pt x="925" y="15393"/>
                  <a:pt x="2480" y="17216"/>
                </a:cubicBezTo>
                <a:cubicBezTo>
                  <a:pt x="3703" y="18650"/>
                  <a:pt x="4302" y="20462"/>
                  <a:pt x="4059" y="22276"/>
                </a:cubicBezTo>
                <a:cubicBezTo>
                  <a:pt x="4013" y="22614"/>
                  <a:pt x="3993" y="22954"/>
                  <a:pt x="4002" y="23296"/>
                </a:cubicBezTo>
                <a:cubicBezTo>
                  <a:pt x="4097" y="27003"/>
                  <a:pt x="7411" y="29995"/>
                  <a:pt x="11392" y="29995"/>
                </a:cubicBezTo>
                <a:cubicBezTo>
                  <a:pt x="11424" y="29995"/>
                  <a:pt x="11457" y="29994"/>
                  <a:pt x="11489" y="29994"/>
                </a:cubicBezTo>
                <a:cubicBezTo>
                  <a:pt x="15509" y="29945"/>
                  <a:pt x="18760" y="26912"/>
                  <a:pt x="18779" y="23164"/>
                </a:cubicBezTo>
                <a:cubicBezTo>
                  <a:pt x="18779" y="23016"/>
                  <a:pt x="18776" y="22870"/>
                  <a:pt x="18767" y="22723"/>
                </a:cubicBezTo>
                <a:cubicBezTo>
                  <a:pt x="18637" y="20672"/>
                  <a:pt x="19267" y="18650"/>
                  <a:pt x="20599" y="17008"/>
                </a:cubicBezTo>
                <a:cubicBezTo>
                  <a:pt x="22283" y="14932"/>
                  <a:pt x="23165" y="12262"/>
                  <a:pt x="22820" y="9392"/>
                </a:cubicBezTo>
                <a:cubicBezTo>
                  <a:pt x="22230" y="4524"/>
                  <a:pt x="18064" y="641"/>
                  <a:pt x="12824" y="75"/>
                </a:cubicBezTo>
                <a:cubicBezTo>
                  <a:pt x="12362" y="25"/>
                  <a:pt x="11904" y="1"/>
                  <a:pt x="1145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2" name="Google Shape;612;p 3"/>
          <p:cNvSpPr/>
          <p:nvPr/>
        </p:nvSpPr>
        <p:spPr>
          <a:xfrm>
            <a:off x="5027040" y="4795560"/>
            <a:ext cx="150480" cy="459360"/>
          </a:xfrm>
          <a:custGeom>
            <a:avLst/>
            <a:gdLst>
              <a:gd name="textAreaLeft" fmla="*/ 0 w 150480"/>
              <a:gd name="textAreaRight" fmla="*/ 150840 w 150480"/>
              <a:gd name="textAreaTop" fmla="*/ 0 h 459360"/>
              <a:gd name="textAreaBottom" fmla="*/ 459720 h 459360"/>
            </a:gdLst>
            <a:ahLst/>
            <a:cxnLst/>
            <a:rect l="textAreaLeft" t="textAreaTop" r="textAreaRight" b="textAreaBottom"/>
            <a:pathLst>
              <a:path w="9294" h="28318">
                <a:moveTo>
                  <a:pt x="4778" y="0"/>
                </a:moveTo>
                <a:cubicBezTo>
                  <a:pt x="4436" y="0"/>
                  <a:pt x="4159" y="279"/>
                  <a:pt x="4165" y="622"/>
                </a:cubicBezTo>
                <a:lnTo>
                  <a:pt x="4115" y="10982"/>
                </a:lnTo>
                <a:lnTo>
                  <a:pt x="1163" y="7438"/>
                </a:lnTo>
                <a:cubicBezTo>
                  <a:pt x="1042" y="7288"/>
                  <a:pt x="866" y="7211"/>
                  <a:pt x="688" y="7211"/>
                </a:cubicBezTo>
                <a:cubicBezTo>
                  <a:pt x="549" y="7211"/>
                  <a:pt x="410" y="7258"/>
                  <a:pt x="295" y="7353"/>
                </a:cubicBezTo>
                <a:cubicBezTo>
                  <a:pt x="33" y="7572"/>
                  <a:pt x="1" y="7963"/>
                  <a:pt x="221" y="8222"/>
                </a:cubicBezTo>
                <a:lnTo>
                  <a:pt x="4106" y="12886"/>
                </a:lnTo>
                <a:lnTo>
                  <a:pt x="4038" y="27691"/>
                </a:lnTo>
                <a:cubicBezTo>
                  <a:pt x="4029" y="28034"/>
                  <a:pt x="4304" y="28316"/>
                  <a:pt x="4647" y="28318"/>
                </a:cubicBezTo>
                <a:cubicBezTo>
                  <a:pt x="4648" y="28318"/>
                  <a:pt x="4649" y="28318"/>
                  <a:pt x="4650" y="28318"/>
                </a:cubicBezTo>
                <a:cubicBezTo>
                  <a:pt x="4992" y="28318"/>
                  <a:pt x="5267" y="28038"/>
                  <a:pt x="5264" y="27698"/>
                </a:cubicBezTo>
                <a:lnTo>
                  <a:pt x="5355" y="8174"/>
                </a:lnTo>
                <a:cubicBezTo>
                  <a:pt x="5438" y="8132"/>
                  <a:pt x="5510" y="8070"/>
                  <a:pt x="5566" y="7994"/>
                </a:cubicBezTo>
                <a:lnTo>
                  <a:pt x="9093" y="3195"/>
                </a:lnTo>
                <a:cubicBezTo>
                  <a:pt x="9293" y="2922"/>
                  <a:pt x="9235" y="2538"/>
                  <a:pt x="8962" y="2337"/>
                </a:cubicBezTo>
                <a:cubicBezTo>
                  <a:pt x="8853" y="2257"/>
                  <a:pt x="8726" y="2218"/>
                  <a:pt x="8601" y="2218"/>
                </a:cubicBezTo>
                <a:cubicBezTo>
                  <a:pt x="8412" y="2218"/>
                  <a:pt x="8226" y="2305"/>
                  <a:pt x="8106" y="2469"/>
                </a:cubicBezTo>
                <a:lnTo>
                  <a:pt x="5364" y="6202"/>
                </a:lnTo>
                <a:lnTo>
                  <a:pt x="5364" y="6202"/>
                </a:lnTo>
                <a:lnTo>
                  <a:pt x="5390" y="627"/>
                </a:lnTo>
                <a:cubicBezTo>
                  <a:pt x="5397" y="284"/>
                  <a:pt x="5123" y="2"/>
                  <a:pt x="4781" y="0"/>
                </a:cubicBezTo>
                <a:cubicBezTo>
                  <a:pt x="4780" y="0"/>
                  <a:pt x="4779" y="0"/>
                  <a:pt x="477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53" name="Google Shape;613;p 3"/>
          <p:cNvSpPr/>
          <p:nvPr/>
        </p:nvSpPr>
        <p:spPr>
          <a:xfrm>
            <a:off x="4684680" y="4806000"/>
            <a:ext cx="261000" cy="337680"/>
          </a:xfrm>
          <a:custGeom>
            <a:avLst/>
            <a:gdLst>
              <a:gd name="textAreaLeft" fmla="*/ 0 w 261000"/>
              <a:gd name="textAreaRight" fmla="*/ 261360 w 261000"/>
              <a:gd name="textAreaTop" fmla="*/ 0 h 337680"/>
              <a:gd name="textAreaBottom" fmla="*/ 338040 h 337680"/>
            </a:gdLst>
            <a:ahLst/>
            <a:cxnLst/>
            <a:rect l="textAreaLeft" t="textAreaTop" r="textAreaRight" b="textAreaBottom"/>
            <a:pathLst>
              <a:path w="16091" h="20832">
                <a:moveTo>
                  <a:pt x="8136" y="0"/>
                </a:moveTo>
                <a:cubicBezTo>
                  <a:pt x="7823" y="0"/>
                  <a:pt x="7506" y="17"/>
                  <a:pt x="7185" y="52"/>
                </a:cubicBezTo>
                <a:cubicBezTo>
                  <a:pt x="3546" y="447"/>
                  <a:pt x="652" y="3143"/>
                  <a:pt x="244" y="6525"/>
                </a:cubicBezTo>
                <a:cubicBezTo>
                  <a:pt x="1" y="8517"/>
                  <a:pt x="615" y="10371"/>
                  <a:pt x="1785" y="11814"/>
                </a:cubicBezTo>
                <a:cubicBezTo>
                  <a:pt x="2696" y="12929"/>
                  <a:pt x="3150" y="14347"/>
                  <a:pt x="3057" y="15782"/>
                </a:cubicBezTo>
                <a:cubicBezTo>
                  <a:pt x="3051" y="15882"/>
                  <a:pt x="3048" y="15984"/>
                  <a:pt x="3048" y="16087"/>
                </a:cubicBezTo>
                <a:cubicBezTo>
                  <a:pt x="3062" y="18692"/>
                  <a:pt x="5320" y="20796"/>
                  <a:pt x="8110" y="20832"/>
                </a:cubicBezTo>
                <a:cubicBezTo>
                  <a:pt x="8132" y="20832"/>
                  <a:pt x="8154" y="20832"/>
                  <a:pt x="8176" y="20832"/>
                </a:cubicBezTo>
                <a:cubicBezTo>
                  <a:pt x="10943" y="20832"/>
                  <a:pt x="13244" y="18754"/>
                  <a:pt x="13311" y="16178"/>
                </a:cubicBezTo>
                <a:cubicBezTo>
                  <a:pt x="13316" y="15942"/>
                  <a:pt x="13304" y="15706"/>
                  <a:pt x="13272" y="15472"/>
                </a:cubicBezTo>
                <a:cubicBezTo>
                  <a:pt x="13103" y="14211"/>
                  <a:pt x="13519" y="12953"/>
                  <a:pt x="14368" y="11956"/>
                </a:cubicBezTo>
                <a:cubicBezTo>
                  <a:pt x="15449" y="10690"/>
                  <a:pt x="16090" y="9087"/>
                  <a:pt x="16081" y="7345"/>
                </a:cubicBezTo>
                <a:cubicBezTo>
                  <a:pt x="16062" y="3281"/>
                  <a:pt x="12507" y="0"/>
                  <a:pt x="8136"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4" name="Google Shape;614;p 3"/>
          <p:cNvSpPr/>
          <p:nvPr/>
        </p:nvSpPr>
        <p:spPr>
          <a:xfrm>
            <a:off x="4765320" y="4935960"/>
            <a:ext cx="104400" cy="318600"/>
          </a:xfrm>
          <a:custGeom>
            <a:avLst/>
            <a:gdLst>
              <a:gd name="textAreaLeft" fmla="*/ 0 w 104400"/>
              <a:gd name="textAreaRight" fmla="*/ 104760 w 104400"/>
              <a:gd name="textAreaTop" fmla="*/ 0 h 318600"/>
              <a:gd name="textAreaBottom" fmla="*/ 318960 h 318600"/>
            </a:gdLst>
            <a:ahLst/>
            <a:cxnLst/>
            <a:rect l="textAreaLeft" t="textAreaTop" r="textAreaRight" b="textAreaBottom"/>
            <a:pathLst>
              <a:path w="6451" h="19652">
                <a:moveTo>
                  <a:pt x="3134" y="1"/>
                </a:moveTo>
                <a:cubicBezTo>
                  <a:pt x="2899" y="3"/>
                  <a:pt x="2709" y="195"/>
                  <a:pt x="2711" y="429"/>
                </a:cubicBezTo>
                <a:lnTo>
                  <a:pt x="2729" y="4300"/>
                </a:lnTo>
                <a:lnTo>
                  <a:pt x="825" y="1708"/>
                </a:lnTo>
                <a:cubicBezTo>
                  <a:pt x="741" y="1595"/>
                  <a:pt x="613" y="1535"/>
                  <a:pt x="482" y="1535"/>
                </a:cubicBezTo>
                <a:cubicBezTo>
                  <a:pt x="395" y="1535"/>
                  <a:pt x="307" y="1562"/>
                  <a:pt x="231" y="1618"/>
                </a:cubicBezTo>
                <a:cubicBezTo>
                  <a:pt x="41" y="1755"/>
                  <a:pt x="0" y="2023"/>
                  <a:pt x="139" y="2211"/>
                </a:cubicBezTo>
                <a:lnTo>
                  <a:pt x="2588" y="5545"/>
                </a:lnTo>
                <a:cubicBezTo>
                  <a:pt x="2626" y="5597"/>
                  <a:pt x="2677" y="5641"/>
                  <a:pt x="2736" y="5671"/>
                </a:cubicBezTo>
                <a:lnTo>
                  <a:pt x="2799" y="19229"/>
                </a:lnTo>
                <a:cubicBezTo>
                  <a:pt x="2801" y="19462"/>
                  <a:pt x="2989" y="19652"/>
                  <a:pt x="3224" y="19652"/>
                </a:cubicBezTo>
                <a:cubicBezTo>
                  <a:pt x="3225" y="19652"/>
                  <a:pt x="3226" y="19652"/>
                  <a:pt x="3227" y="19652"/>
                </a:cubicBezTo>
                <a:cubicBezTo>
                  <a:pt x="3461" y="19652"/>
                  <a:pt x="3651" y="19460"/>
                  <a:pt x="3650" y="19225"/>
                </a:cubicBezTo>
                <a:lnTo>
                  <a:pt x="3602" y="8943"/>
                </a:lnTo>
                <a:lnTo>
                  <a:pt x="6300" y="5704"/>
                </a:lnTo>
                <a:cubicBezTo>
                  <a:pt x="6450" y="5523"/>
                  <a:pt x="6425" y="5255"/>
                  <a:pt x="6246" y="5105"/>
                </a:cubicBezTo>
                <a:cubicBezTo>
                  <a:pt x="6166" y="5038"/>
                  <a:pt x="6069" y="5006"/>
                  <a:pt x="5973" y="5006"/>
                </a:cubicBezTo>
                <a:cubicBezTo>
                  <a:pt x="5851" y="5006"/>
                  <a:pt x="5730" y="5058"/>
                  <a:pt x="5645" y="5160"/>
                </a:cubicBezTo>
                <a:lnTo>
                  <a:pt x="3595" y="7620"/>
                </a:lnTo>
                <a:lnTo>
                  <a:pt x="3562" y="425"/>
                </a:lnTo>
                <a:cubicBezTo>
                  <a:pt x="3560" y="189"/>
                  <a:pt x="3370" y="1"/>
                  <a:pt x="3134"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55" name="Google Shape;615;p 3"/>
          <p:cNvSpPr/>
          <p:nvPr/>
        </p:nvSpPr>
        <p:spPr>
          <a:xfrm>
            <a:off x="3468960" y="4687560"/>
            <a:ext cx="333000" cy="430920"/>
          </a:xfrm>
          <a:custGeom>
            <a:avLst/>
            <a:gdLst>
              <a:gd name="textAreaLeft" fmla="*/ 0 w 333000"/>
              <a:gd name="textAreaRight" fmla="*/ 333360 w 333000"/>
              <a:gd name="textAreaTop" fmla="*/ 0 h 430920"/>
              <a:gd name="textAreaBottom" fmla="*/ 431280 h 430920"/>
            </a:gdLst>
            <a:ahLst/>
            <a:cxnLst/>
            <a:rect l="textAreaLeft" t="textAreaTop" r="textAreaRight" b="textAreaBottom"/>
            <a:pathLst>
              <a:path w="20526" h="26574">
                <a:moveTo>
                  <a:pt x="10378" y="0"/>
                </a:moveTo>
                <a:cubicBezTo>
                  <a:pt x="9979" y="0"/>
                  <a:pt x="9574" y="22"/>
                  <a:pt x="9165" y="66"/>
                </a:cubicBezTo>
                <a:cubicBezTo>
                  <a:pt x="4522" y="568"/>
                  <a:pt x="831" y="4007"/>
                  <a:pt x="309" y="8321"/>
                </a:cubicBezTo>
                <a:cubicBezTo>
                  <a:pt x="1" y="10864"/>
                  <a:pt x="783" y="13228"/>
                  <a:pt x="2275" y="15068"/>
                </a:cubicBezTo>
                <a:cubicBezTo>
                  <a:pt x="3455" y="16523"/>
                  <a:pt x="4013" y="18316"/>
                  <a:pt x="3899" y="20132"/>
                </a:cubicBezTo>
                <a:cubicBezTo>
                  <a:pt x="3892" y="20262"/>
                  <a:pt x="3886" y="20391"/>
                  <a:pt x="3886" y="20523"/>
                </a:cubicBezTo>
                <a:cubicBezTo>
                  <a:pt x="3904" y="23843"/>
                  <a:pt x="6784" y="26529"/>
                  <a:pt x="10345" y="26573"/>
                </a:cubicBezTo>
                <a:cubicBezTo>
                  <a:pt x="10374" y="26573"/>
                  <a:pt x="10403" y="26573"/>
                  <a:pt x="10432" y="26573"/>
                </a:cubicBezTo>
                <a:cubicBezTo>
                  <a:pt x="13960" y="26573"/>
                  <a:pt x="16896" y="23923"/>
                  <a:pt x="16980" y="20639"/>
                </a:cubicBezTo>
                <a:cubicBezTo>
                  <a:pt x="16987" y="20336"/>
                  <a:pt x="16971" y="20035"/>
                  <a:pt x="16930" y="19736"/>
                </a:cubicBezTo>
                <a:cubicBezTo>
                  <a:pt x="16715" y="18129"/>
                  <a:pt x="17244" y="16523"/>
                  <a:pt x="18327" y="15251"/>
                </a:cubicBezTo>
                <a:cubicBezTo>
                  <a:pt x="19706" y="13636"/>
                  <a:pt x="20525" y="11590"/>
                  <a:pt x="20513" y="9369"/>
                </a:cubicBezTo>
                <a:cubicBezTo>
                  <a:pt x="20487" y="4185"/>
                  <a:pt x="15953" y="0"/>
                  <a:pt x="1037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6" name="Google Shape;616;p 3"/>
          <p:cNvSpPr/>
          <p:nvPr/>
        </p:nvSpPr>
        <p:spPr>
          <a:xfrm>
            <a:off x="3571920" y="4853880"/>
            <a:ext cx="133200" cy="406800"/>
          </a:xfrm>
          <a:custGeom>
            <a:avLst/>
            <a:gdLst>
              <a:gd name="textAreaLeft" fmla="*/ 0 w 133200"/>
              <a:gd name="textAreaRight" fmla="*/ 133560 w 133200"/>
              <a:gd name="textAreaTop" fmla="*/ 0 h 406800"/>
              <a:gd name="textAreaBottom" fmla="*/ 407160 h 406800"/>
            </a:gdLst>
            <a:ahLst/>
            <a:cxnLst/>
            <a:rect l="textAreaLeft" t="textAreaTop" r="textAreaRight" b="textAreaBottom"/>
            <a:pathLst>
              <a:path w="8229" h="25069">
                <a:moveTo>
                  <a:pt x="4001" y="0"/>
                </a:moveTo>
                <a:cubicBezTo>
                  <a:pt x="4000" y="0"/>
                  <a:pt x="3999" y="0"/>
                  <a:pt x="3998" y="0"/>
                </a:cubicBezTo>
                <a:cubicBezTo>
                  <a:pt x="3699" y="2"/>
                  <a:pt x="3456" y="245"/>
                  <a:pt x="3457" y="546"/>
                </a:cubicBezTo>
                <a:lnTo>
                  <a:pt x="3482" y="5483"/>
                </a:lnTo>
                <a:lnTo>
                  <a:pt x="1053" y="2177"/>
                </a:lnTo>
                <a:cubicBezTo>
                  <a:pt x="947" y="2031"/>
                  <a:pt x="782" y="1955"/>
                  <a:pt x="616" y="1955"/>
                </a:cubicBezTo>
                <a:cubicBezTo>
                  <a:pt x="504" y="1955"/>
                  <a:pt x="391" y="1989"/>
                  <a:pt x="294" y="2061"/>
                </a:cubicBezTo>
                <a:cubicBezTo>
                  <a:pt x="53" y="2237"/>
                  <a:pt x="0" y="2577"/>
                  <a:pt x="178" y="2820"/>
                </a:cubicBezTo>
                <a:lnTo>
                  <a:pt x="3302" y="7072"/>
                </a:lnTo>
                <a:cubicBezTo>
                  <a:pt x="3352" y="7138"/>
                  <a:pt x="3415" y="7193"/>
                  <a:pt x="3489" y="7230"/>
                </a:cubicBezTo>
                <a:lnTo>
                  <a:pt x="3570" y="24528"/>
                </a:lnTo>
                <a:cubicBezTo>
                  <a:pt x="3572" y="24827"/>
                  <a:pt x="3817" y="25068"/>
                  <a:pt x="4116" y="25068"/>
                </a:cubicBezTo>
                <a:cubicBezTo>
                  <a:pt x="4416" y="25066"/>
                  <a:pt x="4659" y="24822"/>
                  <a:pt x="4657" y="24522"/>
                </a:cubicBezTo>
                <a:lnTo>
                  <a:pt x="4595" y="11406"/>
                </a:lnTo>
                <a:lnTo>
                  <a:pt x="8037" y="7272"/>
                </a:lnTo>
                <a:cubicBezTo>
                  <a:pt x="8229" y="7042"/>
                  <a:pt x="8199" y="6700"/>
                  <a:pt x="7968" y="6508"/>
                </a:cubicBezTo>
                <a:cubicBezTo>
                  <a:pt x="7867" y="6423"/>
                  <a:pt x="7743" y="6382"/>
                  <a:pt x="7621" y="6382"/>
                </a:cubicBezTo>
                <a:cubicBezTo>
                  <a:pt x="7465" y="6382"/>
                  <a:pt x="7309" y="6449"/>
                  <a:pt x="7202" y="6578"/>
                </a:cubicBezTo>
                <a:lnTo>
                  <a:pt x="4588" y="9719"/>
                </a:lnTo>
                <a:lnTo>
                  <a:pt x="4544" y="541"/>
                </a:lnTo>
                <a:cubicBezTo>
                  <a:pt x="4542" y="241"/>
                  <a:pt x="4299" y="0"/>
                  <a:pt x="400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57" name="Google Shape;617;p 3"/>
          <p:cNvSpPr/>
          <p:nvPr/>
        </p:nvSpPr>
        <p:spPr>
          <a:xfrm>
            <a:off x="5753160" y="4549320"/>
            <a:ext cx="394200" cy="510120"/>
          </a:xfrm>
          <a:custGeom>
            <a:avLst/>
            <a:gdLst>
              <a:gd name="textAreaLeft" fmla="*/ 0 w 394200"/>
              <a:gd name="textAreaRight" fmla="*/ 394560 w 394200"/>
              <a:gd name="textAreaTop" fmla="*/ 0 h 510120"/>
              <a:gd name="textAreaBottom" fmla="*/ 510480 h 510120"/>
            </a:gdLst>
            <a:ahLst/>
            <a:cxnLst/>
            <a:rect l="textAreaLeft" t="textAreaTop" r="textAreaRight" b="textAreaBottom"/>
            <a:pathLst>
              <a:path w="24293" h="31453">
                <a:moveTo>
                  <a:pt x="12008" y="1"/>
                </a:moveTo>
                <a:cubicBezTo>
                  <a:pt x="5409" y="1"/>
                  <a:pt x="46" y="4954"/>
                  <a:pt x="15" y="11088"/>
                </a:cubicBezTo>
                <a:cubicBezTo>
                  <a:pt x="1" y="13718"/>
                  <a:pt x="971" y="16140"/>
                  <a:pt x="2602" y="18053"/>
                </a:cubicBezTo>
                <a:cubicBezTo>
                  <a:pt x="3884" y="19557"/>
                  <a:pt x="4511" y="21459"/>
                  <a:pt x="4256" y="23361"/>
                </a:cubicBezTo>
                <a:cubicBezTo>
                  <a:pt x="4208" y="23715"/>
                  <a:pt x="4189" y="24071"/>
                  <a:pt x="4198" y="24428"/>
                </a:cubicBezTo>
                <a:cubicBezTo>
                  <a:pt x="4296" y="28318"/>
                  <a:pt x="7772" y="31453"/>
                  <a:pt x="11949" y="31453"/>
                </a:cubicBezTo>
                <a:cubicBezTo>
                  <a:pt x="11982" y="31453"/>
                  <a:pt x="12016" y="31453"/>
                  <a:pt x="12050" y="31452"/>
                </a:cubicBezTo>
                <a:cubicBezTo>
                  <a:pt x="16264" y="31400"/>
                  <a:pt x="19673" y="28220"/>
                  <a:pt x="19694" y="24289"/>
                </a:cubicBezTo>
                <a:cubicBezTo>
                  <a:pt x="19694" y="24134"/>
                  <a:pt x="19690" y="23981"/>
                  <a:pt x="19680" y="23828"/>
                </a:cubicBezTo>
                <a:cubicBezTo>
                  <a:pt x="19544" y="21677"/>
                  <a:pt x="20204" y="19557"/>
                  <a:pt x="21601" y="17836"/>
                </a:cubicBezTo>
                <a:cubicBezTo>
                  <a:pt x="23366" y="15657"/>
                  <a:pt x="24292" y="12857"/>
                  <a:pt x="23930" y="9849"/>
                </a:cubicBezTo>
                <a:cubicBezTo>
                  <a:pt x="23313" y="4743"/>
                  <a:pt x="18942" y="672"/>
                  <a:pt x="13448" y="79"/>
                </a:cubicBezTo>
                <a:cubicBezTo>
                  <a:pt x="12963" y="26"/>
                  <a:pt x="12482" y="1"/>
                  <a:pt x="12008" y="1"/>
                </a:cubicBezTo>
                <a:close/>
              </a:path>
            </a:pathLst>
          </a:custGeom>
          <a:solidFill>
            <a:srgbClr val="FFCB6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8" name="Google Shape;618;p 3"/>
          <p:cNvSpPr/>
          <p:nvPr/>
        </p:nvSpPr>
        <p:spPr>
          <a:xfrm>
            <a:off x="5867280" y="4775400"/>
            <a:ext cx="157680" cy="481320"/>
          </a:xfrm>
          <a:custGeom>
            <a:avLst/>
            <a:gdLst>
              <a:gd name="textAreaLeft" fmla="*/ 0 w 157680"/>
              <a:gd name="textAreaRight" fmla="*/ 158040 w 157680"/>
              <a:gd name="textAreaTop" fmla="*/ 0 h 481320"/>
              <a:gd name="textAreaBottom" fmla="*/ 481680 h 481320"/>
            </a:gdLst>
            <a:ahLst/>
            <a:cxnLst/>
            <a:rect l="textAreaLeft" t="textAreaTop" r="textAreaRight" b="textAreaBottom"/>
            <a:pathLst>
              <a:path w="9740" h="29673">
                <a:moveTo>
                  <a:pt x="5005" y="0"/>
                </a:moveTo>
                <a:cubicBezTo>
                  <a:pt x="4651" y="0"/>
                  <a:pt x="4364" y="287"/>
                  <a:pt x="4362" y="640"/>
                </a:cubicBezTo>
                <a:lnTo>
                  <a:pt x="4311" y="11503"/>
                </a:lnTo>
                <a:lnTo>
                  <a:pt x="1216" y="7787"/>
                </a:lnTo>
                <a:cubicBezTo>
                  <a:pt x="1089" y="7635"/>
                  <a:pt x="906" y="7557"/>
                  <a:pt x="722" y="7557"/>
                </a:cubicBezTo>
                <a:cubicBezTo>
                  <a:pt x="577" y="7557"/>
                  <a:pt x="431" y="7606"/>
                  <a:pt x="311" y="7706"/>
                </a:cubicBezTo>
                <a:cubicBezTo>
                  <a:pt x="38" y="7933"/>
                  <a:pt x="1" y="8338"/>
                  <a:pt x="228" y="8611"/>
                </a:cubicBezTo>
                <a:lnTo>
                  <a:pt x="4300" y="13502"/>
                </a:lnTo>
                <a:lnTo>
                  <a:pt x="4228" y="29026"/>
                </a:lnTo>
                <a:cubicBezTo>
                  <a:pt x="4226" y="29382"/>
                  <a:pt x="4513" y="29671"/>
                  <a:pt x="4867" y="29673"/>
                </a:cubicBezTo>
                <a:cubicBezTo>
                  <a:pt x="4868" y="29673"/>
                  <a:pt x="4870" y="29673"/>
                  <a:pt x="4871" y="29673"/>
                </a:cubicBezTo>
                <a:cubicBezTo>
                  <a:pt x="5225" y="29673"/>
                  <a:pt x="5512" y="29386"/>
                  <a:pt x="5514" y="29033"/>
                </a:cubicBezTo>
                <a:lnTo>
                  <a:pt x="5609" y="8560"/>
                </a:lnTo>
                <a:cubicBezTo>
                  <a:pt x="5697" y="8516"/>
                  <a:pt x="5773" y="8451"/>
                  <a:pt x="5831" y="8372"/>
                </a:cubicBezTo>
                <a:lnTo>
                  <a:pt x="9529" y="3338"/>
                </a:lnTo>
                <a:cubicBezTo>
                  <a:pt x="9739" y="3053"/>
                  <a:pt x="9677" y="2651"/>
                  <a:pt x="9392" y="2440"/>
                </a:cubicBezTo>
                <a:cubicBezTo>
                  <a:pt x="9278" y="2356"/>
                  <a:pt x="9145" y="2315"/>
                  <a:pt x="9013" y="2315"/>
                </a:cubicBezTo>
                <a:cubicBezTo>
                  <a:pt x="8815" y="2315"/>
                  <a:pt x="8620" y="2406"/>
                  <a:pt x="8494" y="2577"/>
                </a:cubicBezTo>
                <a:lnTo>
                  <a:pt x="5619" y="6491"/>
                </a:lnTo>
                <a:lnTo>
                  <a:pt x="5648" y="647"/>
                </a:lnTo>
                <a:cubicBezTo>
                  <a:pt x="5649" y="291"/>
                  <a:pt x="5362" y="2"/>
                  <a:pt x="5008" y="0"/>
                </a:cubicBezTo>
                <a:cubicBezTo>
                  <a:pt x="5007" y="0"/>
                  <a:pt x="5006" y="0"/>
                  <a:pt x="500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59" name="Google Shape;619;p 3"/>
          <p:cNvSpPr/>
          <p:nvPr/>
        </p:nvSpPr>
        <p:spPr>
          <a:xfrm>
            <a:off x="6030360" y="4312440"/>
            <a:ext cx="476280" cy="616680"/>
          </a:xfrm>
          <a:custGeom>
            <a:avLst/>
            <a:gdLst>
              <a:gd name="textAreaLeft" fmla="*/ 0 w 476280"/>
              <a:gd name="textAreaRight" fmla="*/ 476640 w 476280"/>
              <a:gd name="textAreaTop" fmla="*/ 0 h 616680"/>
              <a:gd name="textAreaBottom" fmla="*/ 617040 h 616680"/>
            </a:gdLst>
            <a:ahLst/>
            <a:cxnLst/>
            <a:rect l="textAreaLeft" t="textAreaTop" r="textAreaRight" b="textAreaBottom"/>
            <a:pathLst>
              <a:path w="29352" h="38014">
                <a:moveTo>
                  <a:pt x="14499" y="0"/>
                </a:moveTo>
                <a:cubicBezTo>
                  <a:pt x="6491" y="0"/>
                  <a:pt x="0" y="6029"/>
                  <a:pt x="0" y="13466"/>
                </a:cubicBezTo>
                <a:cubicBezTo>
                  <a:pt x="0" y="16645"/>
                  <a:pt x="1185" y="19565"/>
                  <a:pt x="3169" y="21867"/>
                </a:cubicBezTo>
                <a:cubicBezTo>
                  <a:pt x="4727" y="23677"/>
                  <a:pt x="5499" y="25972"/>
                  <a:pt x="5199" y="28273"/>
                </a:cubicBezTo>
                <a:cubicBezTo>
                  <a:pt x="5145" y="28701"/>
                  <a:pt x="5124" y="29132"/>
                  <a:pt x="5138" y="29564"/>
                </a:cubicBezTo>
                <a:cubicBezTo>
                  <a:pt x="5279" y="34250"/>
                  <a:pt x="9474" y="38014"/>
                  <a:pt x="14501" y="38014"/>
                </a:cubicBezTo>
                <a:cubicBezTo>
                  <a:pt x="14557" y="38014"/>
                  <a:pt x="14612" y="38013"/>
                  <a:pt x="14668" y="38012"/>
                </a:cubicBezTo>
                <a:cubicBezTo>
                  <a:pt x="19762" y="37926"/>
                  <a:pt x="23864" y="34065"/>
                  <a:pt x="23864" y="29315"/>
                </a:cubicBezTo>
                <a:cubicBezTo>
                  <a:pt x="23864" y="29129"/>
                  <a:pt x="23857" y="28942"/>
                  <a:pt x="23844" y="28759"/>
                </a:cubicBezTo>
                <a:cubicBezTo>
                  <a:pt x="23666" y="26161"/>
                  <a:pt x="24452" y="23593"/>
                  <a:pt x="26129" y="21506"/>
                </a:cubicBezTo>
                <a:cubicBezTo>
                  <a:pt x="28249" y="18864"/>
                  <a:pt x="29352" y="15475"/>
                  <a:pt x="28894" y="11842"/>
                </a:cubicBezTo>
                <a:cubicBezTo>
                  <a:pt x="28117" y="5674"/>
                  <a:pt x="22810" y="776"/>
                  <a:pt x="16167" y="87"/>
                </a:cubicBezTo>
                <a:cubicBezTo>
                  <a:pt x="15605" y="29"/>
                  <a:pt x="15048" y="0"/>
                  <a:pt x="14499"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60" name="Google Shape;620;p 3"/>
          <p:cNvSpPr/>
          <p:nvPr/>
        </p:nvSpPr>
        <p:spPr>
          <a:xfrm>
            <a:off x="6174000" y="4548600"/>
            <a:ext cx="185760" cy="708480"/>
          </a:xfrm>
          <a:custGeom>
            <a:avLst/>
            <a:gdLst>
              <a:gd name="textAreaLeft" fmla="*/ 0 w 185760"/>
              <a:gd name="textAreaRight" fmla="*/ 186120 w 185760"/>
              <a:gd name="textAreaTop" fmla="*/ 0 h 708480"/>
              <a:gd name="textAreaBottom" fmla="*/ 708840 h 708480"/>
            </a:gdLst>
            <a:ahLst/>
            <a:cxnLst/>
            <a:rect l="textAreaLeft" t="textAreaTop" r="textAreaRight" b="textAreaBottom"/>
            <a:pathLst>
              <a:path w="11465" h="43654">
                <a:moveTo>
                  <a:pt x="5720" y="0"/>
                </a:moveTo>
                <a:cubicBezTo>
                  <a:pt x="5426" y="0"/>
                  <a:pt x="5188" y="236"/>
                  <a:pt x="5188" y="531"/>
                </a:cubicBezTo>
                <a:lnTo>
                  <a:pt x="5188" y="8326"/>
                </a:lnTo>
                <a:lnTo>
                  <a:pt x="1309" y="2993"/>
                </a:lnTo>
                <a:cubicBezTo>
                  <a:pt x="1205" y="2850"/>
                  <a:pt x="1043" y="2774"/>
                  <a:pt x="879" y="2774"/>
                </a:cubicBezTo>
                <a:cubicBezTo>
                  <a:pt x="771" y="2774"/>
                  <a:pt x="662" y="2807"/>
                  <a:pt x="568" y="2875"/>
                </a:cubicBezTo>
                <a:cubicBezTo>
                  <a:pt x="330" y="3047"/>
                  <a:pt x="277" y="3380"/>
                  <a:pt x="450" y="3616"/>
                </a:cubicBezTo>
                <a:lnTo>
                  <a:pt x="4890" y="9721"/>
                </a:lnTo>
                <a:cubicBezTo>
                  <a:pt x="4962" y="9820"/>
                  <a:pt x="5068" y="9890"/>
                  <a:pt x="5188" y="9920"/>
                </a:cubicBezTo>
                <a:lnTo>
                  <a:pt x="5188" y="14337"/>
                </a:lnTo>
                <a:lnTo>
                  <a:pt x="992" y="9346"/>
                </a:lnTo>
                <a:cubicBezTo>
                  <a:pt x="888" y="9227"/>
                  <a:pt x="741" y="9165"/>
                  <a:pt x="594" y="9165"/>
                </a:cubicBezTo>
                <a:cubicBezTo>
                  <a:pt x="474" y="9165"/>
                  <a:pt x="352" y="9206"/>
                  <a:pt x="253" y="9289"/>
                </a:cubicBezTo>
                <a:cubicBezTo>
                  <a:pt x="32" y="9474"/>
                  <a:pt x="1" y="9802"/>
                  <a:pt x="180" y="10027"/>
                </a:cubicBezTo>
                <a:lnTo>
                  <a:pt x="5189" y="15984"/>
                </a:lnTo>
                <a:lnTo>
                  <a:pt x="5189" y="43124"/>
                </a:lnTo>
                <a:cubicBezTo>
                  <a:pt x="5189" y="43416"/>
                  <a:pt x="5427" y="43654"/>
                  <a:pt x="5720" y="43654"/>
                </a:cubicBezTo>
                <a:lnTo>
                  <a:pt x="5737" y="43654"/>
                </a:lnTo>
                <a:cubicBezTo>
                  <a:pt x="6030" y="43654"/>
                  <a:pt x="6267" y="43416"/>
                  <a:pt x="6267" y="43124"/>
                </a:cubicBezTo>
                <a:lnTo>
                  <a:pt x="6267" y="15986"/>
                </a:lnTo>
                <a:lnTo>
                  <a:pt x="11276" y="10027"/>
                </a:lnTo>
                <a:cubicBezTo>
                  <a:pt x="11465" y="9804"/>
                  <a:pt x="11435" y="9469"/>
                  <a:pt x="11211" y="9281"/>
                </a:cubicBezTo>
                <a:cubicBezTo>
                  <a:pt x="11112" y="9197"/>
                  <a:pt x="10991" y="9156"/>
                  <a:pt x="10870" y="9156"/>
                </a:cubicBezTo>
                <a:cubicBezTo>
                  <a:pt x="10718" y="9156"/>
                  <a:pt x="10568" y="9220"/>
                  <a:pt x="10463" y="9346"/>
                </a:cubicBezTo>
                <a:lnTo>
                  <a:pt x="6266" y="14337"/>
                </a:lnTo>
                <a:lnTo>
                  <a:pt x="6266" y="9920"/>
                </a:lnTo>
                <a:cubicBezTo>
                  <a:pt x="6385" y="9890"/>
                  <a:pt x="6491" y="9820"/>
                  <a:pt x="6563" y="9721"/>
                </a:cubicBezTo>
                <a:lnTo>
                  <a:pt x="11005" y="3616"/>
                </a:lnTo>
                <a:cubicBezTo>
                  <a:pt x="11176" y="3380"/>
                  <a:pt x="11123" y="3047"/>
                  <a:pt x="10887" y="2875"/>
                </a:cubicBezTo>
                <a:cubicBezTo>
                  <a:pt x="10793" y="2807"/>
                  <a:pt x="10683" y="2774"/>
                  <a:pt x="10575" y="2774"/>
                </a:cubicBezTo>
                <a:cubicBezTo>
                  <a:pt x="10411" y="2774"/>
                  <a:pt x="10250" y="2850"/>
                  <a:pt x="10146" y="2993"/>
                </a:cubicBezTo>
                <a:lnTo>
                  <a:pt x="6266" y="8326"/>
                </a:lnTo>
                <a:lnTo>
                  <a:pt x="6266" y="531"/>
                </a:lnTo>
                <a:cubicBezTo>
                  <a:pt x="6266" y="236"/>
                  <a:pt x="6030" y="0"/>
                  <a:pt x="573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961" name="Google Shape;621;p 3"/>
          <p:cNvSpPr/>
          <p:nvPr/>
        </p:nvSpPr>
        <p:spPr>
          <a:xfrm>
            <a:off x="5257800" y="369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4">
                <a:moveTo>
                  <a:pt x="1841" y="0"/>
                </a:moveTo>
                <a:cubicBezTo>
                  <a:pt x="821" y="0"/>
                  <a:pt x="0" y="821"/>
                  <a:pt x="0" y="1841"/>
                </a:cubicBezTo>
                <a:lnTo>
                  <a:pt x="0" y="1843"/>
                </a:lnTo>
                <a:cubicBezTo>
                  <a:pt x="0" y="2863"/>
                  <a:pt x="821" y="3683"/>
                  <a:pt x="1841" y="3683"/>
                </a:cubicBezTo>
                <a:cubicBezTo>
                  <a:pt x="2860" y="3683"/>
                  <a:pt x="3683" y="2863"/>
                  <a:pt x="3683" y="1843"/>
                </a:cubicBezTo>
                <a:lnTo>
                  <a:pt x="3683" y="1841"/>
                </a:lnTo>
                <a:cubicBezTo>
                  <a:pt x="3683" y="821"/>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2" name="Google Shape;622;p 3"/>
          <p:cNvSpPr/>
          <p:nvPr/>
        </p:nvSpPr>
        <p:spPr>
          <a:xfrm>
            <a:off x="5150160" y="3583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5">
                <a:moveTo>
                  <a:pt x="1841" y="0"/>
                </a:moveTo>
                <a:cubicBezTo>
                  <a:pt x="822" y="0"/>
                  <a:pt x="1" y="821"/>
                  <a:pt x="1" y="1842"/>
                </a:cubicBezTo>
                <a:cubicBezTo>
                  <a:pt x="1" y="2862"/>
                  <a:pt x="822" y="3685"/>
                  <a:pt x="1841" y="3685"/>
                </a:cubicBezTo>
                <a:lnTo>
                  <a:pt x="1843" y="3685"/>
                </a:lnTo>
                <a:cubicBezTo>
                  <a:pt x="2863" y="3685"/>
                  <a:pt x="3684" y="2862"/>
                  <a:pt x="3684" y="1842"/>
                </a:cubicBez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3" name="Google Shape;623;p 3"/>
          <p:cNvSpPr/>
          <p:nvPr/>
        </p:nvSpPr>
        <p:spPr>
          <a:xfrm>
            <a:off x="5257800" y="3583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3" h="3685">
                <a:moveTo>
                  <a:pt x="1841" y="0"/>
                </a:moveTo>
                <a:cubicBezTo>
                  <a:pt x="821" y="0"/>
                  <a:pt x="0" y="821"/>
                  <a:pt x="0" y="1842"/>
                </a:cubicBezTo>
                <a:cubicBezTo>
                  <a:pt x="0" y="2862"/>
                  <a:pt x="821" y="3685"/>
                  <a:pt x="1841" y="3685"/>
                </a:cubicBezTo>
                <a:cubicBezTo>
                  <a:pt x="2860" y="3685"/>
                  <a:pt x="3683" y="2862"/>
                  <a:pt x="3683" y="1842"/>
                </a:cubicBezTo>
                <a:cubicBezTo>
                  <a:pt x="3683" y="821"/>
                  <a:pt x="2860" y="0"/>
                  <a:pt x="184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4" name="Google Shape;624;p 3"/>
          <p:cNvSpPr/>
          <p:nvPr/>
        </p:nvSpPr>
        <p:spPr>
          <a:xfrm>
            <a:off x="5042880" y="35830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5">
                <a:moveTo>
                  <a:pt x="1843" y="0"/>
                </a:moveTo>
                <a:cubicBezTo>
                  <a:pt x="822" y="0"/>
                  <a:pt x="1" y="821"/>
                  <a:pt x="1" y="1842"/>
                </a:cubicBezTo>
                <a:cubicBezTo>
                  <a:pt x="1" y="2862"/>
                  <a:pt x="822" y="3685"/>
                  <a:pt x="1843" y="3685"/>
                </a:cubicBezTo>
                <a:lnTo>
                  <a:pt x="1845" y="3685"/>
                </a:lnTo>
                <a:cubicBezTo>
                  <a:pt x="2865" y="3685"/>
                  <a:pt x="3685" y="2862"/>
                  <a:pt x="3685" y="1842"/>
                </a:cubicBezTo>
                <a:cubicBezTo>
                  <a:pt x="3685" y="821"/>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5" name="Google Shape;625;p 3"/>
          <p:cNvSpPr/>
          <p:nvPr/>
        </p:nvSpPr>
        <p:spPr>
          <a:xfrm>
            <a:off x="5042880" y="369216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4">
                <a:moveTo>
                  <a:pt x="1843" y="0"/>
                </a:moveTo>
                <a:cubicBezTo>
                  <a:pt x="822" y="0"/>
                  <a:pt x="1" y="821"/>
                  <a:pt x="1" y="1841"/>
                </a:cubicBezTo>
                <a:lnTo>
                  <a:pt x="1" y="1843"/>
                </a:lnTo>
                <a:cubicBezTo>
                  <a:pt x="1" y="2863"/>
                  <a:pt x="822" y="3683"/>
                  <a:pt x="1843" y="3683"/>
                </a:cubicBezTo>
                <a:lnTo>
                  <a:pt x="1845" y="3683"/>
                </a:lnTo>
                <a:cubicBezTo>
                  <a:pt x="2865" y="3683"/>
                  <a:pt x="3685" y="2863"/>
                  <a:pt x="3685" y="1843"/>
                </a:cubicBezTo>
                <a:lnTo>
                  <a:pt x="3685" y="1841"/>
                </a:lnTo>
                <a:cubicBezTo>
                  <a:pt x="3685" y="821"/>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6" name="Google Shape;626;p 3"/>
          <p:cNvSpPr/>
          <p:nvPr/>
        </p:nvSpPr>
        <p:spPr>
          <a:xfrm>
            <a:off x="5042880" y="3801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6" h="3683">
                <a:moveTo>
                  <a:pt x="1843" y="0"/>
                </a:moveTo>
                <a:cubicBezTo>
                  <a:pt x="822" y="0"/>
                  <a:pt x="1" y="821"/>
                  <a:pt x="1" y="1841"/>
                </a:cubicBezTo>
                <a:lnTo>
                  <a:pt x="1" y="1842"/>
                </a:lnTo>
                <a:cubicBezTo>
                  <a:pt x="1" y="2862"/>
                  <a:pt x="822" y="3683"/>
                  <a:pt x="1843" y="3683"/>
                </a:cubicBezTo>
                <a:lnTo>
                  <a:pt x="1845" y="3683"/>
                </a:lnTo>
                <a:cubicBezTo>
                  <a:pt x="2865" y="3683"/>
                  <a:pt x="3685" y="2862"/>
                  <a:pt x="3685" y="1842"/>
                </a:cubicBezTo>
                <a:lnTo>
                  <a:pt x="3685" y="1841"/>
                </a:lnTo>
                <a:cubicBezTo>
                  <a:pt x="3685" y="821"/>
                  <a:pt x="2865" y="0"/>
                  <a:pt x="1845"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7" name="Google Shape;627;p 3"/>
          <p:cNvSpPr/>
          <p:nvPr/>
        </p:nvSpPr>
        <p:spPr>
          <a:xfrm>
            <a:off x="5150160" y="380160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3">
                <a:moveTo>
                  <a:pt x="1841" y="0"/>
                </a:moveTo>
                <a:cubicBezTo>
                  <a:pt x="822" y="0"/>
                  <a:pt x="1" y="821"/>
                  <a:pt x="1" y="1841"/>
                </a:cubicBezTo>
                <a:lnTo>
                  <a:pt x="1" y="1842"/>
                </a:lnTo>
                <a:cubicBezTo>
                  <a:pt x="1" y="2862"/>
                  <a:pt x="822" y="3683"/>
                  <a:pt x="1841" y="3683"/>
                </a:cubicBezTo>
                <a:lnTo>
                  <a:pt x="1843" y="3683"/>
                </a:lnTo>
                <a:cubicBezTo>
                  <a:pt x="2863" y="3683"/>
                  <a:pt x="3684" y="2862"/>
                  <a:pt x="3684" y="1842"/>
                </a:cubicBezTo>
                <a:lnTo>
                  <a:pt x="3684" y="1841"/>
                </a:lnTo>
                <a:cubicBezTo>
                  <a:pt x="3684" y="821"/>
                  <a:pt x="2863" y="0"/>
                  <a:pt x="184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
        <p:nvSpPr>
          <p:cNvPr id="968" name="Google Shape;628;p 3"/>
          <p:cNvSpPr/>
          <p:nvPr/>
        </p:nvSpPr>
        <p:spPr>
          <a:xfrm>
            <a:off x="5150160" y="3910680"/>
            <a:ext cx="59400" cy="59400"/>
          </a:xfrm>
          <a:custGeom>
            <a:avLst/>
            <a:gdLst>
              <a:gd name="textAreaLeft" fmla="*/ 0 w 59400"/>
              <a:gd name="textAreaRight" fmla="*/ 59760 w 59400"/>
              <a:gd name="textAreaTop" fmla="*/ 0 h 59400"/>
              <a:gd name="textAreaBottom" fmla="*/ 59760 h 59400"/>
            </a:gdLst>
            <a:ahLst/>
            <a:cxnLst/>
            <a:rect l="textAreaLeft" t="textAreaTop" r="textAreaRight" b="textAreaBottom"/>
            <a:pathLst>
              <a:path w="3684" h="3686">
                <a:moveTo>
                  <a:pt x="1841" y="1"/>
                </a:moveTo>
                <a:cubicBezTo>
                  <a:pt x="822" y="1"/>
                  <a:pt x="1" y="823"/>
                  <a:pt x="1" y="1843"/>
                </a:cubicBezTo>
                <a:cubicBezTo>
                  <a:pt x="1" y="2864"/>
                  <a:pt x="822" y="3685"/>
                  <a:pt x="1841" y="3685"/>
                </a:cubicBezTo>
                <a:lnTo>
                  <a:pt x="1843" y="3685"/>
                </a:lnTo>
                <a:cubicBezTo>
                  <a:pt x="2863" y="3685"/>
                  <a:pt x="3684" y="2864"/>
                  <a:pt x="3684" y="1843"/>
                </a:cubicBezTo>
                <a:cubicBezTo>
                  <a:pt x="3684" y="823"/>
                  <a:pt x="2863" y="1"/>
                  <a:pt x="184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9880" bIns="29880" anchor="ctr">
            <a:noAutofit/>
          </a:bodyPr>
          <a:lstStyle/>
          <a:p>
            <a:endParaRPr lang="en-US" sz="1400" b="0" u="none" strike="noStrike">
              <a:solidFill>
                <a:srgbClr val="FFFFFF"/>
              </a:solidFill>
              <a:effectLst/>
              <a:uFillTx/>
              <a:latin typeface="Arial"/>
            </a:endParaRPr>
          </a:p>
        </p:txBody>
      </p:sp>
    </p:spTree>
    <p:extLst>
      <p:ext uri="{BB962C8B-B14F-4D97-AF65-F5344CB8AC3E}">
        <p14:creationId xmlns:p14="http://schemas.microsoft.com/office/powerpoint/2010/main" val="3105195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 name="PlaceHolder 1"/>
          <p:cNvSpPr>
            <a:spLocks noGrp="1"/>
          </p:cNvSpPr>
          <p:nvPr>
            <p:ph type="title"/>
          </p:nvPr>
        </p:nvSpPr>
        <p:spPr>
          <a:xfrm>
            <a:off x="790920" y="720000"/>
            <a:ext cx="5011920" cy="313920"/>
          </a:xfrm>
          <a:prstGeom prst="rect">
            <a:avLst/>
          </a:prstGeom>
          <a:noFill/>
          <a:ln w="0">
            <a:noFill/>
          </a:ln>
        </p:spPr>
        <p:txBody>
          <a:bodyPr lIns="91440" tIns="91440" rIns="91440" bIns="91440" anchor="b">
            <a:noAutofit/>
          </a:bodyPr>
          <a:lstStyle/>
          <a:p>
            <a:pPr indent="0">
              <a:lnSpc>
                <a:spcPct val="100000"/>
              </a:lnSpc>
              <a:buNone/>
              <a:tabLst>
                <a:tab pos="0" algn="l"/>
              </a:tabLst>
            </a:pPr>
            <a:r>
              <a:rPr lang="en" sz="1200" b="0" u="none" strike="noStrike">
                <a:solidFill>
                  <a:srgbClr val="FFFFFF"/>
                </a:solidFill>
                <a:effectLst/>
                <a:uFillTx/>
                <a:latin typeface="Montserrat ExtraBold"/>
                <a:ea typeface="Montserrat ExtraBold"/>
              </a:rPr>
              <a:t>NO Big Data Model</a:t>
            </a:r>
            <a:endParaRPr lang="en-US" sz="1200" b="0" u="none" strike="noStrike">
              <a:solidFill>
                <a:srgbClr val="000000"/>
              </a:solidFill>
              <a:effectLst/>
              <a:uFillTx/>
              <a:latin typeface="Arial"/>
            </a:endParaRPr>
          </a:p>
        </p:txBody>
      </p:sp>
      <p:pic>
        <p:nvPicPr>
          <p:cNvPr id="3" name="Picture 2">
            <a:extLst>
              <a:ext uri="{FF2B5EF4-FFF2-40B4-BE49-F238E27FC236}">
                <a16:creationId xmlns:a16="http://schemas.microsoft.com/office/drawing/2014/main" id="{92F49792-4ECD-4DAD-89DB-46FBF04204AF}"/>
              </a:ext>
            </a:extLst>
          </p:cNvPr>
          <p:cNvPicPr>
            <a:picLocks noChangeAspect="1"/>
          </p:cNvPicPr>
          <p:nvPr/>
        </p:nvPicPr>
        <p:blipFill>
          <a:blip r:embed="rId2"/>
          <a:stretch>
            <a:fillRect/>
          </a:stretch>
        </p:blipFill>
        <p:spPr>
          <a:xfrm>
            <a:off x="241749" y="1155478"/>
            <a:ext cx="3632597" cy="3940162"/>
          </a:xfrm>
          <a:prstGeom prst="rect">
            <a:avLst/>
          </a:prstGeom>
        </p:spPr>
      </p:pic>
      <p:pic>
        <p:nvPicPr>
          <p:cNvPr id="5" name="Picture 4">
            <a:extLst>
              <a:ext uri="{FF2B5EF4-FFF2-40B4-BE49-F238E27FC236}">
                <a16:creationId xmlns:a16="http://schemas.microsoft.com/office/drawing/2014/main" id="{9170C379-0CDB-4140-A5E9-FE6F4ACA92DB}"/>
              </a:ext>
            </a:extLst>
          </p:cNvPr>
          <p:cNvPicPr>
            <a:picLocks noChangeAspect="1"/>
          </p:cNvPicPr>
          <p:nvPr/>
        </p:nvPicPr>
        <p:blipFill>
          <a:blip r:embed="rId3"/>
          <a:stretch>
            <a:fillRect/>
          </a:stretch>
        </p:blipFill>
        <p:spPr>
          <a:xfrm>
            <a:off x="4729018" y="2755092"/>
            <a:ext cx="3358344" cy="2256665"/>
          </a:xfrm>
          <a:prstGeom prst="rect">
            <a:avLst/>
          </a:prstGeom>
        </p:spPr>
      </p:pic>
      <p:pic>
        <p:nvPicPr>
          <p:cNvPr id="7" name="Picture 6">
            <a:extLst>
              <a:ext uri="{FF2B5EF4-FFF2-40B4-BE49-F238E27FC236}">
                <a16:creationId xmlns:a16="http://schemas.microsoft.com/office/drawing/2014/main" id="{06CDCF03-B713-4B52-98FC-36A7E4849C7C}"/>
              </a:ext>
            </a:extLst>
          </p:cNvPr>
          <p:cNvPicPr>
            <a:picLocks noChangeAspect="1"/>
          </p:cNvPicPr>
          <p:nvPr/>
        </p:nvPicPr>
        <p:blipFill>
          <a:blip r:embed="rId4"/>
          <a:stretch>
            <a:fillRect/>
          </a:stretch>
        </p:blipFill>
        <p:spPr>
          <a:xfrm>
            <a:off x="4087692" y="179922"/>
            <a:ext cx="4814559" cy="239182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 name="PlaceHolder 1"/>
          <p:cNvSpPr>
            <a:spLocks noGrp="1"/>
          </p:cNvSpPr>
          <p:nvPr>
            <p:ph type="title"/>
          </p:nvPr>
        </p:nvSpPr>
        <p:spPr>
          <a:xfrm>
            <a:off x="790920" y="720000"/>
            <a:ext cx="5011920" cy="313920"/>
          </a:xfrm>
          <a:prstGeom prst="rect">
            <a:avLst/>
          </a:prstGeom>
          <a:noFill/>
          <a:ln w="0">
            <a:noFill/>
          </a:ln>
        </p:spPr>
        <p:txBody>
          <a:bodyPr lIns="91440" tIns="91440" rIns="91440" bIns="91440" anchor="b">
            <a:noAutofit/>
          </a:bodyPr>
          <a:lstStyle/>
          <a:p>
            <a:pPr indent="0">
              <a:lnSpc>
                <a:spcPct val="100000"/>
              </a:lnSpc>
              <a:buNone/>
              <a:tabLst>
                <a:tab pos="0" algn="l"/>
              </a:tabLst>
            </a:pPr>
            <a:r>
              <a:rPr lang="en" sz="1200" b="0" u="none" strike="noStrike" dirty="0">
                <a:solidFill>
                  <a:srgbClr val="FFFFFF"/>
                </a:solidFill>
                <a:effectLst/>
                <a:uFillTx/>
                <a:latin typeface="Montserrat ExtraBold"/>
                <a:ea typeface="Montserrat ExtraBold"/>
              </a:rPr>
              <a:t>Residual Analysis</a:t>
            </a:r>
            <a:endParaRPr lang="en-US" sz="1200" b="0" u="none" strike="noStrike" dirty="0">
              <a:solidFill>
                <a:srgbClr val="000000"/>
              </a:solidFill>
              <a:effectLst/>
              <a:uFillTx/>
              <a:latin typeface="Arial"/>
            </a:endParaRPr>
          </a:p>
        </p:txBody>
      </p:sp>
      <p:pic>
        <p:nvPicPr>
          <p:cNvPr id="4" name="Picture 3">
            <a:extLst>
              <a:ext uri="{FF2B5EF4-FFF2-40B4-BE49-F238E27FC236}">
                <a16:creationId xmlns:a16="http://schemas.microsoft.com/office/drawing/2014/main" id="{594700E9-E354-4272-8A0C-3383ECAF648A}"/>
              </a:ext>
            </a:extLst>
          </p:cNvPr>
          <p:cNvPicPr>
            <a:picLocks noChangeAspect="1"/>
          </p:cNvPicPr>
          <p:nvPr/>
        </p:nvPicPr>
        <p:blipFill>
          <a:blip r:embed="rId2"/>
          <a:stretch>
            <a:fillRect/>
          </a:stretch>
        </p:blipFill>
        <p:spPr>
          <a:xfrm>
            <a:off x="5621866" y="2631453"/>
            <a:ext cx="3278293" cy="2338457"/>
          </a:xfrm>
          <a:prstGeom prst="rect">
            <a:avLst/>
          </a:prstGeom>
        </p:spPr>
      </p:pic>
      <p:pic>
        <p:nvPicPr>
          <p:cNvPr id="8" name="Picture 7">
            <a:extLst>
              <a:ext uri="{FF2B5EF4-FFF2-40B4-BE49-F238E27FC236}">
                <a16:creationId xmlns:a16="http://schemas.microsoft.com/office/drawing/2014/main" id="{8C3041C3-689E-4731-A04F-B69F632F2560}"/>
              </a:ext>
            </a:extLst>
          </p:cNvPr>
          <p:cNvPicPr>
            <a:picLocks noChangeAspect="1"/>
          </p:cNvPicPr>
          <p:nvPr/>
        </p:nvPicPr>
        <p:blipFill>
          <a:blip r:embed="rId3"/>
          <a:stretch>
            <a:fillRect/>
          </a:stretch>
        </p:blipFill>
        <p:spPr>
          <a:xfrm>
            <a:off x="2728221" y="185020"/>
            <a:ext cx="3211992" cy="2623317"/>
          </a:xfrm>
          <a:prstGeom prst="rect">
            <a:avLst/>
          </a:prstGeom>
        </p:spPr>
      </p:pic>
      <p:pic>
        <p:nvPicPr>
          <p:cNvPr id="10" name="Picture 9">
            <a:extLst>
              <a:ext uri="{FF2B5EF4-FFF2-40B4-BE49-F238E27FC236}">
                <a16:creationId xmlns:a16="http://schemas.microsoft.com/office/drawing/2014/main" id="{E152E847-71E3-4AAA-AE67-179E3859CE03}"/>
              </a:ext>
            </a:extLst>
          </p:cNvPr>
          <p:cNvPicPr>
            <a:picLocks noChangeAspect="1"/>
          </p:cNvPicPr>
          <p:nvPr/>
        </p:nvPicPr>
        <p:blipFill>
          <a:blip r:embed="rId4"/>
          <a:stretch>
            <a:fillRect/>
          </a:stretch>
        </p:blipFill>
        <p:spPr>
          <a:xfrm>
            <a:off x="242409" y="2571750"/>
            <a:ext cx="2877706" cy="2525334"/>
          </a:xfrm>
          <a:prstGeom prst="rect">
            <a:avLst/>
          </a:prstGeom>
        </p:spPr>
      </p:pic>
    </p:spTree>
    <p:extLst>
      <p:ext uri="{BB962C8B-B14F-4D97-AF65-F5344CB8AC3E}">
        <p14:creationId xmlns:p14="http://schemas.microsoft.com/office/powerpoint/2010/main" val="219318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6" name="Google Shape;727;p23"/>
          <p:cNvSpPr/>
          <p:nvPr/>
        </p:nvSpPr>
        <p:spPr>
          <a:xfrm>
            <a:off x="1650600" y="1445400"/>
            <a:ext cx="657000" cy="6570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29" name="Google Shape;730;p23"/>
          <p:cNvSpPr/>
          <p:nvPr/>
        </p:nvSpPr>
        <p:spPr>
          <a:xfrm>
            <a:off x="1458400" y="2464020"/>
            <a:ext cx="7638120" cy="861120"/>
          </a:xfrm>
          <a:prstGeom prst="rect">
            <a:avLst/>
          </a:prstGeom>
          <a:noFill/>
          <a:ln w="0">
            <a:noFill/>
          </a:ln>
        </p:spPr>
        <p:style>
          <a:lnRef idx="0">
            <a:scrgbClr r="0" g="0" b="0"/>
          </a:lnRef>
          <a:fillRef idx="0">
            <a:scrgbClr r="0" g="0" b="0"/>
          </a:fillRef>
          <a:effectRef idx="0">
            <a:scrgbClr r="0" g="0" b="0"/>
          </a:effectRef>
          <a:fontRef idx="minor"/>
        </p:style>
        <p:txBody>
          <a:bodyPr lIns="0" tIns="6480" rIns="0" bIns="0" anchor="t">
            <a:noAutofit/>
          </a:bodyPr>
          <a:lstStyle/>
          <a:p>
            <a:pPr algn="ctr">
              <a:lnSpc>
                <a:spcPct val="100000"/>
              </a:lnSpc>
              <a:tabLst>
                <a:tab pos="0" algn="l"/>
              </a:tabLst>
            </a:pPr>
            <a:r>
              <a:rPr lang="en" sz="1200" dirty="0">
                <a:solidFill>
                  <a:srgbClr val="434343"/>
                </a:solidFill>
                <a:latin typeface="Montserrat ExtraBold"/>
                <a:ea typeface="EB Garamond"/>
              </a:rPr>
              <a:t>Metro</a:t>
            </a:r>
          </a:p>
          <a:p>
            <a:pPr algn="ctr">
              <a:lnSpc>
                <a:spcPct val="100000"/>
              </a:lnSpc>
              <a:tabLst>
                <a:tab pos="0" algn="l"/>
              </a:tabLst>
            </a:pPr>
            <a:r>
              <a:rPr lang="en" sz="1100" dirty="0">
                <a:solidFill>
                  <a:srgbClr val="434343"/>
                </a:solidFill>
                <a:latin typeface="EB Garamond"/>
                <a:ea typeface="EB Garamond"/>
              </a:rPr>
              <a:t>Properties that have a Metro station nearby </a:t>
            </a:r>
          </a:p>
          <a:p>
            <a:pPr algn="ctr">
              <a:lnSpc>
                <a:spcPct val="100000"/>
              </a:lnSpc>
              <a:tabLst>
                <a:tab pos="0" algn="l"/>
              </a:tabLst>
            </a:pPr>
            <a:r>
              <a:rPr lang="en-US" sz="1100" dirty="0">
                <a:solidFill>
                  <a:srgbClr val="434343"/>
                </a:solidFill>
                <a:latin typeface="EB Garamond"/>
                <a:ea typeface="EB Garamond"/>
              </a:rPr>
              <a:t>r</a:t>
            </a:r>
            <a:r>
              <a:rPr lang="en" sz="1100" dirty="0">
                <a:solidFill>
                  <a:srgbClr val="434343"/>
                </a:solidFill>
                <a:latin typeface="EB Garamond"/>
                <a:ea typeface="EB Garamond"/>
              </a:rPr>
              <a:t>esults in an increase of price by around </a:t>
            </a:r>
            <a:r>
              <a:rPr lang="en" sz="1100" u="sng" dirty="0">
                <a:solidFill>
                  <a:srgbClr val="434343"/>
                </a:solidFill>
                <a:latin typeface="EB Garamond"/>
                <a:ea typeface="EB Garamond"/>
              </a:rPr>
              <a:t>3.5%.</a:t>
            </a:r>
            <a:endParaRPr lang="en-US" sz="1100" b="0" u="sng" strike="noStrike" dirty="0">
              <a:solidFill>
                <a:srgbClr val="000000"/>
              </a:solidFill>
              <a:effectLst/>
              <a:uFillTx/>
              <a:latin typeface="Arial"/>
            </a:endParaRPr>
          </a:p>
        </p:txBody>
      </p:sp>
      <p:sp>
        <p:nvSpPr>
          <p:cNvPr id="1530" name="PlaceHolder 1"/>
          <p:cNvSpPr>
            <a:spLocks noGrp="1"/>
          </p:cNvSpPr>
          <p:nvPr>
            <p:ph type="title"/>
          </p:nvPr>
        </p:nvSpPr>
        <p:spPr>
          <a:xfrm>
            <a:off x="790920" y="720000"/>
            <a:ext cx="5011920" cy="313920"/>
          </a:xfrm>
          <a:prstGeom prst="rect">
            <a:avLst/>
          </a:prstGeom>
          <a:noFill/>
          <a:ln w="0">
            <a:noFill/>
          </a:ln>
        </p:spPr>
        <p:txBody>
          <a:bodyPr lIns="91440" tIns="91440" rIns="91440" bIns="91440" anchor="b">
            <a:noAutofit/>
          </a:bodyPr>
          <a:lstStyle/>
          <a:p>
            <a:pPr indent="0">
              <a:lnSpc>
                <a:spcPct val="100000"/>
              </a:lnSpc>
              <a:buNone/>
              <a:tabLst>
                <a:tab pos="0" algn="l"/>
              </a:tabLst>
            </a:pPr>
            <a:r>
              <a:rPr lang="en" sz="1200" b="0" u="none" strike="noStrike">
                <a:solidFill>
                  <a:srgbClr val="FFFFFF"/>
                </a:solidFill>
                <a:effectLst/>
                <a:uFillTx/>
                <a:latin typeface="Arial"/>
              </a:rPr>
              <a:t>Quick Summary</a:t>
            </a:r>
            <a:endParaRPr lang="en-US" sz="1200" b="0" u="none" strike="noStrike">
              <a:solidFill>
                <a:srgbClr val="000000"/>
              </a:solidFill>
              <a:effectLst/>
              <a:uFillTx/>
              <a:latin typeface="Arial"/>
            </a:endParaRPr>
          </a:p>
        </p:txBody>
      </p:sp>
      <p:sp>
        <p:nvSpPr>
          <p:cNvPr id="1531" name="Google Shape;730;p 1"/>
          <p:cNvSpPr/>
          <p:nvPr/>
        </p:nvSpPr>
        <p:spPr>
          <a:xfrm>
            <a:off x="1458400" y="1513620"/>
            <a:ext cx="7638120" cy="861120"/>
          </a:xfrm>
          <a:prstGeom prst="rect">
            <a:avLst/>
          </a:prstGeom>
          <a:noFill/>
          <a:ln w="0">
            <a:noFill/>
          </a:ln>
        </p:spPr>
        <p:style>
          <a:lnRef idx="0">
            <a:scrgbClr r="0" g="0" b="0"/>
          </a:lnRef>
          <a:fillRef idx="0">
            <a:scrgbClr r="0" g="0" b="0"/>
          </a:fillRef>
          <a:effectRef idx="0">
            <a:scrgbClr r="0" g="0" b="0"/>
          </a:effectRef>
          <a:fontRef idx="minor"/>
        </p:style>
        <p:txBody>
          <a:bodyPr lIns="0" tIns="6480" rIns="0" bIns="0" anchor="t">
            <a:noAutofit/>
          </a:bodyPr>
          <a:lstStyle/>
          <a:p>
            <a:pPr algn="ctr">
              <a:lnSpc>
                <a:spcPct val="100000"/>
              </a:lnSpc>
              <a:tabLst>
                <a:tab pos="0" algn="l"/>
              </a:tabLst>
            </a:pPr>
            <a:r>
              <a:rPr lang="en" sz="1200" dirty="0">
                <a:solidFill>
                  <a:srgbClr val="434343"/>
                </a:solidFill>
                <a:latin typeface="Montserrat ExtraBold"/>
              </a:rPr>
              <a:t>Location</a:t>
            </a:r>
            <a:endParaRPr lang="en-US" sz="1200" dirty="0">
              <a:solidFill>
                <a:srgbClr val="000000"/>
              </a:solidFill>
              <a:latin typeface="Arial"/>
            </a:endParaRPr>
          </a:p>
          <a:p>
            <a:pPr algn="ctr">
              <a:lnSpc>
                <a:spcPct val="100000"/>
              </a:lnSpc>
              <a:tabLst>
                <a:tab pos="0" algn="l"/>
              </a:tabLst>
            </a:pPr>
            <a:r>
              <a:rPr lang="en" sz="1100" dirty="0">
                <a:solidFill>
                  <a:srgbClr val="434343"/>
                </a:solidFill>
                <a:latin typeface="EB Garamond"/>
                <a:ea typeface="EB Garamond"/>
              </a:rPr>
              <a:t>Location of the properties is influenced aproximetly by</a:t>
            </a:r>
          </a:p>
          <a:p>
            <a:pPr algn="ctr">
              <a:lnSpc>
                <a:spcPct val="100000"/>
              </a:lnSpc>
              <a:tabLst>
                <a:tab pos="0" algn="l"/>
              </a:tabLst>
            </a:pPr>
            <a:r>
              <a:rPr lang="en" sz="1100" u="sng" dirty="0">
                <a:solidFill>
                  <a:srgbClr val="434343"/>
                </a:solidFill>
                <a:latin typeface="EB Garamond"/>
                <a:ea typeface="EB Garamond"/>
              </a:rPr>
              <a:t> -2%</a:t>
            </a:r>
            <a:r>
              <a:rPr lang="en" sz="1100" dirty="0">
                <a:solidFill>
                  <a:srgbClr val="434343"/>
                </a:solidFill>
                <a:latin typeface="EB Garamond"/>
                <a:ea typeface="EB Garamond"/>
              </a:rPr>
              <a:t> for every 1km - North off the Center</a:t>
            </a:r>
          </a:p>
          <a:p>
            <a:pPr algn="ctr">
              <a:lnSpc>
                <a:spcPct val="100000"/>
              </a:lnSpc>
              <a:tabLst>
                <a:tab pos="0" algn="l"/>
              </a:tabLst>
            </a:pPr>
            <a:r>
              <a:rPr lang="en" sz="1100" u="sng" dirty="0">
                <a:solidFill>
                  <a:srgbClr val="434343"/>
                </a:solidFill>
                <a:latin typeface="EB Garamond"/>
                <a:ea typeface="EB Garamond"/>
              </a:rPr>
              <a:t>+1% </a:t>
            </a:r>
            <a:r>
              <a:rPr lang="en" sz="1100" dirty="0">
                <a:solidFill>
                  <a:srgbClr val="434343"/>
                </a:solidFill>
                <a:latin typeface="EB Garamond"/>
                <a:ea typeface="EB Garamond"/>
              </a:rPr>
              <a:t>for every 1km – East off the Center  </a:t>
            </a:r>
            <a:endParaRPr lang="en-US" sz="1100" b="0" u="none" strike="noStrike" dirty="0">
              <a:solidFill>
                <a:srgbClr val="000000"/>
              </a:solidFill>
              <a:effectLst/>
              <a:uFillTx/>
              <a:latin typeface="Arial"/>
            </a:endParaRPr>
          </a:p>
        </p:txBody>
      </p:sp>
      <p:sp>
        <p:nvSpPr>
          <p:cNvPr id="1532" name="Google Shape;730;p 2"/>
          <p:cNvSpPr/>
          <p:nvPr/>
        </p:nvSpPr>
        <p:spPr>
          <a:xfrm>
            <a:off x="1458400" y="3553380"/>
            <a:ext cx="7638120" cy="861120"/>
          </a:xfrm>
          <a:prstGeom prst="rect">
            <a:avLst/>
          </a:prstGeom>
          <a:noFill/>
          <a:ln w="0">
            <a:noFill/>
          </a:ln>
        </p:spPr>
        <p:style>
          <a:lnRef idx="0">
            <a:scrgbClr r="0" g="0" b="0"/>
          </a:lnRef>
          <a:fillRef idx="0">
            <a:scrgbClr r="0" g="0" b="0"/>
          </a:fillRef>
          <a:effectRef idx="0">
            <a:scrgbClr r="0" g="0" b="0"/>
          </a:effectRef>
          <a:fontRef idx="minor"/>
        </p:style>
        <p:txBody>
          <a:bodyPr lIns="0" tIns="6480" rIns="0" bIns="0" anchor="t">
            <a:noAutofit/>
          </a:bodyPr>
          <a:lstStyle/>
          <a:p>
            <a:pPr algn="ctr">
              <a:lnSpc>
                <a:spcPct val="100000"/>
              </a:lnSpc>
              <a:tabLst>
                <a:tab pos="0" algn="l"/>
              </a:tabLst>
            </a:pPr>
            <a:r>
              <a:rPr lang="en" sz="1100" dirty="0">
                <a:solidFill>
                  <a:srgbClr val="434343"/>
                </a:solidFill>
                <a:latin typeface="Montserrat ExtraBold"/>
                <a:ea typeface="EB Garamond"/>
              </a:rPr>
              <a:t>Cental Heating &amp; Personal Seller</a:t>
            </a:r>
          </a:p>
          <a:p>
            <a:pPr algn="ctr">
              <a:lnSpc>
                <a:spcPct val="100000"/>
              </a:lnSpc>
              <a:tabLst>
                <a:tab pos="0" algn="l"/>
              </a:tabLst>
            </a:pPr>
            <a:r>
              <a:rPr lang="en" sz="1100" dirty="0">
                <a:solidFill>
                  <a:srgbClr val="434343"/>
                </a:solidFill>
                <a:latin typeface="EB Garamond"/>
                <a:ea typeface="EB Garamond"/>
              </a:rPr>
              <a:t>Central Heating increases the price by around </a:t>
            </a:r>
            <a:r>
              <a:rPr lang="en" sz="1100" u="sng" dirty="0">
                <a:solidFill>
                  <a:srgbClr val="434343"/>
                </a:solidFill>
                <a:latin typeface="EB Garamond"/>
                <a:ea typeface="EB Garamond"/>
              </a:rPr>
              <a:t>8%</a:t>
            </a:r>
          </a:p>
          <a:p>
            <a:pPr algn="ctr">
              <a:lnSpc>
                <a:spcPct val="100000"/>
              </a:lnSpc>
              <a:tabLst>
                <a:tab pos="0" algn="l"/>
              </a:tabLst>
            </a:pPr>
            <a:r>
              <a:rPr lang="en-US" sz="1100" dirty="0">
                <a:solidFill>
                  <a:srgbClr val="434343"/>
                </a:solidFill>
                <a:latin typeface="EB Garamond"/>
                <a:ea typeface="EB Garamond"/>
              </a:rPr>
              <a:t>&amp;</a:t>
            </a:r>
            <a:r>
              <a:rPr lang="en" sz="1100" dirty="0">
                <a:solidFill>
                  <a:srgbClr val="434343"/>
                </a:solidFill>
                <a:latin typeface="EB Garamond"/>
                <a:ea typeface="EB Garamond"/>
              </a:rPr>
              <a:t> Personal Seller increases the price by around </a:t>
            </a:r>
            <a:r>
              <a:rPr lang="en" sz="1100" u="sng" dirty="0">
                <a:solidFill>
                  <a:srgbClr val="434343"/>
                </a:solidFill>
                <a:latin typeface="EB Garamond"/>
                <a:ea typeface="EB Garamond"/>
              </a:rPr>
              <a:t>6%</a:t>
            </a:r>
            <a:r>
              <a:rPr lang="en" sz="1100" dirty="0">
                <a:solidFill>
                  <a:srgbClr val="434343"/>
                </a:solidFill>
                <a:latin typeface="EB Garamond"/>
                <a:ea typeface="EB Garamond"/>
              </a:rPr>
              <a:t>    </a:t>
            </a:r>
          </a:p>
        </p:txBody>
      </p:sp>
      <p:sp>
        <p:nvSpPr>
          <p:cNvPr id="10" name="Google Shape;2013;p37">
            <a:extLst>
              <a:ext uri="{FF2B5EF4-FFF2-40B4-BE49-F238E27FC236}">
                <a16:creationId xmlns:a16="http://schemas.microsoft.com/office/drawing/2014/main" id="{D9DC908F-CA27-4772-8A59-DF11A5A81966}"/>
              </a:ext>
            </a:extLst>
          </p:cNvPr>
          <p:cNvSpPr/>
          <p:nvPr/>
        </p:nvSpPr>
        <p:spPr>
          <a:xfrm>
            <a:off x="1591735" y="1374480"/>
            <a:ext cx="841680" cy="785160"/>
          </a:xfrm>
          <a:custGeom>
            <a:avLst/>
            <a:gdLst>
              <a:gd name="textAreaLeft" fmla="*/ 0 w 841680"/>
              <a:gd name="textAreaRight" fmla="*/ 842040 w 841680"/>
              <a:gd name="textAreaTop" fmla="*/ 0 h 785160"/>
              <a:gd name="textAreaBottom" fmla="*/ 785520 h 785160"/>
            </a:gdLst>
            <a:ahLst/>
            <a:cxnLst/>
            <a:rect l="textAreaLeft" t="textAreaTop" r="textAreaRight" b="textAreaBottom"/>
            <a:pathLst>
              <a:path w="222335" h="207442">
                <a:moveTo>
                  <a:pt x="111166" y="0"/>
                </a:moveTo>
                <a:cubicBezTo>
                  <a:pt x="61718" y="0"/>
                  <a:pt x="19815" y="30118"/>
                  <a:pt x="5374" y="71768"/>
                </a:cubicBezTo>
                <a:cubicBezTo>
                  <a:pt x="5089" y="72589"/>
                  <a:pt x="4815" y="73415"/>
                  <a:pt x="4553" y="74247"/>
                </a:cubicBezTo>
                <a:cubicBezTo>
                  <a:pt x="4022" y="75914"/>
                  <a:pt x="3538" y="77600"/>
                  <a:pt x="3098" y="79302"/>
                </a:cubicBezTo>
                <a:cubicBezTo>
                  <a:pt x="2071" y="83268"/>
                  <a:pt x="1296" y="87293"/>
                  <a:pt x="778" y="91356"/>
                </a:cubicBezTo>
                <a:cubicBezTo>
                  <a:pt x="261" y="95457"/>
                  <a:pt x="1" y="99587"/>
                  <a:pt x="1" y="103719"/>
                </a:cubicBezTo>
                <a:cubicBezTo>
                  <a:pt x="1" y="104575"/>
                  <a:pt x="12" y="105425"/>
                  <a:pt x="36" y="106275"/>
                </a:cubicBezTo>
                <a:cubicBezTo>
                  <a:pt x="61" y="107255"/>
                  <a:pt x="102" y="108233"/>
                  <a:pt x="157" y="109208"/>
                </a:cubicBezTo>
                <a:cubicBezTo>
                  <a:pt x="374" y="113120"/>
                  <a:pt x="827" y="117015"/>
                  <a:pt x="1514" y="120872"/>
                </a:cubicBezTo>
                <a:cubicBezTo>
                  <a:pt x="1934" y="123229"/>
                  <a:pt x="2440" y="125560"/>
                  <a:pt x="3032" y="127865"/>
                </a:cubicBezTo>
                <a:cubicBezTo>
                  <a:pt x="7117" y="143853"/>
                  <a:pt x="15168" y="158405"/>
                  <a:pt x="26164" y="170564"/>
                </a:cubicBezTo>
                <a:cubicBezTo>
                  <a:pt x="27231" y="171746"/>
                  <a:pt x="28328" y="172904"/>
                  <a:pt x="29455" y="174040"/>
                </a:cubicBezTo>
                <a:cubicBezTo>
                  <a:pt x="49760" y="194576"/>
                  <a:pt x="78852" y="207441"/>
                  <a:pt x="111166" y="207441"/>
                </a:cubicBezTo>
                <a:cubicBezTo>
                  <a:pt x="113799" y="207440"/>
                  <a:pt x="116406" y="207355"/>
                  <a:pt x="118992" y="207188"/>
                </a:cubicBezTo>
                <a:cubicBezTo>
                  <a:pt x="158833" y="204602"/>
                  <a:pt x="192888" y="182429"/>
                  <a:pt x="210177" y="150923"/>
                </a:cubicBezTo>
                <a:cubicBezTo>
                  <a:pt x="213033" y="145721"/>
                  <a:pt x="215418" y="140273"/>
                  <a:pt x="217304" y="134646"/>
                </a:cubicBezTo>
                <a:cubicBezTo>
                  <a:pt x="218971" y="129659"/>
                  <a:pt x="220232" y="124545"/>
                  <a:pt x="221077" y="119355"/>
                </a:cubicBezTo>
                <a:cubicBezTo>
                  <a:pt x="221361" y="117605"/>
                  <a:pt x="221597" y="115840"/>
                  <a:pt x="221783" y="114063"/>
                </a:cubicBezTo>
                <a:cubicBezTo>
                  <a:pt x="222151" y="110627"/>
                  <a:pt x="222334" y="107174"/>
                  <a:pt x="222333" y="103721"/>
                </a:cubicBezTo>
                <a:cubicBezTo>
                  <a:pt x="222334" y="101968"/>
                  <a:pt x="222286" y="100226"/>
                  <a:pt x="222192" y="98495"/>
                </a:cubicBezTo>
                <a:cubicBezTo>
                  <a:pt x="221758" y="90266"/>
                  <a:pt x="220278" y="82126"/>
                  <a:pt x="217786" y="74270"/>
                </a:cubicBezTo>
                <a:cubicBezTo>
                  <a:pt x="217715" y="74054"/>
                  <a:pt x="217649" y="73834"/>
                  <a:pt x="217572" y="73618"/>
                </a:cubicBezTo>
                <a:cubicBezTo>
                  <a:pt x="216013" y="68816"/>
                  <a:pt x="214090" y="64142"/>
                  <a:pt x="211817" y="59637"/>
                </a:cubicBezTo>
                <a:cubicBezTo>
                  <a:pt x="211481" y="58969"/>
                  <a:pt x="211138" y="58307"/>
                  <a:pt x="210788" y="57650"/>
                </a:cubicBezTo>
                <a:cubicBezTo>
                  <a:pt x="208575" y="53494"/>
                  <a:pt x="206076" y="49496"/>
                  <a:pt x="203310" y="45684"/>
                </a:cubicBezTo>
                <a:cubicBezTo>
                  <a:pt x="183945" y="18961"/>
                  <a:pt x="151575" y="1120"/>
                  <a:pt x="114673" y="51"/>
                </a:cubicBezTo>
                <a:cubicBezTo>
                  <a:pt x="113509" y="16"/>
                  <a:pt x="112340" y="0"/>
                  <a:pt x="111166" y="0"/>
                </a:cubicBezTo>
                <a:close/>
              </a:path>
            </a:pathLst>
          </a:custGeom>
          <a:solidFill>
            <a:srgbClr val="9AD7D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1" name="Google Shape;2014;p37">
            <a:extLst>
              <a:ext uri="{FF2B5EF4-FFF2-40B4-BE49-F238E27FC236}">
                <a16:creationId xmlns:a16="http://schemas.microsoft.com/office/drawing/2014/main" id="{CB03CAB9-7CCE-4CE2-A40B-E215543FE625}"/>
              </a:ext>
            </a:extLst>
          </p:cNvPr>
          <p:cNvSpPr/>
          <p:nvPr/>
        </p:nvSpPr>
        <p:spPr>
          <a:xfrm>
            <a:off x="1923655" y="1568160"/>
            <a:ext cx="510120" cy="219600"/>
          </a:xfrm>
          <a:custGeom>
            <a:avLst/>
            <a:gdLst>
              <a:gd name="textAreaLeft" fmla="*/ 0 w 510120"/>
              <a:gd name="textAreaRight" fmla="*/ 510480 w 510120"/>
              <a:gd name="textAreaTop" fmla="*/ 0 h 219600"/>
              <a:gd name="textAreaBottom" fmla="*/ 219960 h 219600"/>
            </a:gdLst>
            <a:ahLst/>
            <a:cxnLst/>
            <a:rect l="textAreaLeft" t="textAreaTop" r="textAreaRight" b="textAreaBottom"/>
            <a:pathLst>
              <a:path w="138665" h="58103">
                <a:moveTo>
                  <a:pt x="96976" y="1"/>
                </a:moveTo>
                <a:cubicBezTo>
                  <a:pt x="92218" y="1"/>
                  <a:pt x="87621" y="993"/>
                  <a:pt x="83165" y="2569"/>
                </a:cubicBezTo>
                <a:cubicBezTo>
                  <a:pt x="76061" y="5084"/>
                  <a:pt x="69321" y="9086"/>
                  <a:pt x="62868" y="12917"/>
                </a:cubicBezTo>
                <a:cubicBezTo>
                  <a:pt x="53927" y="18233"/>
                  <a:pt x="44844" y="23388"/>
                  <a:pt x="35318" y="27749"/>
                </a:cubicBezTo>
                <a:cubicBezTo>
                  <a:pt x="34803" y="27985"/>
                  <a:pt x="34287" y="28218"/>
                  <a:pt x="33769" y="28450"/>
                </a:cubicBezTo>
                <a:cubicBezTo>
                  <a:pt x="24832" y="32440"/>
                  <a:pt x="15485" y="34195"/>
                  <a:pt x="6374" y="37445"/>
                </a:cubicBezTo>
                <a:cubicBezTo>
                  <a:pt x="3769" y="38373"/>
                  <a:pt x="0" y="40768"/>
                  <a:pt x="758" y="43901"/>
                </a:cubicBezTo>
                <a:cubicBezTo>
                  <a:pt x="1551" y="47200"/>
                  <a:pt x="8287" y="48645"/>
                  <a:pt x="11187" y="49680"/>
                </a:cubicBezTo>
                <a:cubicBezTo>
                  <a:pt x="24817" y="54546"/>
                  <a:pt x="39322" y="56584"/>
                  <a:pt x="53872" y="57455"/>
                </a:cubicBezTo>
                <a:lnTo>
                  <a:pt x="53875" y="57455"/>
                </a:lnTo>
                <a:cubicBezTo>
                  <a:pt x="59616" y="57799"/>
                  <a:pt x="65365" y="57962"/>
                  <a:pt x="71069" y="58046"/>
                </a:cubicBezTo>
                <a:cubicBezTo>
                  <a:pt x="73468" y="58081"/>
                  <a:pt x="75871" y="58103"/>
                  <a:pt x="78275" y="58103"/>
                </a:cubicBezTo>
                <a:cubicBezTo>
                  <a:pt x="90561" y="58103"/>
                  <a:pt x="102869" y="57519"/>
                  <a:pt x="114847" y="55050"/>
                </a:cubicBezTo>
                <a:cubicBezTo>
                  <a:pt x="123052" y="53356"/>
                  <a:pt x="130971" y="50810"/>
                  <a:pt x="138664" y="47700"/>
                </a:cubicBezTo>
                <a:cubicBezTo>
                  <a:pt x="138256" y="39941"/>
                  <a:pt x="136940" y="32256"/>
                  <a:pt x="134744" y="24803"/>
                </a:cubicBezTo>
                <a:cubicBezTo>
                  <a:pt x="134551" y="24146"/>
                  <a:pt x="134351" y="23492"/>
                  <a:pt x="134145" y="22842"/>
                </a:cubicBezTo>
                <a:cubicBezTo>
                  <a:pt x="134071" y="22620"/>
                  <a:pt x="134003" y="22395"/>
                  <a:pt x="133926" y="22172"/>
                </a:cubicBezTo>
                <a:cubicBezTo>
                  <a:pt x="132326" y="17247"/>
                  <a:pt x="130351" y="12451"/>
                  <a:pt x="128018" y="7826"/>
                </a:cubicBezTo>
                <a:cubicBezTo>
                  <a:pt x="122643" y="5909"/>
                  <a:pt x="117207" y="4168"/>
                  <a:pt x="111708" y="2598"/>
                </a:cubicBezTo>
                <a:cubicBezTo>
                  <a:pt x="107398" y="1369"/>
                  <a:pt x="103007" y="241"/>
                  <a:pt x="98506" y="35"/>
                </a:cubicBezTo>
                <a:cubicBezTo>
                  <a:pt x="97994" y="12"/>
                  <a:pt x="97484" y="1"/>
                  <a:pt x="96976"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2" name="Google Shape;2015;p37">
            <a:extLst>
              <a:ext uri="{FF2B5EF4-FFF2-40B4-BE49-F238E27FC236}">
                <a16:creationId xmlns:a16="http://schemas.microsoft.com/office/drawing/2014/main" id="{36E0D373-C263-45F8-8185-90137F2379E1}"/>
              </a:ext>
            </a:extLst>
          </p:cNvPr>
          <p:cNvSpPr/>
          <p:nvPr/>
        </p:nvSpPr>
        <p:spPr>
          <a:xfrm>
            <a:off x="2238655" y="1568160"/>
            <a:ext cx="176040" cy="93600"/>
          </a:xfrm>
          <a:custGeom>
            <a:avLst/>
            <a:gdLst>
              <a:gd name="textAreaLeft" fmla="*/ 0 w 176040"/>
              <a:gd name="textAreaRight" fmla="*/ 176400 w 176040"/>
              <a:gd name="textAreaTop" fmla="*/ 0 h 93600"/>
              <a:gd name="textAreaBottom" fmla="*/ 93960 h 93600"/>
            </a:gdLst>
            <a:ahLst/>
            <a:cxnLst/>
            <a:rect l="textAreaLeft" t="textAreaTop" r="textAreaRight" b="textAreaBottom"/>
            <a:pathLst>
              <a:path w="51581" h="24803">
                <a:moveTo>
                  <a:pt x="13812" y="1"/>
                </a:moveTo>
                <a:cubicBezTo>
                  <a:pt x="9054" y="1"/>
                  <a:pt x="4457" y="993"/>
                  <a:pt x="1" y="2569"/>
                </a:cubicBezTo>
                <a:cubicBezTo>
                  <a:pt x="2541" y="2596"/>
                  <a:pt x="5116" y="2927"/>
                  <a:pt x="7779" y="3592"/>
                </a:cubicBezTo>
                <a:cubicBezTo>
                  <a:pt x="14589" y="5293"/>
                  <a:pt x="20805" y="8563"/>
                  <a:pt x="26940" y="11801"/>
                </a:cubicBezTo>
                <a:cubicBezTo>
                  <a:pt x="34206" y="15633"/>
                  <a:pt x="41473" y="19467"/>
                  <a:pt x="48740" y="23300"/>
                </a:cubicBezTo>
                <a:cubicBezTo>
                  <a:pt x="49687" y="23799"/>
                  <a:pt x="50633" y="24300"/>
                  <a:pt x="51580" y="24803"/>
                </a:cubicBezTo>
                <a:cubicBezTo>
                  <a:pt x="51386" y="24146"/>
                  <a:pt x="51187" y="23492"/>
                  <a:pt x="50981" y="22842"/>
                </a:cubicBezTo>
                <a:cubicBezTo>
                  <a:pt x="50907" y="22620"/>
                  <a:pt x="50839" y="22395"/>
                  <a:pt x="50762" y="22172"/>
                </a:cubicBezTo>
                <a:cubicBezTo>
                  <a:pt x="49162" y="17247"/>
                  <a:pt x="47187" y="12451"/>
                  <a:pt x="44854" y="7826"/>
                </a:cubicBezTo>
                <a:cubicBezTo>
                  <a:pt x="39479" y="5909"/>
                  <a:pt x="34043" y="4168"/>
                  <a:pt x="28544" y="2598"/>
                </a:cubicBezTo>
                <a:cubicBezTo>
                  <a:pt x="24234" y="1369"/>
                  <a:pt x="19843" y="241"/>
                  <a:pt x="15342" y="35"/>
                </a:cubicBezTo>
                <a:cubicBezTo>
                  <a:pt x="14830" y="12"/>
                  <a:pt x="14320" y="1"/>
                  <a:pt x="1381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3" name="Google Shape;2016;p37">
            <a:extLst>
              <a:ext uri="{FF2B5EF4-FFF2-40B4-BE49-F238E27FC236}">
                <a16:creationId xmlns:a16="http://schemas.microsoft.com/office/drawing/2014/main" id="{FF845723-BDC6-4284-A920-218238A84F73}"/>
              </a:ext>
            </a:extLst>
          </p:cNvPr>
          <p:cNvSpPr/>
          <p:nvPr/>
        </p:nvSpPr>
        <p:spPr>
          <a:xfrm>
            <a:off x="1591735" y="1550520"/>
            <a:ext cx="637200" cy="248760"/>
          </a:xfrm>
          <a:custGeom>
            <a:avLst/>
            <a:gdLst>
              <a:gd name="textAreaLeft" fmla="*/ 0 w 637200"/>
              <a:gd name="textAreaRight" fmla="*/ 637560 w 637200"/>
              <a:gd name="textAreaTop" fmla="*/ 0 h 248760"/>
              <a:gd name="textAreaBottom" fmla="*/ 249120 h 248760"/>
            </a:gdLst>
            <a:ahLst/>
            <a:cxnLst/>
            <a:rect l="textAreaLeft" t="textAreaTop" r="textAreaRight" b="textAreaBottom"/>
            <a:pathLst>
              <a:path w="171647" h="65748">
                <a:moveTo>
                  <a:pt x="61776" y="0"/>
                </a:moveTo>
                <a:cubicBezTo>
                  <a:pt x="54805" y="0"/>
                  <a:pt x="48212" y="2692"/>
                  <a:pt x="41890" y="6184"/>
                </a:cubicBezTo>
                <a:cubicBezTo>
                  <a:pt x="38183" y="8231"/>
                  <a:pt x="34566" y="10554"/>
                  <a:pt x="31024" y="12771"/>
                </a:cubicBezTo>
                <a:cubicBezTo>
                  <a:pt x="22460" y="18121"/>
                  <a:pt x="13677" y="23028"/>
                  <a:pt x="4671" y="27490"/>
                </a:cubicBezTo>
                <a:cubicBezTo>
                  <a:pt x="2855" y="33213"/>
                  <a:pt x="1559" y="39089"/>
                  <a:pt x="798" y="45045"/>
                </a:cubicBezTo>
                <a:cubicBezTo>
                  <a:pt x="267" y="49253"/>
                  <a:pt x="0" y="53491"/>
                  <a:pt x="0" y="57734"/>
                </a:cubicBezTo>
                <a:cubicBezTo>
                  <a:pt x="0" y="58610"/>
                  <a:pt x="12" y="59483"/>
                  <a:pt x="38" y="60355"/>
                </a:cubicBezTo>
                <a:cubicBezTo>
                  <a:pt x="63" y="61362"/>
                  <a:pt x="103" y="62365"/>
                  <a:pt x="160" y="63365"/>
                </a:cubicBezTo>
                <a:cubicBezTo>
                  <a:pt x="22604" y="65198"/>
                  <a:pt x="45144" y="65747"/>
                  <a:pt x="67677" y="65747"/>
                </a:cubicBezTo>
                <a:cubicBezTo>
                  <a:pt x="73831" y="65747"/>
                  <a:pt x="79985" y="65706"/>
                  <a:pt x="86136" y="65639"/>
                </a:cubicBezTo>
                <a:cubicBezTo>
                  <a:pt x="104898" y="65435"/>
                  <a:pt x="123773" y="64976"/>
                  <a:pt x="142314" y="62257"/>
                </a:cubicBezTo>
                <a:cubicBezTo>
                  <a:pt x="142612" y="62216"/>
                  <a:pt x="142909" y="62170"/>
                  <a:pt x="143207" y="62127"/>
                </a:cubicBezTo>
                <a:cubicBezTo>
                  <a:pt x="148953" y="61266"/>
                  <a:pt x="154668" y="60181"/>
                  <a:pt x="160336" y="58817"/>
                </a:cubicBezTo>
                <a:cubicBezTo>
                  <a:pt x="164406" y="57839"/>
                  <a:pt x="168636" y="56609"/>
                  <a:pt x="171647" y="53601"/>
                </a:cubicBezTo>
                <a:cubicBezTo>
                  <a:pt x="154691" y="50653"/>
                  <a:pt x="139225" y="41949"/>
                  <a:pt x="124652" y="32421"/>
                </a:cubicBezTo>
                <a:cubicBezTo>
                  <a:pt x="124117" y="32072"/>
                  <a:pt x="123584" y="31721"/>
                  <a:pt x="123050" y="31368"/>
                </a:cubicBezTo>
                <a:cubicBezTo>
                  <a:pt x="108006" y="21435"/>
                  <a:pt x="93337" y="10575"/>
                  <a:pt x="76800" y="3664"/>
                </a:cubicBezTo>
                <a:cubicBezTo>
                  <a:pt x="72533" y="1880"/>
                  <a:pt x="68098" y="357"/>
                  <a:pt x="63506" y="56"/>
                </a:cubicBezTo>
                <a:cubicBezTo>
                  <a:pt x="62927" y="19"/>
                  <a:pt x="62350" y="0"/>
                  <a:pt x="61776" y="0"/>
                </a:cubicBezTo>
                <a:close/>
              </a:path>
            </a:pathLst>
          </a:custGeom>
          <a:solidFill>
            <a:srgbClr val="74C1B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4" name="Google Shape;2017;p37">
            <a:extLst>
              <a:ext uri="{FF2B5EF4-FFF2-40B4-BE49-F238E27FC236}">
                <a16:creationId xmlns:a16="http://schemas.microsoft.com/office/drawing/2014/main" id="{BB56E7DA-AD43-42F1-A9C1-8D3E224017F3}"/>
              </a:ext>
            </a:extLst>
          </p:cNvPr>
          <p:cNvSpPr/>
          <p:nvPr/>
        </p:nvSpPr>
        <p:spPr>
          <a:xfrm>
            <a:off x="1744015" y="1550520"/>
            <a:ext cx="491040" cy="235440"/>
          </a:xfrm>
          <a:custGeom>
            <a:avLst/>
            <a:gdLst>
              <a:gd name="textAreaLeft" fmla="*/ 0 w 491040"/>
              <a:gd name="textAreaRight" fmla="*/ 491400 w 491040"/>
              <a:gd name="textAreaTop" fmla="*/ 0 h 235440"/>
              <a:gd name="textAreaBottom" fmla="*/ 235800 h 235440"/>
            </a:gdLst>
            <a:ahLst/>
            <a:cxnLst/>
            <a:rect l="textAreaLeft" t="textAreaTop" r="textAreaRight" b="textAreaBottom"/>
            <a:pathLst>
              <a:path w="129757" h="62257">
                <a:moveTo>
                  <a:pt x="19886" y="0"/>
                </a:moveTo>
                <a:cubicBezTo>
                  <a:pt x="12915" y="0"/>
                  <a:pt x="6322" y="2692"/>
                  <a:pt x="0" y="6184"/>
                </a:cubicBezTo>
                <a:cubicBezTo>
                  <a:pt x="2567" y="6823"/>
                  <a:pt x="6471" y="6710"/>
                  <a:pt x="8008" y="7013"/>
                </a:cubicBezTo>
                <a:cubicBezTo>
                  <a:pt x="18222" y="9018"/>
                  <a:pt x="27793" y="13392"/>
                  <a:pt x="36431" y="18771"/>
                </a:cubicBezTo>
                <a:cubicBezTo>
                  <a:pt x="49636" y="26986"/>
                  <a:pt x="61000" y="37485"/>
                  <a:pt x="73425" y="46700"/>
                </a:cubicBezTo>
                <a:cubicBezTo>
                  <a:pt x="81709" y="52846"/>
                  <a:pt x="90701" y="58507"/>
                  <a:pt x="100424" y="62257"/>
                </a:cubicBezTo>
                <a:cubicBezTo>
                  <a:pt x="100722" y="62214"/>
                  <a:pt x="101020" y="62170"/>
                  <a:pt x="101317" y="62127"/>
                </a:cubicBezTo>
                <a:cubicBezTo>
                  <a:pt x="107063" y="61266"/>
                  <a:pt x="112778" y="60181"/>
                  <a:pt x="118446" y="58817"/>
                </a:cubicBezTo>
                <a:cubicBezTo>
                  <a:pt x="122516" y="57839"/>
                  <a:pt x="126746" y="56609"/>
                  <a:pt x="129757" y="53601"/>
                </a:cubicBezTo>
                <a:cubicBezTo>
                  <a:pt x="112801" y="50653"/>
                  <a:pt x="97335" y="41949"/>
                  <a:pt x="82760" y="32421"/>
                </a:cubicBezTo>
                <a:cubicBezTo>
                  <a:pt x="82227" y="32072"/>
                  <a:pt x="81694" y="31721"/>
                  <a:pt x="81160" y="31368"/>
                </a:cubicBezTo>
                <a:cubicBezTo>
                  <a:pt x="66115" y="21435"/>
                  <a:pt x="51447" y="10575"/>
                  <a:pt x="34910" y="3664"/>
                </a:cubicBezTo>
                <a:cubicBezTo>
                  <a:pt x="30643" y="1880"/>
                  <a:pt x="26208" y="357"/>
                  <a:pt x="21616" y="56"/>
                </a:cubicBezTo>
                <a:cubicBezTo>
                  <a:pt x="21037" y="19"/>
                  <a:pt x="20460" y="0"/>
                  <a:pt x="19886"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5" name="Google Shape;2018;p37">
            <a:extLst>
              <a:ext uri="{FF2B5EF4-FFF2-40B4-BE49-F238E27FC236}">
                <a16:creationId xmlns:a16="http://schemas.microsoft.com/office/drawing/2014/main" id="{B299E948-9C6F-4D24-857E-C31B0EB84FE1}"/>
              </a:ext>
            </a:extLst>
          </p:cNvPr>
          <p:cNvSpPr/>
          <p:nvPr/>
        </p:nvSpPr>
        <p:spPr>
          <a:xfrm>
            <a:off x="1875775" y="1972440"/>
            <a:ext cx="65520" cy="54000"/>
          </a:xfrm>
          <a:custGeom>
            <a:avLst/>
            <a:gdLst>
              <a:gd name="textAreaLeft" fmla="*/ 0 w 65520"/>
              <a:gd name="textAreaRight" fmla="*/ 65880 w 65520"/>
              <a:gd name="textAreaTop" fmla="*/ 0 h 54000"/>
              <a:gd name="textAreaBottom" fmla="*/ 54360 h 54000"/>
            </a:gdLst>
            <a:ahLst/>
            <a:cxnLst/>
            <a:rect l="textAreaLeft" t="textAreaTop" r="textAreaRight" b="textAreaBottom"/>
            <a:pathLst>
              <a:path w="17413" h="14389">
                <a:moveTo>
                  <a:pt x="6470" y="0"/>
                </a:moveTo>
                <a:cubicBezTo>
                  <a:pt x="5716" y="0"/>
                  <a:pt x="5197" y="932"/>
                  <a:pt x="5030" y="1695"/>
                </a:cubicBezTo>
                <a:cubicBezTo>
                  <a:pt x="4590" y="3698"/>
                  <a:pt x="4472" y="5761"/>
                  <a:pt x="4682" y="7802"/>
                </a:cubicBezTo>
                <a:cubicBezTo>
                  <a:pt x="4257" y="6084"/>
                  <a:pt x="3445" y="4450"/>
                  <a:pt x="2312" y="3039"/>
                </a:cubicBezTo>
                <a:cubicBezTo>
                  <a:pt x="1959" y="2599"/>
                  <a:pt x="1369" y="2164"/>
                  <a:pt x="848" y="2164"/>
                </a:cubicBezTo>
                <a:cubicBezTo>
                  <a:pt x="659" y="2164"/>
                  <a:pt x="479" y="2221"/>
                  <a:pt x="323" y="2357"/>
                </a:cubicBezTo>
                <a:cubicBezTo>
                  <a:pt x="29" y="2614"/>
                  <a:pt x="1" y="3035"/>
                  <a:pt x="12" y="3409"/>
                </a:cubicBezTo>
                <a:cubicBezTo>
                  <a:pt x="97" y="6397"/>
                  <a:pt x="1800" y="10601"/>
                  <a:pt x="3962" y="12885"/>
                </a:cubicBezTo>
                <a:cubicBezTo>
                  <a:pt x="4988" y="13968"/>
                  <a:pt x="6150" y="14388"/>
                  <a:pt x="7342" y="14388"/>
                </a:cubicBezTo>
                <a:cubicBezTo>
                  <a:pt x="9647" y="14388"/>
                  <a:pt x="12062" y="12816"/>
                  <a:pt x="13811" y="11420"/>
                </a:cubicBezTo>
                <a:cubicBezTo>
                  <a:pt x="15526" y="10053"/>
                  <a:pt x="17412" y="8276"/>
                  <a:pt x="17027" y="6202"/>
                </a:cubicBezTo>
                <a:cubicBezTo>
                  <a:pt x="16907" y="6195"/>
                  <a:pt x="16787" y="6191"/>
                  <a:pt x="16667" y="6191"/>
                </a:cubicBezTo>
                <a:cubicBezTo>
                  <a:pt x="14526" y="6191"/>
                  <a:pt x="12413" y="7333"/>
                  <a:pt x="11374" y="9084"/>
                </a:cubicBezTo>
                <a:cubicBezTo>
                  <a:pt x="12184" y="7269"/>
                  <a:pt x="12757" y="5356"/>
                  <a:pt x="13077" y="3394"/>
                </a:cubicBezTo>
                <a:cubicBezTo>
                  <a:pt x="13183" y="2748"/>
                  <a:pt x="13158" y="1917"/>
                  <a:pt x="12518" y="1651"/>
                </a:cubicBezTo>
                <a:cubicBezTo>
                  <a:pt x="12401" y="1603"/>
                  <a:pt x="12283" y="1581"/>
                  <a:pt x="12166" y="1581"/>
                </a:cubicBezTo>
                <a:cubicBezTo>
                  <a:pt x="11622" y="1581"/>
                  <a:pt x="11093" y="2051"/>
                  <a:pt x="10739" y="2496"/>
                </a:cubicBezTo>
                <a:cubicBezTo>
                  <a:pt x="9546" y="3992"/>
                  <a:pt x="8580" y="5656"/>
                  <a:pt x="7874" y="7435"/>
                </a:cubicBezTo>
                <a:cubicBezTo>
                  <a:pt x="7787" y="5538"/>
                  <a:pt x="7702" y="3644"/>
                  <a:pt x="7616" y="1747"/>
                </a:cubicBezTo>
                <a:cubicBezTo>
                  <a:pt x="7586" y="1066"/>
                  <a:pt x="7423" y="220"/>
                  <a:pt x="6719" y="33"/>
                </a:cubicBezTo>
                <a:cubicBezTo>
                  <a:pt x="6633" y="11"/>
                  <a:pt x="6550" y="0"/>
                  <a:pt x="6470" y="0"/>
                </a:cubicBezTo>
                <a:close/>
              </a:path>
            </a:pathLst>
          </a:custGeom>
          <a:solidFill>
            <a:srgbClr val="1A5B19"/>
          </a:solidFill>
          <a:ln w="0">
            <a:noFill/>
          </a:ln>
        </p:spPr>
        <p:style>
          <a:lnRef idx="0">
            <a:scrgbClr r="0" g="0" b="0"/>
          </a:lnRef>
          <a:fillRef idx="0">
            <a:scrgbClr r="0" g="0" b="0"/>
          </a:fillRef>
          <a:effectRef idx="0">
            <a:scrgbClr r="0" g="0" b="0"/>
          </a:effectRef>
          <a:fontRef idx="minor"/>
        </p:style>
        <p:txBody>
          <a:bodyPr tIns="27000" bIns="2700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6" name="Google Shape;2019;p37">
            <a:extLst>
              <a:ext uri="{FF2B5EF4-FFF2-40B4-BE49-F238E27FC236}">
                <a16:creationId xmlns:a16="http://schemas.microsoft.com/office/drawing/2014/main" id="{A7D3E5B7-E639-4DB4-A3F3-77E1D2618AD2}"/>
              </a:ext>
            </a:extLst>
          </p:cNvPr>
          <p:cNvSpPr/>
          <p:nvPr/>
        </p:nvSpPr>
        <p:spPr>
          <a:xfrm>
            <a:off x="1861735" y="1434600"/>
            <a:ext cx="104400" cy="42120"/>
          </a:xfrm>
          <a:custGeom>
            <a:avLst/>
            <a:gdLst>
              <a:gd name="textAreaLeft" fmla="*/ 0 w 104400"/>
              <a:gd name="textAreaRight" fmla="*/ 104760 w 104400"/>
              <a:gd name="textAreaTop" fmla="*/ 0 h 42120"/>
              <a:gd name="textAreaBottom" fmla="*/ 42480 h 42120"/>
            </a:gdLst>
            <a:ahLst/>
            <a:cxnLst/>
            <a:rect l="textAreaLeft" t="textAreaTop" r="textAreaRight" b="textAreaBottom"/>
            <a:pathLst>
              <a:path w="27655" h="11256">
                <a:moveTo>
                  <a:pt x="12262" y="1"/>
                </a:moveTo>
                <a:cubicBezTo>
                  <a:pt x="11512" y="1"/>
                  <a:pt x="10765" y="207"/>
                  <a:pt x="10162" y="621"/>
                </a:cubicBezTo>
                <a:cubicBezTo>
                  <a:pt x="9822" y="854"/>
                  <a:pt x="9526" y="1145"/>
                  <a:pt x="9286" y="1481"/>
                </a:cubicBezTo>
                <a:cubicBezTo>
                  <a:pt x="8551" y="2492"/>
                  <a:pt x="8301" y="3844"/>
                  <a:pt x="8156" y="5098"/>
                </a:cubicBezTo>
                <a:cubicBezTo>
                  <a:pt x="7706" y="4421"/>
                  <a:pt x="6863" y="4083"/>
                  <a:pt x="6005" y="4083"/>
                </a:cubicBezTo>
                <a:cubicBezTo>
                  <a:pt x="5446" y="4083"/>
                  <a:pt x="4880" y="4227"/>
                  <a:pt x="4416" y="4515"/>
                </a:cubicBezTo>
                <a:cubicBezTo>
                  <a:pt x="3239" y="5242"/>
                  <a:pt x="2693" y="6643"/>
                  <a:pt x="2755" y="7958"/>
                </a:cubicBezTo>
                <a:cubicBezTo>
                  <a:pt x="2561" y="7865"/>
                  <a:pt x="2353" y="7824"/>
                  <a:pt x="2144" y="7824"/>
                </a:cubicBezTo>
                <a:cubicBezTo>
                  <a:pt x="1484" y="7824"/>
                  <a:pt x="806" y="8239"/>
                  <a:pt x="459" y="8793"/>
                </a:cubicBezTo>
                <a:cubicBezTo>
                  <a:pt x="1" y="9521"/>
                  <a:pt x="231" y="10411"/>
                  <a:pt x="209" y="11255"/>
                </a:cubicBezTo>
                <a:lnTo>
                  <a:pt x="27135" y="11255"/>
                </a:lnTo>
                <a:cubicBezTo>
                  <a:pt x="27654" y="10438"/>
                  <a:pt x="27563" y="9147"/>
                  <a:pt x="26932" y="8401"/>
                </a:cubicBezTo>
                <a:cubicBezTo>
                  <a:pt x="26452" y="7832"/>
                  <a:pt x="25675" y="7503"/>
                  <a:pt x="24903" y="7503"/>
                </a:cubicBezTo>
                <a:cubicBezTo>
                  <a:pt x="24662" y="7503"/>
                  <a:pt x="24420" y="7536"/>
                  <a:pt x="24188" y="7603"/>
                </a:cubicBezTo>
                <a:cubicBezTo>
                  <a:pt x="24361" y="5425"/>
                  <a:pt x="24032" y="2934"/>
                  <a:pt x="22163" y="1623"/>
                </a:cubicBezTo>
                <a:cubicBezTo>
                  <a:pt x="21451" y="1123"/>
                  <a:pt x="20561" y="856"/>
                  <a:pt x="19671" y="856"/>
                </a:cubicBezTo>
                <a:cubicBezTo>
                  <a:pt x="19376" y="856"/>
                  <a:pt x="19082" y="885"/>
                  <a:pt x="18794" y="945"/>
                </a:cubicBezTo>
                <a:cubicBezTo>
                  <a:pt x="17639" y="1186"/>
                  <a:pt x="16610" y="1919"/>
                  <a:pt x="16056" y="2896"/>
                </a:cubicBezTo>
                <a:cubicBezTo>
                  <a:pt x="15755" y="1760"/>
                  <a:pt x="14889" y="751"/>
                  <a:pt x="13740" y="284"/>
                </a:cubicBezTo>
                <a:cubicBezTo>
                  <a:pt x="13276" y="95"/>
                  <a:pt x="12769" y="1"/>
                  <a:pt x="12262"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240" bIns="212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7" name="Google Shape;2020;p37">
            <a:extLst>
              <a:ext uri="{FF2B5EF4-FFF2-40B4-BE49-F238E27FC236}">
                <a16:creationId xmlns:a16="http://schemas.microsoft.com/office/drawing/2014/main" id="{49948851-ECE1-4CF7-9D76-54C197004F07}"/>
              </a:ext>
            </a:extLst>
          </p:cNvPr>
          <p:cNvSpPr/>
          <p:nvPr/>
        </p:nvSpPr>
        <p:spPr>
          <a:xfrm>
            <a:off x="1897015" y="1434600"/>
            <a:ext cx="69120" cy="42120"/>
          </a:xfrm>
          <a:custGeom>
            <a:avLst/>
            <a:gdLst>
              <a:gd name="textAreaLeft" fmla="*/ 0 w 69120"/>
              <a:gd name="textAreaRight" fmla="*/ 69480 w 69120"/>
              <a:gd name="textAreaTop" fmla="*/ 0 h 42120"/>
              <a:gd name="textAreaBottom" fmla="*/ 42480 h 42120"/>
            </a:gdLst>
            <a:ahLst/>
            <a:cxnLst/>
            <a:rect l="textAreaLeft" t="textAreaTop" r="textAreaRight" b="textAreaBottom"/>
            <a:pathLst>
              <a:path w="18371" h="11257">
                <a:moveTo>
                  <a:pt x="2976" y="1"/>
                </a:moveTo>
                <a:cubicBezTo>
                  <a:pt x="2227" y="1"/>
                  <a:pt x="1480" y="207"/>
                  <a:pt x="876" y="621"/>
                </a:cubicBezTo>
                <a:cubicBezTo>
                  <a:pt x="538" y="855"/>
                  <a:pt x="242" y="1146"/>
                  <a:pt x="0" y="1480"/>
                </a:cubicBezTo>
                <a:cubicBezTo>
                  <a:pt x="457" y="1298"/>
                  <a:pt x="959" y="1204"/>
                  <a:pt x="1460" y="1204"/>
                </a:cubicBezTo>
                <a:cubicBezTo>
                  <a:pt x="1893" y="1204"/>
                  <a:pt x="2325" y="1274"/>
                  <a:pt x="2727" y="1420"/>
                </a:cubicBezTo>
                <a:cubicBezTo>
                  <a:pt x="4226" y="1962"/>
                  <a:pt x="5250" y="3372"/>
                  <a:pt x="5483" y="4856"/>
                </a:cubicBezTo>
                <a:cubicBezTo>
                  <a:pt x="6220" y="4542"/>
                  <a:pt x="7040" y="4360"/>
                  <a:pt x="7849" y="4360"/>
                </a:cubicBezTo>
                <a:cubicBezTo>
                  <a:pt x="8556" y="4360"/>
                  <a:pt x="9255" y="4499"/>
                  <a:pt x="9881" y="4811"/>
                </a:cubicBezTo>
                <a:cubicBezTo>
                  <a:pt x="11222" y="5478"/>
                  <a:pt x="12072" y="7041"/>
                  <a:pt x="11581" y="8382"/>
                </a:cubicBezTo>
                <a:cubicBezTo>
                  <a:pt x="11710" y="8338"/>
                  <a:pt x="11840" y="8318"/>
                  <a:pt x="11971" y="8318"/>
                </a:cubicBezTo>
                <a:cubicBezTo>
                  <a:pt x="12663" y="8318"/>
                  <a:pt x="13331" y="8895"/>
                  <a:pt x="13525" y="9551"/>
                </a:cubicBezTo>
                <a:cubicBezTo>
                  <a:pt x="13688" y="10107"/>
                  <a:pt x="13611" y="10687"/>
                  <a:pt x="13465" y="11256"/>
                </a:cubicBezTo>
                <a:lnTo>
                  <a:pt x="17851" y="11256"/>
                </a:lnTo>
                <a:cubicBezTo>
                  <a:pt x="18370" y="10439"/>
                  <a:pt x="18277" y="9148"/>
                  <a:pt x="17648" y="8400"/>
                </a:cubicBezTo>
                <a:cubicBezTo>
                  <a:pt x="17167" y="7832"/>
                  <a:pt x="16391" y="7503"/>
                  <a:pt x="15618" y="7503"/>
                </a:cubicBezTo>
                <a:cubicBezTo>
                  <a:pt x="15376" y="7503"/>
                  <a:pt x="15135" y="7535"/>
                  <a:pt x="14903" y="7602"/>
                </a:cubicBezTo>
                <a:cubicBezTo>
                  <a:pt x="15076" y="5426"/>
                  <a:pt x="14748" y="2935"/>
                  <a:pt x="12878" y="1623"/>
                </a:cubicBezTo>
                <a:cubicBezTo>
                  <a:pt x="12167" y="1123"/>
                  <a:pt x="11276" y="857"/>
                  <a:pt x="10387" y="857"/>
                </a:cubicBezTo>
                <a:cubicBezTo>
                  <a:pt x="10092" y="857"/>
                  <a:pt x="9798" y="886"/>
                  <a:pt x="9510" y="946"/>
                </a:cubicBezTo>
                <a:cubicBezTo>
                  <a:pt x="8353" y="1185"/>
                  <a:pt x="7326" y="1919"/>
                  <a:pt x="6772" y="2897"/>
                </a:cubicBezTo>
                <a:cubicBezTo>
                  <a:pt x="6469" y="1760"/>
                  <a:pt x="5605" y="751"/>
                  <a:pt x="4455" y="283"/>
                </a:cubicBezTo>
                <a:cubicBezTo>
                  <a:pt x="3991" y="95"/>
                  <a:pt x="3483" y="1"/>
                  <a:pt x="297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240" bIns="212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8" name="Google Shape;2021;p37">
            <a:extLst>
              <a:ext uri="{FF2B5EF4-FFF2-40B4-BE49-F238E27FC236}">
                <a16:creationId xmlns:a16="http://schemas.microsoft.com/office/drawing/2014/main" id="{658A68D5-87AF-4198-8713-143FB832B569}"/>
              </a:ext>
            </a:extLst>
          </p:cNvPr>
          <p:cNvSpPr/>
          <p:nvPr/>
        </p:nvSpPr>
        <p:spPr>
          <a:xfrm>
            <a:off x="2012935" y="1481400"/>
            <a:ext cx="113040" cy="42480"/>
          </a:xfrm>
          <a:custGeom>
            <a:avLst/>
            <a:gdLst>
              <a:gd name="textAreaLeft" fmla="*/ 0 w 113040"/>
              <a:gd name="textAreaRight" fmla="*/ 113400 w 113040"/>
              <a:gd name="textAreaTop" fmla="*/ 0 h 42480"/>
              <a:gd name="textAreaBottom" fmla="*/ 42840 h 42480"/>
            </a:gdLst>
            <a:ahLst/>
            <a:cxnLst/>
            <a:rect l="textAreaLeft" t="textAreaTop" r="textAreaRight" b="textAreaBottom"/>
            <a:pathLst>
              <a:path w="29918" h="11317">
                <a:moveTo>
                  <a:pt x="11061" y="1"/>
                </a:moveTo>
                <a:cubicBezTo>
                  <a:pt x="10885" y="1"/>
                  <a:pt x="10709" y="13"/>
                  <a:pt x="10533" y="39"/>
                </a:cubicBezTo>
                <a:cubicBezTo>
                  <a:pt x="9874" y="133"/>
                  <a:pt x="9270" y="410"/>
                  <a:pt x="8753" y="801"/>
                </a:cubicBezTo>
                <a:cubicBezTo>
                  <a:pt x="8095" y="1304"/>
                  <a:pt x="7577" y="1993"/>
                  <a:pt x="7260" y="2732"/>
                </a:cubicBezTo>
                <a:cubicBezTo>
                  <a:pt x="6693" y="4051"/>
                  <a:pt x="6665" y="5512"/>
                  <a:pt x="6750" y="6930"/>
                </a:cubicBezTo>
                <a:cubicBezTo>
                  <a:pt x="6389" y="5836"/>
                  <a:pt x="5150" y="5125"/>
                  <a:pt x="3921" y="5125"/>
                </a:cubicBezTo>
                <a:cubicBezTo>
                  <a:pt x="3778" y="5125"/>
                  <a:pt x="3634" y="5134"/>
                  <a:pt x="3492" y="5154"/>
                </a:cubicBezTo>
                <a:cubicBezTo>
                  <a:pt x="2136" y="5345"/>
                  <a:pt x="1001" y="6338"/>
                  <a:pt x="501" y="7528"/>
                </a:cubicBezTo>
                <a:cubicBezTo>
                  <a:pt x="0" y="8716"/>
                  <a:pt x="41" y="10094"/>
                  <a:pt x="444" y="11316"/>
                </a:cubicBezTo>
                <a:lnTo>
                  <a:pt x="29382" y="11316"/>
                </a:lnTo>
                <a:cubicBezTo>
                  <a:pt x="29460" y="10554"/>
                  <a:pt x="29918" y="9646"/>
                  <a:pt x="29485" y="8995"/>
                </a:cubicBezTo>
                <a:cubicBezTo>
                  <a:pt x="29197" y="8561"/>
                  <a:pt x="28634" y="8266"/>
                  <a:pt x="28108" y="8266"/>
                </a:cubicBezTo>
                <a:cubicBezTo>
                  <a:pt x="27843" y="8266"/>
                  <a:pt x="27588" y="8341"/>
                  <a:pt x="27381" y="8511"/>
                </a:cubicBezTo>
                <a:cubicBezTo>
                  <a:pt x="27278" y="7127"/>
                  <a:pt x="26571" y="5504"/>
                  <a:pt x="25097" y="5319"/>
                </a:cubicBezTo>
                <a:cubicBezTo>
                  <a:pt x="25010" y="5308"/>
                  <a:pt x="24925" y="5303"/>
                  <a:pt x="24840" y="5303"/>
                </a:cubicBezTo>
                <a:cubicBezTo>
                  <a:pt x="23720" y="5303"/>
                  <a:pt x="22752" y="6202"/>
                  <a:pt x="22245" y="7164"/>
                </a:cubicBezTo>
                <a:cubicBezTo>
                  <a:pt x="22422" y="5529"/>
                  <a:pt x="21808" y="3732"/>
                  <a:pt x="20342" y="2817"/>
                </a:cubicBezTo>
                <a:cubicBezTo>
                  <a:pt x="19798" y="2477"/>
                  <a:pt x="19135" y="2310"/>
                  <a:pt x="18477" y="2310"/>
                </a:cubicBezTo>
                <a:cubicBezTo>
                  <a:pt x="17363" y="2310"/>
                  <a:pt x="16261" y="2789"/>
                  <a:pt x="15774" y="3719"/>
                </a:cubicBezTo>
                <a:cubicBezTo>
                  <a:pt x="15340" y="2692"/>
                  <a:pt x="14716" y="1710"/>
                  <a:pt x="13814" y="998"/>
                </a:cubicBezTo>
                <a:cubicBezTo>
                  <a:pt x="13047" y="394"/>
                  <a:pt x="12058" y="1"/>
                  <a:pt x="110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240" bIns="212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9" name="Google Shape;2022;p37">
            <a:extLst>
              <a:ext uri="{FF2B5EF4-FFF2-40B4-BE49-F238E27FC236}">
                <a16:creationId xmlns:a16="http://schemas.microsoft.com/office/drawing/2014/main" id="{E7E32365-F800-4B3D-8DA4-C604C1CA80EC}"/>
              </a:ext>
            </a:extLst>
          </p:cNvPr>
          <p:cNvSpPr/>
          <p:nvPr/>
        </p:nvSpPr>
        <p:spPr>
          <a:xfrm>
            <a:off x="2046055" y="1481400"/>
            <a:ext cx="79920" cy="42480"/>
          </a:xfrm>
          <a:custGeom>
            <a:avLst/>
            <a:gdLst>
              <a:gd name="textAreaLeft" fmla="*/ 0 w 79920"/>
              <a:gd name="textAreaRight" fmla="*/ 80280 w 79920"/>
              <a:gd name="textAreaTop" fmla="*/ 0 h 42480"/>
              <a:gd name="textAreaBottom" fmla="*/ 42840 h 42480"/>
            </a:gdLst>
            <a:ahLst/>
            <a:cxnLst/>
            <a:rect l="textAreaLeft" t="textAreaTop" r="textAreaRight" b="textAreaBottom"/>
            <a:pathLst>
              <a:path w="21164" h="11315">
                <a:moveTo>
                  <a:pt x="2307" y="0"/>
                </a:moveTo>
                <a:cubicBezTo>
                  <a:pt x="2131" y="0"/>
                  <a:pt x="1955" y="13"/>
                  <a:pt x="1779" y="38"/>
                </a:cubicBezTo>
                <a:cubicBezTo>
                  <a:pt x="1120" y="133"/>
                  <a:pt x="518" y="410"/>
                  <a:pt x="1" y="800"/>
                </a:cubicBezTo>
                <a:cubicBezTo>
                  <a:pt x="815" y="805"/>
                  <a:pt x="1609" y="1017"/>
                  <a:pt x="2289" y="1486"/>
                </a:cubicBezTo>
                <a:cubicBezTo>
                  <a:pt x="3701" y="2459"/>
                  <a:pt x="4387" y="4123"/>
                  <a:pt x="4631" y="5745"/>
                </a:cubicBezTo>
                <a:cubicBezTo>
                  <a:pt x="5548" y="5344"/>
                  <a:pt x="6571" y="5071"/>
                  <a:pt x="7574" y="5071"/>
                </a:cubicBezTo>
                <a:cubicBezTo>
                  <a:pt x="8128" y="5071"/>
                  <a:pt x="8675" y="5154"/>
                  <a:pt x="9194" y="5346"/>
                </a:cubicBezTo>
                <a:cubicBezTo>
                  <a:pt x="10656" y="5883"/>
                  <a:pt x="11720" y="7486"/>
                  <a:pt x="11168" y="8860"/>
                </a:cubicBezTo>
                <a:cubicBezTo>
                  <a:pt x="11559" y="8632"/>
                  <a:pt x="12008" y="8527"/>
                  <a:pt x="12462" y="8527"/>
                </a:cubicBezTo>
                <a:cubicBezTo>
                  <a:pt x="13355" y="8527"/>
                  <a:pt x="14271" y="8932"/>
                  <a:pt x="14814" y="9608"/>
                </a:cubicBezTo>
                <a:cubicBezTo>
                  <a:pt x="15212" y="10101"/>
                  <a:pt x="15420" y="10700"/>
                  <a:pt x="15459" y="11314"/>
                </a:cubicBezTo>
                <a:lnTo>
                  <a:pt x="20628" y="11314"/>
                </a:lnTo>
                <a:cubicBezTo>
                  <a:pt x="20706" y="10552"/>
                  <a:pt x="21164" y="9645"/>
                  <a:pt x="20731" y="8994"/>
                </a:cubicBezTo>
                <a:cubicBezTo>
                  <a:pt x="20443" y="8560"/>
                  <a:pt x="19881" y="8265"/>
                  <a:pt x="19355" y="8265"/>
                </a:cubicBezTo>
                <a:cubicBezTo>
                  <a:pt x="19089" y="8265"/>
                  <a:pt x="18834" y="8340"/>
                  <a:pt x="18627" y="8510"/>
                </a:cubicBezTo>
                <a:cubicBezTo>
                  <a:pt x="18524" y="7127"/>
                  <a:pt x="17817" y="5503"/>
                  <a:pt x="16343" y="5318"/>
                </a:cubicBezTo>
                <a:cubicBezTo>
                  <a:pt x="16256" y="5307"/>
                  <a:pt x="16171" y="5302"/>
                  <a:pt x="16086" y="5302"/>
                </a:cubicBezTo>
                <a:cubicBezTo>
                  <a:pt x="14966" y="5302"/>
                  <a:pt x="13998" y="6202"/>
                  <a:pt x="13491" y="7164"/>
                </a:cubicBezTo>
                <a:cubicBezTo>
                  <a:pt x="13668" y="5527"/>
                  <a:pt x="13054" y="3732"/>
                  <a:pt x="11589" y="2816"/>
                </a:cubicBezTo>
                <a:cubicBezTo>
                  <a:pt x="11045" y="2476"/>
                  <a:pt x="10382" y="2309"/>
                  <a:pt x="9723" y="2309"/>
                </a:cubicBezTo>
                <a:cubicBezTo>
                  <a:pt x="8609" y="2309"/>
                  <a:pt x="7507" y="2788"/>
                  <a:pt x="7020" y="3717"/>
                </a:cubicBezTo>
                <a:cubicBezTo>
                  <a:pt x="6588" y="2690"/>
                  <a:pt x="5962" y="1709"/>
                  <a:pt x="5060" y="998"/>
                </a:cubicBezTo>
                <a:cubicBezTo>
                  <a:pt x="4293" y="393"/>
                  <a:pt x="3304" y="0"/>
                  <a:pt x="230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240" bIns="212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20" name="Google Shape;2023;p37">
            <a:extLst>
              <a:ext uri="{FF2B5EF4-FFF2-40B4-BE49-F238E27FC236}">
                <a16:creationId xmlns:a16="http://schemas.microsoft.com/office/drawing/2014/main" id="{29A8BDFB-453F-47D5-AA83-390334BC6FF0}"/>
              </a:ext>
            </a:extLst>
          </p:cNvPr>
          <p:cNvSpPr/>
          <p:nvPr/>
        </p:nvSpPr>
        <p:spPr>
          <a:xfrm>
            <a:off x="2037415" y="1564920"/>
            <a:ext cx="96840" cy="36360"/>
          </a:xfrm>
          <a:custGeom>
            <a:avLst/>
            <a:gdLst>
              <a:gd name="textAreaLeft" fmla="*/ 0 w 96840"/>
              <a:gd name="textAreaRight" fmla="*/ 97200 w 96840"/>
              <a:gd name="textAreaTop" fmla="*/ 0 h 36360"/>
              <a:gd name="textAreaBottom" fmla="*/ 36720 h 36360"/>
            </a:gdLst>
            <a:ahLst/>
            <a:cxnLst/>
            <a:rect l="textAreaLeft" t="textAreaTop" r="textAreaRight" b="textAreaBottom"/>
            <a:pathLst>
              <a:path w="25705" h="9723">
                <a:moveTo>
                  <a:pt x="9506" y="1"/>
                </a:moveTo>
                <a:cubicBezTo>
                  <a:pt x="9355" y="1"/>
                  <a:pt x="9203" y="11"/>
                  <a:pt x="9051" y="33"/>
                </a:cubicBezTo>
                <a:cubicBezTo>
                  <a:pt x="8484" y="114"/>
                  <a:pt x="7965" y="353"/>
                  <a:pt x="7523" y="687"/>
                </a:cubicBezTo>
                <a:cubicBezTo>
                  <a:pt x="6956" y="1119"/>
                  <a:pt x="6511" y="1711"/>
                  <a:pt x="6239" y="2346"/>
                </a:cubicBezTo>
                <a:cubicBezTo>
                  <a:pt x="5751" y="3479"/>
                  <a:pt x="5728" y="4735"/>
                  <a:pt x="5800" y="5952"/>
                </a:cubicBezTo>
                <a:cubicBezTo>
                  <a:pt x="5490" y="5013"/>
                  <a:pt x="4426" y="4402"/>
                  <a:pt x="3370" y="4402"/>
                </a:cubicBezTo>
                <a:cubicBezTo>
                  <a:pt x="3247" y="4402"/>
                  <a:pt x="3123" y="4410"/>
                  <a:pt x="3001" y="4428"/>
                </a:cubicBezTo>
                <a:cubicBezTo>
                  <a:pt x="1835" y="4591"/>
                  <a:pt x="860" y="5444"/>
                  <a:pt x="430" y="6467"/>
                </a:cubicBezTo>
                <a:cubicBezTo>
                  <a:pt x="1" y="7491"/>
                  <a:pt x="36" y="8674"/>
                  <a:pt x="382" y="9723"/>
                </a:cubicBezTo>
                <a:lnTo>
                  <a:pt x="25244" y="9723"/>
                </a:lnTo>
                <a:cubicBezTo>
                  <a:pt x="25311" y="9068"/>
                  <a:pt x="25705" y="8287"/>
                  <a:pt x="25333" y="7728"/>
                </a:cubicBezTo>
                <a:cubicBezTo>
                  <a:pt x="25086" y="7355"/>
                  <a:pt x="24602" y="7101"/>
                  <a:pt x="24151" y="7101"/>
                </a:cubicBezTo>
                <a:cubicBezTo>
                  <a:pt x="23923" y="7101"/>
                  <a:pt x="23703" y="7166"/>
                  <a:pt x="23526" y="7312"/>
                </a:cubicBezTo>
                <a:cubicBezTo>
                  <a:pt x="23437" y="6122"/>
                  <a:pt x="22828" y="4728"/>
                  <a:pt x="21563" y="4570"/>
                </a:cubicBezTo>
                <a:cubicBezTo>
                  <a:pt x="21488" y="4561"/>
                  <a:pt x="21414" y="4556"/>
                  <a:pt x="21340" y="4556"/>
                </a:cubicBezTo>
                <a:cubicBezTo>
                  <a:pt x="20380" y="4556"/>
                  <a:pt x="19548" y="5329"/>
                  <a:pt x="19113" y="6155"/>
                </a:cubicBezTo>
                <a:cubicBezTo>
                  <a:pt x="19265" y="4749"/>
                  <a:pt x="18736" y="3205"/>
                  <a:pt x="17478" y="2419"/>
                </a:cubicBezTo>
                <a:cubicBezTo>
                  <a:pt x="17011" y="2127"/>
                  <a:pt x="16441" y="1983"/>
                  <a:pt x="15875" y="1983"/>
                </a:cubicBezTo>
                <a:cubicBezTo>
                  <a:pt x="14918" y="1983"/>
                  <a:pt x="13972" y="2395"/>
                  <a:pt x="13553" y="3194"/>
                </a:cubicBezTo>
                <a:cubicBezTo>
                  <a:pt x="13181" y="2311"/>
                  <a:pt x="12645" y="1467"/>
                  <a:pt x="11869" y="857"/>
                </a:cubicBezTo>
                <a:cubicBezTo>
                  <a:pt x="11211" y="338"/>
                  <a:pt x="10362" y="1"/>
                  <a:pt x="950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21" name="Google Shape;2024;p37">
            <a:extLst>
              <a:ext uri="{FF2B5EF4-FFF2-40B4-BE49-F238E27FC236}">
                <a16:creationId xmlns:a16="http://schemas.microsoft.com/office/drawing/2014/main" id="{935C38E3-1FFA-465E-A9A9-72866199E0C9}"/>
              </a:ext>
            </a:extLst>
          </p:cNvPr>
          <p:cNvSpPr/>
          <p:nvPr/>
        </p:nvSpPr>
        <p:spPr>
          <a:xfrm>
            <a:off x="2065855" y="1564920"/>
            <a:ext cx="68400" cy="36360"/>
          </a:xfrm>
          <a:custGeom>
            <a:avLst/>
            <a:gdLst>
              <a:gd name="textAreaLeft" fmla="*/ 0 w 68400"/>
              <a:gd name="textAreaRight" fmla="*/ 68760 w 68400"/>
              <a:gd name="textAreaTop" fmla="*/ 0 h 36360"/>
              <a:gd name="textAreaBottom" fmla="*/ 36720 h 36360"/>
            </a:gdLst>
            <a:ahLst/>
            <a:cxnLst/>
            <a:rect l="textAreaLeft" t="textAreaTop" r="textAreaRight" b="textAreaBottom"/>
            <a:pathLst>
              <a:path w="18183" h="9722">
                <a:moveTo>
                  <a:pt x="1984" y="1"/>
                </a:moveTo>
                <a:cubicBezTo>
                  <a:pt x="1832" y="1"/>
                  <a:pt x="1680" y="12"/>
                  <a:pt x="1529" y="34"/>
                </a:cubicBezTo>
                <a:cubicBezTo>
                  <a:pt x="961" y="115"/>
                  <a:pt x="443" y="353"/>
                  <a:pt x="0" y="688"/>
                </a:cubicBezTo>
                <a:cubicBezTo>
                  <a:pt x="699" y="693"/>
                  <a:pt x="1382" y="875"/>
                  <a:pt x="1966" y="1277"/>
                </a:cubicBezTo>
                <a:cubicBezTo>
                  <a:pt x="3180" y="2115"/>
                  <a:pt x="3769" y="3542"/>
                  <a:pt x="3978" y="4937"/>
                </a:cubicBezTo>
                <a:cubicBezTo>
                  <a:pt x="4766" y="4593"/>
                  <a:pt x="5645" y="4358"/>
                  <a:pt x="6507" y="4358"/>
                </a:cubicBezTo>
                <a:cubicBezTo>
                  <a:pt x="6982" y="4358"/>
                  <a:pt x="7453" y="4430"/>
                  <a:pt x="7899" y="4594"/>
                </a:cubicBezTo>
                <a:cubicBezTo>
                  <a:pt x="9155" y="5056"/>
                  <a:pt x="10070" y="6434"/>
                  <a:pt x="9595" y="7613"/>
                </a:cubicBezTo>
                <a:cubicBezTo>
                  <a:pt x="9931" y="7418"/>
                  <a:pt x="10317" y="7327"/>
                  <a:pt x="10708" y="7327"/>
                </a:cubicBezTo>
                <a:cubicBezTo>
                  <a:pt x="11475" y="7327"/>
                  <a:pt x="12261" y="7676"/>
                  <a:pt x="12728" y="8256"/>
                </a:cubicBezTo>
                <a:cubicBezTo>
                  <a:pt x="13070" y="8680"/>
                  <a:pt x="13249" y="9194"/>
                  <a:pt x="13282" y="9722"/>
                </a:cubicBezTo>
                <a:lnTo>
                  <a:pt x="17723" y="9722"/>
                </a:lnTo>
                <a:cubicBezTo>
                  <a:pt x="17790" y="9067"/>
                  <a:pt x="18182" y="8288"/>
                  <a:pt x="17811" y="7728"/>
                </a:cubicBezTo>
                <a:cubicBezTo>
                  <a:pt x="17564" y="7356"/>
                  <a:pt x="17080" y="7102"/>
                  <a:pt x="16628" y="7102"/>
                </a:cubicBezTo>
                <a:cubicBezTo>
                  <a:pt x="16401" y="7102"/>
                  <a:pt x="16181" y="7167"/>
                  <a:pt x="16004" y="7313"/>
                </a:cubicBezTo>
                <a:cubicBezTo>
                  <a:pt x="15915" y="6124"/>
                  <a:pt x="15306" y="4730"/>
                  <a:pt x="14040" y="4571"/>
                </a:cubicBezTo>
                <a:cubicBezTo>
                  <a:pt x="13966" y="4561"/>
                  <a:pt x="13891" y="4557"/>
                  <a:pt x="13818" y="4557"/>
                </a:cubicBezTo>
                <a:cubicBezTo>
                  <a:pt x="12858" y="4557"/>
                  <a:pt x="12026" y="5329"/>
                  <a:pt x="11590" y="6156"/>
                </a:cubicBezTo>
                <a:cubicBezTo>
                  <a:pt x="11742" y="4749"/>
                  <a:pt x="11213" y="3205"/>
                  <a:pt x="9956" y="2419"/>
                </a:cubicBezTo>
                <a:cubicBezTo>
                  <a:pt x="9488" y="2128"/>
                  <a:pt x="8919" y="1984"/>
                  <a:pt x="8353" y="1984"/>
                </a:cubicBezTo>
                <a:cubicBezTo>
                  <a:pt x="7395" y="1984"/>
                  <a:pt x="6449" y="2395"/>
                  <a:pt x="6030" y="3194"/>
                </a:cubicBezTo>
                <a:cubicBezTo>
                  <a:pt x="5659" y="2311"/>
                  <a:pt x="5123" y="1469"/>
                  <a:pt x="4347" y="858"/>
                </a:cubicBezTo>
                <a:cubicBezTo>
                  <a:pt x="3689" y="338"/>
                  <a:pt x="2840" y="1"/>
                  <a:pt x="198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22" name="Google Shape;2025;p37">
            <a:extLst>
              <a:ext uri="{FF2B5EF4-FFF2-40B4-BE49-F238E27FC236}">
                <a16:creationId xmlns:a16="http://schemas.microsoft.com/office/drawing/2014/main" id="{24B4DF46-9458-4BAB-A58D-35D48BDC16FE}"/>
              </a:ext>
            </a:extLst>
          </p:cNvPr>
          <p:cNvSpPr/>
          <p:nvPr/>
        </p:nvSpPr>
        <p:spPr>
          <a:xfrm>
            <a:off x="1590655" y="1664640"/>
            <a:ext cx="847440" cy="503280"/>
          </a:xfrm>
          <a:custGeom>
            <a:avLst/>
            <a:gdLst>
              <a:gd name="textAreaLeft" fmla="*/ 0 w 847440"/>
              <a:gd name="textAreaRight" fmla="*/ 847800 w 847440"/>
              <a:gd name="textAreaTop" fmla="*/ 0 h 503280"/>
              <a:gd name="textAreaBottom" fmla="*/ 503640 h 503280"/>
            </a:gdLst>
            <a:ahLst/>
            <a:cxnLst/>
            <a:rect l="textAreaLeft" t="textAreaTop" r="textAreaRight" b="textAreaBottom"/>
            <a:pathLst>
              <a:path w="228321" h="137428">
                <a:moveTo>
                  <a:pt x="223430" y="1"/>
                </a:moveTo>
                <a:cubicBezTo>
                  <a:pt x="220769" y="785"/>
                  <a:pt x="218129" y="1604"/>
                  <a:pt x="215512" y="2456"/>
                </a:cubicBezTo>
                <a:cubicBezTo>
                  <a:pt x="194568" y="9297"/>
                  <a:pt x="174416" y="18312"/>
                  <a:pt x="152636" y="22695"/>
                </a:cubicBezTo>
                <a:cubicBezTo>
                  <a:pt x="140196" y="25200"/>
                  <a:pt x="127611" y="26132"/>
                  <a:pt x="114936" y="26132"/>
                </a:cubicBezTo>
                <a:cubicBezTo>
                  <a:pt x="77980" y="26132"/>
                  <a:pt x="40270" y="18206"/>
                  <a:pt x="3244" y="18206"/>
                </a:cubicBezTo>
                <a:cubicBezTo>
                  <a:pt x="2429" y="18206"/>
                  <a:pt x="1615" y="18210"/>
                  <a:pt x="800" y="18217"/>
                </a:cubicBezTo>
                <a:cubicBezTo>
                  <a:pt x="518" y="20448"/>
                  <a:pt x="311" y="22698"/>
                  <a:pt x="179" y="24965"/>
                </a:cubicBezTo>
                <a:cubicBezTo>
                  <a:pt x="152" y="25435"/>
                  <a:pt x="126" y="25905"/>
                  <a:pt x="105" y="26378"/>
                </a:cubicBezTo>
                <a:cubicBezTo>
                  <a:pt x="37" y="27882"/>
                  <a:pt x="2" y="29395"/>
                  <a:pt x="2" y="30915"/>
                </a:cubicBezTo>
                <a:cubicBezTo>
                  <a:pt x="1" y="31791"/>
                  <a:pt x="13" y="32666"/>
                  <a:pt x="39" y="33540"/>
                </a:cubicBezTo>
                <a:cubicBezTo>
                  <a:pt x="167" y="38567"/>
                  <a:pt x="674" y="43578"/>
                  <a:pt x="1557" y="48529"/>
                </a:cubicBezTo>
                <a:cubicBezTo>
                  <a:pt x="1989" y="50949"/>
                  <a:pt x="2507" y="53341"/>
                  <a:pt x="3113" y="55708"/>
                </a:cubicBezTo>
                <a:cubicBezTo>
                  <a:pt x="7309" y="72130"/>
                  <a:pt x="15575" y="87071"/>
                  <a:pt x="26871" y="99556"/>
                </a:cubicBezTo>
                <a:cubicBezTo>
                  <a:pt x="47805" y="122714"/>
                  <a:pt x="79141" y="137428"/>
                  <a:pt x="114160" y="137428"/>
                </a:cubicBezTo>
                <a:cubicBezTo>
                  <a:pt x="158497" y="137428"/>
                  <a:pt x="196932" y="113843"/>
                  <a:pt x="215834" y="79387"/>
                </a:cubicBezTo>
                <a:cubicBezTo>
                  <a:pt x="221319" y="69393"/>
                  <a:pt x="225158" y="58484"/>
                  <a:pt x="227027" y="46972"/>
                </a:cubicBezTo>
                <a:cubicBezTo>
                  <a:pt x="227319" y="45175"/>
                  <a:pt x="227561" y="43362"/>
                  <a:pt x="227755" y="41535"/>
                </a:cubicBezTo>
                <a:cubicBezTo>
                  <a:pt x="228132" y="38008"/>
                  <a:pt x="228320" y="34462"/>
                  <a:pt x="228318" y="30915"/>
                </a:cubicBezTo>
                <a:cubicBezTo>
                  <a:pt x="228321" y="24397"/>
                  <a:pt x="227687" y="17892"/>
                  <a:pt x="226426" y="11496"/>
                </a:cubicBezTo>
                <a:cubicBezTo>
                  <a:pt x="225930" y="8982"/>
                  <a:pt x="225340" y="6501"/>
                  <a:pt x="224657" y="4055"/>
                </a:cubicBezTo>
                <a:cubicBezTo>
                  <a:pt x="224341" y="2920"/>
                  <a:pt x="224006" y="1793"/>
                  <a:pt x="223651" y="674"/>
                </a:cubicBezTo>
                <a:cubicBezTo>
                  <a:pt x="223578" y="451"/>
                  <a:pt x="223508" y="224"/>
                  <a:pt x="223430"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23" name="Google Shape;2026;p37">
            <a:extLst>
              <a:ext uri="{FF2B5EF4-FFF2-40B4-BE49-F238E27FC236}">
                <a16:creationId xmlns:a16="http://schemas.microsoft.com/office/drawing/2014/main" id="{81A4DC5B-299B-424B-91E6-1381BA541826}"/>
              </a:ext>
            </a:extLst>
          </p:cNvPr>
          <p:cNvSpPr/>
          <p:nvPr/>
        </p:nvSpPr>
        <p:spPr>
          <a:xfrm>
            <a:off x="1591735" y="1641600"/>
            <a:ext cx="830160" cy="160920"/>
          </a:xfrm>
          <a:custGeom>
            <a:avLst/>
            <a:gdLst>
              <a:gd name="textAreaLeft" fmla="*/ 0 w 830160"/>
              <a:gd name="textAreaRight" fmla="*/ 830520 w 830160"/>
              <a:gd name="textAreaTop" fmla="*/ 0 h 160920"/>
              <a:gd name="textAreaBottom" fmla="*/ 161280 h 160920"/>
            </a:gdLst>
            <a:ahLst/>
            <a:cxnLst/>
            <a:rect l="textAreaLeft" t="textAreaTop" r="textAreaRight" b="textAreaBottom"/>
            <a:pathLst>
              <a:path w="226250" h="42553">
                <a:moveTo>
                  <a:pt x="223253" y="0"/>
                </a:moveTo>
                <a:cubicBezTo>
                  <a:pt x="220592" y="815"/>
                  <a:pt x="217952" y="1665"/>
                  <a:pt x="215335" y="2551"/>
                </a:cubicBezTo>
                <a:cubicBezTo>
                  <a:pt x="194391" y="9657"/>
                  <a:pt x="174239" y="19023"/>
                  <a:pt x="152459" y="23575"/>
                </a:cubicBezTo>
                <a:cubicBezTo>
                  <a:pt x="140019" y="26177"/>
                  <a:pt x="127433" y="27145"/>
                  <a:pt x="114758" y="27145"/>
                </a:cubicBezTo>
                <a:cubicBezTo>
                  <a:pt x="77803" y="27145"/>
                  <a:pt x="40094" y="18912"/>
                  <a:pt x="3069" y="18912"/>
                </a:cubicBezTo>
                <a:cubicBezTo>
                  <a:pt x="2253" y="18912"/>
                  <a:pt x="1438" y="18916"/>
                  <a:pt x="623" y="18924"/>
                </a:cubicBezTo>
                <a:cubicBezTo>
                  <a:pt x="339" y="21242"/>
                  <a:pt x="132" y="23578"/>
                  <a:pt x="1" y="25934"/>
                </a:cubicBezTo>
                <a:cubicBezTo>
                  <a:pt x="3281" y="25499"/>
                  <a:pt x="6667" y="24831"/>
                  <a:pt x="9618" y="24827"/>
                </a:cubicBezTo>
                <a:cubicBezTo>
                  <a:pt x="9685" y="24827"/>
                  <a:pt x="9753" y="24827"/>
                  <a:pt x="9821" y="24827"/>
                </a:cubicBezTo>
                <a:cubicBezTo>
                  <a:pt x="20739" y="24827"/>
                  <a:pt x="31367" y="26582"/>
                  <a:pt x="42061" y="28526"/>
                </a:cubicBezTo>
                <a:cubicBezTo>
                  <a:pt x="60131" y="32216"/>
                  <a:pt x="77811" y="37698"/>
                  <a:pt x="96054" y="40485"/>
                </a:cubicBezTo>
                <a:cubicBezTo>
                  <a:pt x="105120" y="41871"/>
                  <a:pt x="114289" y="42552"/>
                  <a:pt x="123460" y="42552"/>
                </a:cubicBezTo>
                <a:cubicBezTo>
                  <a:pt x="159827" y="42552"/>
                  <a:pt x="196215" y="31844"/>
                  <a:pt x="226249" y="11941"/>
                </a:cubicBezTo>
                <a:cubicBezTo>
                  <a:pt x="225753" y="9329"/>
                  <a:pt x="225163" y="6753"/>
                  <a:pt x="224480" y="4212"/>
                </a:cubicBezTo>
                <a:cubicBezTo>
                  <a:pt x="224164" y="3032"/>
                  <a:pt x="223829" y="1861"/>
                  <a:pt x="223474" y="698"/>
                </a:cubicBezTo>
                <a:cubicBezTo>
                  <a:pt x="223401" y="466"/>
                  <a:pt x="223331" y="232"/>
                  <a:pt x="2232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24" name="Google Shape;2027;p37">
            <a:extLst>
              <a:ext uri="{FF2B5EF4-FFF2-40B4-BE49-F238E27FC236}">
                <a16:creationId xmlns:a16="http://schemas.microsoft.com/office/drawing/2014/main" id="{495982DB-DAEF-4436-829B-44FDE3074650}"/>
              </a:ext>
            </a:extLst>
          </p:cNvPr>
          <p:cNvSpPr/>
          <p:nvPr/>
        </p:nvSpPr>
        <p:spPr>
          <a:xfrm>
            <a:off x="2196895" y="1548000"/>
            <a:ext cx="30960" cy="50040"/>
          </a:xfrm>
          <a:custGeom>
            <a:avLst/>
            <a:gdLst>
              <a:gd name="textAreaLeft" fmla="*/ 0 w 30960"/>
              <a:gd name="textAreaRight" fmla="*/ 31320 w 30960"/>
              <a:gd name="textAreaTop" fmla="*/ 0 h 50040"/>
              <a:gd name="textAreaBottom" fmla="*/ 50400 h 50040"/>
            </a:gdLst>
            <a:ahLst/>
            <a:cxnLst/>
            <a:rect l="textAreaLeft" t="textAreaTop" r="textAreaRight" b="textAreaBottom"/>
            <a:pathLst>
              <a:path w="8292" h="13318">
                <a:moveTo>
                  <a:pt x="3991" y="0"/>
                </a:moveTo>
                <a:cubicBezTo>
                  <a:pt x="3917" y="0"/>
                  <a:pt x="3842" y="4"/>
                  <a:pt x="3768" y="11"/>
                </a:cubicBezTo>
                <a:cubicBezTo>
                  <a:pt x="3339" y="50"/>
                  <a:pt x="2948" y="199"/>
                  <a:pt x="2598" y="418"/>
                </a:cubicBezTo>
                <a:cubicBezTo>
                  <a:pt x="1928" y="840"/>
                  <a:pt x="1407" y="1530"/>
                  <a:pt x="1060" y="2232"/>
                </a:cubicBezTo>
                <a:cubicBezTo>
                  <a:pt x="150" y="4062"/>
                  <a:pt x="0" y="6146"/>
                  <a:pt x="121" y="8162"/>
                </a:cubicBezTo>
                <a:cubicBezTo>
                  <a:pt x="192" y="9371"/>
                  <a:pt x="372" y="10623"/>
                  <a:pt x="1068" y="11647"/>
                </a:cubicBezTo>
                <a:cubicBezTo>
                  <a:pt x="1767" y="12674"/>
                  <a:pt x="3205" y="13318"/>
                  <a:pt x="4571" y="13318"/>
                </a:cubicBezTo>
                <a:cubicBezTo>
                  <a:pt x="4636" y="13318"/>
                  <a:pt x="4700" y="13316"/>
                  <a:pt x="4765" y="13313"/>
                </a:cubicBezTo>
                <a:cubicBezTo>
                  <a:pt x="5692" y="13272"/>
                  <a:pt x="6568" y="12924"/>
                  <a:pt x="7135" y="12189"/>
                </a:cubicBezTo>
                <a:cubicBezTo>
                  <a:pt x="7707" y="11449"/>
                  <a:pt x="7918" y="10520"/>
                  <a:pt x="8031" y="9614"/>
                </a:cubicBezTo>
                <a:cubicBezTo>
                  <a:pt x="8291" y="7507"/>
                  <a:pt x="8090" y="5366"/>
                  <a:pt x="7441" y="3344"/>
                </a:cubicBezTo>
                <a:cubicBezTo>
                  <a:pt x="7177" y="2513"/>
                  <a:pt x="6824" y="1685"/>
                  <a:pt x="6214" y="1034"/>
                </a:cubicBezTo>
                <a:cubicBezTo>
                  <a:pt x="5654" y="435"/>
                  <a:pt x="4837" y="0"/>
                  <a:pt x="3991"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5200" bIns="252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25" name="Google Shape;2028;p37">
            <a:extLst>
              <a:ext uri="{FF2B5EF4-FFF2-40B4-BE49-F238E27FC236}">
                <a16:creationId xmlns:a16="http://schemas.microsoft.com/office/drawing/2014/main" id="{9B2105AB-8A40-4375-906D-9B7A59D6100E}"/>
              </a:ext>
            </a:extLst>
          </p:cNvPr>
          <p:cNvSpPr/>
          <p:nvPr/>
        </p:nvSpPr>
        <p:spPr>
          <a:xfrm>
            <a:off x="2206615" y="1548000"/>
            <a:ext cx="21240" cy="50040"/>
          </a:xfrm>
          <a:custGeom>
            <a:avLst/>
            <a:gdLst>
              <a:gd name="textAreaLeft" fmla="*/ 0 w 21240"/>
              <a:gd name="textAreaRight" fmla="*/ 21600 w 21240"/>
              <a:gd name="textAreaTop" fmla="*/ 0 h 50040"/>
              <a:gd name="textAreaBottom" fmla="*/ 50400 h 50040"/>
            </a:gdLst>
            <a:ahLst/>
            <a:cxnLst/>
            <a:rect l="textAreaLeft" t="textAreaTop" r="textAreaRight" b="textAreaBottom"/>
            <a:pathLst>
              <a:path w="5693" h="13314">
                <a:moveTo>
                  <a:pt x="1396" y="0"/>
                </a:moveTo>
                <a:cubicBezTo>
                  <a:pt x="1321" y="0"/>
                  <a:pt x="1246" y="4"/>
                  <a:pt x="1170" y="11"/>
                </a:cubicBezTo>
                <a:cubicBezTo>
                  <a:pt x="740" y="49"/>
                  <a:pt x="350" y="197"/>
                  <a:pt x="1" y="418"/>
                </a:cubicBezTo>
                <a:cubicBezTo>
                  <a:pt x="463" y="534"/>
                  <a:pt x="870" y="703"/>
                  <a:pt x="1250" y="983"/>
                </a:cubicBezTo>
                <a:cubicBezTo>
                  <a:pt x="2727" y="2071"/>
                  <a:pt x="3389" y="3877"/>
                  <a:pt x="3581" y="5624"/>
                </a:cubicBezTo>
                <a:cubicBezTo>
                  <a:pt x="3747" y="7138"/>
                  <a:pt x="3615" y="8669"/>
                  <a:pt x="3194" y="10134"/>
                </a:cubicBezTo>
                <a:cubicBezTo>
                  <a:pt x="2955" y="10967"/>
                  <a:pt x="2625" y="11772"/>
                  <a:pt x="2343" y="12595"/>
                </a:cubicBezTo>
                <a:cubicBezTo>
                  <a:pt x="2263" y="12826"/>
                  <a:pt x="2186" y="13071"/>
                  <a:pt x="2166" y="13313"/>
                </a:cubicBezTo>
                <a:cubicBezTo>
                  <a:pt x="3093" y="13272"/>
                  <a:pt x="3969" y="12924"/>
                  <a:pt x="4536" y="12189"/>
                </a:cubicBezTo>
                <a:cubicBezTo>
                  <a:pt x="5108" y="11449"/>
                  <a:pt x="5319" y="10520"/>
                  <a:pt x="5432" y="9614"/>
                </a:cubicBezTo>
                <a:cubicBezTo>
                  <a:pt x="5692" y="7505"/>
                  <a:pt x="5491" y="5366"/>
                  <a:pt x="4843" y="3342"/>
                </a:cubicBezTo>
                <a:cubicBezTo>
                  <a:pt x="4579" y="2513"/>
                  <a:pt x="4226" y="1685"/>
                  <a:pt x="3616" y="1032"/>
                </a:cubicBezTo>
                <a:cubicBezTo>
                  <a:pt x="3056" y="434"/>
                  <a:pt x="2241" y="0"/>
                  <a:pt x="1396"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5200" bIns="252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26" name="Google Shape;2029;p37">
            <a:extLst>
              <a:ext uri="{FF2B5EF4-FFF2-40B4-BE49-F238E27FC236}">
                <a16:creationId xmlns:a16="http://schemas.microsoft.com/office/drawing/2014/main" id="{78F9A052-E7F9-49B8-8973-AB25E202861D}"/>
              </a:ext>
            </a:extLst>
          </p:cNvPr>
          <p:cNvSpPr/>
          <p:nvPr/>
        </p:nvSpPr>
        <p:spPr>
          <a:xfrm>
            <a:off x="2201935" y="1562040"/>
            <a:ext cx="19440" cy="43920"/>
          </a:xfrm>
          <a:custGeom>
            <a:avLst/>
            <a:gdLst>
              <a:gd name="textAreaLeft" fmla="*/ 0 w 19440"/>
              <a:gd name="textAreaRight" fmla="*/ 19800 w 19440"/>
              <a:gd name="textAreaTop" fmla="*/ 0 h 43920"/>
              <a:gd name="textAreaBottom" fmla="*/ 44280 h 43920"/>
            </a:gdLst>
            <a:ahLst/>
            <a:cxnLst/>
            <a:rect l="textAreaLeft" t="textAreaTop" r="textAreaRight" b="textAreaBottom"/>
            <a:pathLst>
              <a:path w="5272" h="11689">
                <a:moveTo>
                  <a:pt x="3213" y="0"/>
                </a:moveTo>
                <a:cubicBezTo>
                  <a:pt x="3134" y="0"/>
                  <a:pt x="3053" y="41"/>
                  <a:pt x="3037" y="119"/>
                </a:cubicBezTo>
                <a:cubicBezTo>
                  <a:pt x="2953" y="511"/>
                  <a:pt x="2960" y="2674"/>
                  <a:pt x="2945" y="3073"/>
                </a:cubicBezTo>
                <a:cubicBezTo>
                  <a:pt x="2931" y="3477"/>
                  <a:pt x="2919" y="3882"/>
                  <a:pt x="2916" y="4286"/>
                </a:cubicBezTo>
                <a:cubicBezTo>
                  <a:pt x="2909" y="5003"/>
                  <a:pt x="2909" y="5719"/>
                  <a:pt x="2915" y="6436"/>
                </a:cubicBezTo>
                <a:cubicBezTo>
                  <a:pt x="2566" y="5981"/>
                  <a:pt x="2246" y="5515"/>
                  <a:pt x="1975" y="5002"/>
                </a:cubicBezTo>
                <a:cubicBezTo>
                  <a:pt x="1793" y="4652"/>
                  <a:pt x="1629" y="4294"/>
                  <a:pt x="1483" y="3928"/>
                </a:cubicBezTo>
                <a:cubicBezTo>
                  <a:pt x="1411" y="3749"/>
                  <a:pt x="1350" y="3566"/>
                  <a:pt x="1283" y="3385"/>
                </a:cubicBezTo>
                <a:cubicBezTo>
                  <a:pt x="1228" y="3234"/>
                  <a:pt x="1188" y="3042"/>
                  <a:pt x="1027" y="2964"/>
                </a:cubicBezTo>
                <a:cubicBezTo>
                  <a:pt x="1012" y="2957"/>
                  <a:pt x="996" y="2953"/>
                  <a:pt x="981" y="2953"/>
                </a:cubicBezTo>
                <a:cubicBezTo>
                  <a:pt x="949" y="2953"/>
                  <a:pt x="918" y="2968"/>
                  <a:pt x="899" y="2994"/>
                </a:cubicBezTo>
                <a:cubicBezTo>
                  <a:pt x="788" y="3132"/>
                  <a:pt x="848" y="3330"/>
                  <a:pt x="880" y="3489"/>
                </a:cubicBezTo>
                <a:cubicBezTo>
                  <a:pt x="918" y="3676"/>
                  <a:pt x="973" y="3862"/>
                  <a:pt x="1029" y="4045"/>
                </a:cubicBezTo>
                <a:cubicBezTo>
                  <a:pt x="1150" y="4445"/>
                  <a:pt x="1316" y="4836"/>
                  <a:pt x="1502" y="5212"/>
                </a:cubicBezTo>
                <a:cubicBezTo>
                  <a:pt x="1533" y="5272"/>
                  <a:pt x="1563" y="5332"/>
                  <a:pt x="1594" y="5393"/>
                </a:cubicBezTo>
                <a:cubicBezTo>
                  <a:pt x="1422" y="5364"/>
                  <a:pt x="1245" y="5343"/>
                  <a:pt x="1083" y="5310"/>
                </a:cubicBezTo>
                <a:cubicBezTo>
                  <a:pt x="927" y="5279"/>
                  <a:pt x="768" y="5249"/>
                  <a:pt x="615" y="5202"/>
                </a:cubicBezTo>
                <a:cubicBezTo>
                  <a:pt x="465" y="5155"/>
                  <a:pt x="315" y="5065"/>
                  <a:pt x="156" y="5043"/>
                </a:cubicBezTo>
                <a:cubicBezTo>
                  <a:pt x="149" y="5042"/>
                  <a:pt x="142" y="5042"/>
                  <a:pt x="136" y="5042"/>
                </a:cubicBezTo>
                <a:cubicBezTo>
                  <a:pt x="64" y="5042"/>
                  <a:pt x="0" y="5094"/>
                  <a:pt x="22" y="5169"/>
                </a:cubicBezTo>
                <a:cubicBezTo>
                  <a:pt x="105" y="5464"/>
                  <a:pt x="519" y="5619"/>
                  <a:pt x="799" y="5705"/>
                </a:cubicBezTo>
                <a:cubicBezTo>
                  <a:pt x="990" y="5764"/>
                  <a:pt x="1190" y="5801"/>
                  <a:pt x="1385" y="5846"/>
                </a:cubicBezTo>
                <a:cubicBezTo>
                  <a:pt x="1557" y="5886"/>
                  <a:pt x="1737" y="5941"/>
                  <a:pt x="1915" y="5959"/>
                </a:cubicBezTo>
                <a:cubicBezTo>
                  <a:pt x="2203" y="6428"/>
                  <a:pt x="2540" y="6877"/>
                  <a:pt x="2922" y="7265"/>
                </a:cubicBezTo>
                <a:cubicBezTo>
                  <a:pt x="2930" y="7906"/>
                  <a:pt x="2943" y="8545"/>
                  <a:pt x="2963" y="9186"/>
                </a:cubicBezTo>
                <a:cubicBezTo>
                  <a:pt x="2975" y="9606"/>
                  <a:pt x="2990" y="10027"/>
                  <a:pt x="3008" y="10446"/>
                </a:cubicBezTo>
                <a:cubicBezTo>
                  <a:pt x="3022" y="10814"/>
                  <a:pt x="2993" y="11246"/>
                  <a:pt x="3175" y="11580"/>
                </a:cubicBezTo>
                <a:cubicBezTo>
                  <a:pt x="3217" y="11656"/>
                  <a:pt x="3292" y="11689"/>
                  <a:pt x="3369" y="11689"/>
                </a:cubicBezTo>
                <a:cubicBezTo>
                  <a:pt x="3495" y="11689"/>
                  <a:pt x="3626" y="11601"/>
                  <a:pt x="3622" y="11467"/>
                </a:cubicBezTo>
                <a:cubicBezTo>
                  <a:pt x="3618" y="11268"/>
                  <a:pt x="3566" y="11073"/>
                  <a:pt x="3554" y="10873"/>
                </a:cubicBezTo>
                <a:cubicBezTo>
                  <a:pt x="3541" y="10667"/>
                  <a:pt x="3536" y="10460"/>
                  <a:pt x="3528" y="10253"/>
                </a:cubicBezTo>
                <a:cubicBezTo>
                  <a:pt x="3514" y="9865"/>
                  <a:pt x="3502" y="9477"/>
                  <a:pt x="3491" y="9089"/>
                </a:cubicBezTo>
                <a:cubicBezTo>
                  <a:pt x="3467" y="8280"/>
                  <a:pt x="3448" y="7473"/>
                  <a:pt x="3437" y="6664"/>
                </a:cubicBezTo>
                <a:cubicBezTo>
                  <a:pt x="3432" y="6251"/>
                  <a:pt x="3429" y="5838"/>
                  <a:pt x="3426" y="5425"/>
                </a:cubicBezTo>
                <a:lnTo>
                  <a:pt x="3430" y="5423"/>
                </a:lnTo>
                <a:cubicBezTo>
                  <a:pt x="3895" y="4969"/>
                  <a:pt x="4297" y="4452"/>
                  <a:pt x="4620" y="3888"/>
                </a:cubicBezTo>
                <a:cubicBezTo>
                  <a:pt x="4915" y="3374"/>
                  <a:pt x="5254" y="2728"/>
                  <a:pt x="5269" y="2133"/>
                </a:cubicBezTo>
                <a:cubicBezTo>
                  <a:pt x="5271" y="2031"/>
                  <a:pt x="5170" y="1963"/>
                  <a:pt x="5074" y="1963"/>
                </a:cubicBezTo>
                <a:cubicBezTo>
                  <a:pt x="5015" y="1963"/>
                  <a:pt x="4957" y="1988"/>
                  <a:pt x="4926" y="2047"/>
                </a:cubicBezTo>
                <a:cubicBezTo>
                  <a:pt x="4792" y="2299"/>
                  <a:pt x="4720" y="2580"/>
                  <a:pt x="4609" y="2841"/>
                </a:cubicBezTo>
                <a:cubicBezTo>
                  <a:pt x="4490" y="3122"/>
                  <a:pt x="4354" y="3396"/>
                  <a:pt x="4202" y="3659"/>
                </a:cubicBezTo>
                <a:cubicBezTo>
                  <a:pt x="3979" y="4042"/>
                  <a:pt x="3720" y="4401"/>
                  <a:pt x="3427" y="4733"/>
                </a:cubicBezTo>
                <a:lnTo>
                  <a:pt x="3427" y="4237"/>
                </a:lnTo>
                <a:cubicBezTo>
                  <a:pt x="3429" y="3849"/>
                  <a:pt x="3426" y="3461"/>
                  <a:pt x="3423" y="3073"/>
                </a:cubicBezTo>
                <a:cubicBezTo>
                  <a:pt x="3422" y="2674"/>
                  <a:pt x="3444" y="515"/>
                  <a:pt x="3380" y="119"/>
                </a:cubicBezTo>
                <a:cubicBezTo>
                  <a:pt x="3366" y="39"/>
                  <a:pt x="3290" y="0"/>
                  <a:pt x="3213"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1960" bIns="219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27" name="Google Shape;2030;p37">
            <a:extLst>
              <a:ext uri="{FF2B5EF4-FFF2-40B4-BE49-F238E27FC236}">
                <a16:creationId xmlns:a16="http://schemas.microsoft.com/office/drawing/2014/main" id="{ACD86F87-C740-4D68-9D25-C6EF8587A55E}"/>
              </a:ext>
            </a:extLst>
          </p:cNvPr>
          <p:cNvSpPr/>
          <p:nvPr/>
        </p:nvSpPr>
        <p:spPr>
          <a:xfrm>
            <a:off x="2163775" y="1575000"/>
            <a:ext cx="27720" cy="38880"/>
          </a:xfrm>
          <a:custGeom>
            <a:avLst/>
            <a:gdLst>
              <a:gd name="textAreaLeft" fmla="*/ 0 w 27720"/>
              <a:gd name="textAreaRight" fmla="*/ 28080 w 27720"/>
              <a:gd name="textAreaTop" fmla="*/ 0 h 38880"/>
              <a:gd name="textAreaBottom" fmla="*/ 39240 h 38880"/>
            </a:gdLst>
            <a:ahLst/>
            <a:cxnLst/>
            <a:rect l="textAreaLeft" t="textAreaTop" r="textAreaRight" b="textAreaBottom"/>
            <a:pathLst>
              <a:path w="7458" h="10353">
                <a:moveTo>
                  <a:pt x="3593" y="0"/>
                </a:moveTo>
                <a:cubicBezTo>
                  <a:pt x="3525" y="0"/>
                  <a:pt x="3458" y="3"/>
                  <a:pt x="3390" y="8"/>
                </a:cubicBezTo>
                <a:cubicBezTo>
                  <a:pt x="3021" y="38"/>
                  <a:pt x="2662" y="147"/>
                  <a:pt x="2337" y="325"/>
                </a:cubicBezTo>
                <a:cubicBezTo>
                  <a:pt x="1733" y="654"/>
                  <a:pt x="1266" y="1189"/>
                  <a:pt x="953" y="1734"/>
                </a:cubicBezTo>
                <a:cubicBezTo>
                  <a:pt x="135" y="3159"/>
                  <a:pt x="0" y="4778"/>
                  <a:pt x="107" y="6346"/>
                </a:cubicBezTo>
                <a:cubicBezTo>
                  <a:pt x="172" y="7286"/>
                  <a:pt x="335" y="8258"/>
                  <a:pt x="960" y="9055"/>
                </a:cubicBezTo>
                <a:cubicBezTo>
                  <a:pt x="1588" y="9852"/>
                  <a:pt x="2881" y="10353"/>
                  <a:pt x="4110" y="10353"/>
                </a:cubicBezTo>
                <a:cubicBezTo>
                  <a:pt x="4169" y="10353"/>
                  <a:pt x="4228" y="10351"/>
                  <a:pt x="4286" y="10349"/>
                </a:cubicBezTo>
                <a:cubicBezTo>
                  <a:pt x="5120" y="10318"/>
                  <a:pt x="5907" y="10048"/>
                  <a:pt x="6419" y="9476"/>
                </a:cubicBezTo>
                <a:cubicBezTo>
                  <a:pt x="6933" y="8900"/>
                  <a:pt x="7122" y="8179"/>
                  <a:pt x="7223" y="7474"/>
                </a:cubicBezTo>
                <a:cubicBezTo>
                  <a:pt x="7458" y="5842"/>
                  <a:pt x="7277" y="4174"/>
                  <a:pt x="6694" y="2600"/>
                </a:cubicBezTo>
                <a:cubicBezTo>
                  <a:pt x="6456" y="1954"/>
                  <a:pt x="6139" y="1309"/>
                  <a:pt x="5590" y="803"/>
                </a:cubicBezTo>
                <a:cubicBezTo>
                  <a:pt x="5086" y="338"/>
                  <a:pt x="4353" y="0"/>
                  <a:pt x="3593"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9440" bIns="19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28" name="Google Shape;2031;p37">
            <a:extLst>
              <a:ext uri="{FF2B5EF4-FFF2-40B4-BE49-F238E27FC236}">
                <a16:creationId xmlns:a16="http://schemas.microsoft.com/office/drawing/2014/main" id="{A2DD46B4-AF75-4935-B09C-B9A28E626A70}"/>
              </a:ext>
            </a:extLst>
          </p:cNvPr>
          <p:cNvSpPr/>
          <p:nvPr/>
        </p:nvSpPr>
        <p:spPr>
          <a:xfrm>
            <a:off x="2172775" y="1575000"/>
            <a:ext cx="19080" cy="38880"/>
          </a:xfrm>
          <a:custGeom>
            <a:avLst/>
            <a:gdLst>
              <a:gd name="textAreaLeft" fmla="*/ 0 w 19080"/>
              <a:gd name="textAreaRight" fmla="*/ 19440 w 19080"/>
              <a:gd name="textAreaTop" fmla="*/ 0 h 38880"/>
              <a:gd name="textAreaBottom" fmla="*/ 39240 h 38880"/>
            </a:gdLst>
            <a:ahLst/>
            <a:cxnLst/>
            <a:rect l="textAreaLeft" t="textAreaTop" r="textAreaRight" b="textAreaBottom"/>
            <a:pathLst>
              <a:path w="5122" h="10350">
                <a:moveTo>
                  <a:pt x="1257" y="0"/>
                </a:moveTo>
                <a:cubicBezTo>
                  <a:pt x="1189" y="0"/>
                  <a:pt x="1122" y="3"/>
                  <a:pt x="1054" y="8"/>
                </a:cubicBezTo>
                <a:cubicBezTo>
                  <a:pt x="684" y="38"/>
                  <a:pt x="326" y="145"/>
                  <a:pt x="1" y="325"/>
                </a:cubicBezTo>
                <a:cubicBezTo>
                  <a:pt x="418" y="415"/>
                  <a:pt x="784" y="547"/>
                  <a:pt x="1125" y="764"/>
                </a:cubicBezTo>
                <a:cubicBezTo>
                  <a:pt x="2454" y="1610"/>
                  <a:pt x="3050" y="3014"/>
                  <a:pt x="3223" y="4371"/>
                </a:cubicBezTo>
                <a:cubicBezTo>
                  <a:pt x="3371" y="5552"/>
                  <a:pt x="3252" y="6750"/>
                  <a:pt x="2875" y="7878"/>
                </a:cubicBezTo>
                <a:cubicBezTo>
                  <a:pt x="2661" y="8526"/>
                  <a:pt x="2363" y="9152"/>
                  <a:pt x="2110" y="9791"/>
                </a:cubicBezTo>
                <a:cubicBezTo>
                  <a:pt x="2037" y="9972"/>
                  <a:pt x="1968" y="10161"/>
                  <a:pt x="1950" y="10349"/>
                </a:cubicBezTo>
                <a:cubicBezTo>
                  <a:pt x="2784" y="10318"/>
                  <a:pt x="3571" y="10048"/>
                  <a:pt x="4083" y="9476"/>
                </a:cubicBezTo>
                <a:cubicBezTo>
                  <a:pt x="4597" y="8900"/>
                  <a:pt x="4786" y="8179"/>
                  <a:pt x="4887" y="7474"/>
                </a:cubicBezTo>
                <a:cubicBezTo>
                  <a:pt x="5122" y="5842"/>
                  <a:pt x="4941" y="4174"/>
                  <a:pt x="4358" y="2598"/>
                </a:cubicBezTo>
                <a:cubicBezTo>
                  <a:pt x="4120" y="1954"/>
                  <a:pt x="3803" y="1309"/>
                  <a:pt x="3253" y="803"/>
                </a:cubicBezTo>
                <a:cubicBezTo>
                  <a:pt x="2749" y="338"/>
                  <a:pt x="2017" y="0"/>
                  <a:pt x="1257"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9440" bIns="19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29" name="Google Shape;2032;p37">
            <a:extLst>
              <a:ext uri="{FF2B5EF4-FFF2-40B4-BE49-F238E27FC236}">
                <a16:creationId xmlns:a16="http://schemas.microsoft.com/office/drawing/2014/main" id="{1260E0D8-C9A2-4A45-83CC-D112BED815EF}"/>
              </a:ext>
            </a:extLst>
          </p:cNvPr>
          <p:cNvSpPr/>
          <p:nvPr/>
        </p:nvSpPr>
        <p:spPr>
          <a:xfrm>
            <a:off x="2168455" y="1585800"/>
            <a:ext cx="17640" cy="34200"/>
          </a:xfrm>
          <a:custGeom>
            <a:avLst/>
            <a:gdLst>
              <a:gd name="textAreaLeft" fmla="*/ 0 w 17640"/>
              <a:gd name="textAreaRight" fmla="*/ 18000 w 17640"/>
              <a:gd name="textAreaTop" fmla="*/ 0 h 34200"/>
              <a:gd name="textAreaBottom" fmla="*/ 34560 h 34200"/>
            </a:gdLst>
            <a:ahLst/>
            <a:cxnLst/>
            <a:rect l="textAreaLeft" t="textAreaTop" r="textAreaRight" b="textAreaBottom"/>
            <a:pathLst>
              <a:path w="4742" h="9088">
                <a:moveTo>
                  <a:pt x="2889" y="0"/>
                </a:moveTo>
                <a:cubicBezTo>
                  <a:pt x="2817" y="0"/>
                  <a:pt x="2744" y="32"/>
                  <a:pt x="2730" y="92"/>
                </a:cubicBezTo>
                <a:cubicBezTo>
                  <a:pt x="2654" y="398"/>
                  <a:pt x="2661" y="2079"/>
                  <a:pt x="2648" y="2389"/>
                </a:cubicBezTo>
                <a:cubicBezTo>
                  <a:pt x="2634" y="2703"/>
                  <a:pt x="2624" y="3018"/>
                  <a:pt x="2620" y="3332"/>
                </a:cubicBezTo>
                <a:cubicBezTo>
                  <a:pt x="2615" y="3889"/>
                  <a:pt x="2615" y="4447"/>
                  <a:pt x="2620" y="5003"/>
                </a:cubicBezTo>
                <a:cubicBezTo>
                  <a:pt x="2306" y="4650"/>
                  <a:pt x="2018" y="4289"/>
                  <a:pt x="1774" y="3889"/>
                </a:cubicBezTo>
                <a:cubicBezTo>
                  <a:pt x="1612" y="3619"/>
                  <a:pt x="1464" y="3340"/>
                  <a:pt x="1333" y="3055"/>
                </a:cubicBezTo>
                <a:cubicBezTo>
                  <a:pt x="1267" y="2915"/>
                  <a:pt x="1212" y="2773"/>
                  <a:pt x="1153" y="2633"/>
                </a:cubicBezTo>
                <a:cubicBezTo>
                  <a:pt x="1104" y="2515"/>
                  <a:pt x="1067" y="2365"/>
                  <a:pt x="923" y="2305"/>
                </a:cubicBezTo>
                <a:cubicBezTo>
                  <a:pt x="909" y="2299"/>
                  <a:pt x="895" y="2296"/>
                  <a:pt x="881" y="2296"/>
                </a:cubicBezTo>
                <a:cubicBezTo>
                  <a:pt x="854" y="2296"/>
                  <a:pt x="827" y="2307"/>
                  <a:pt x="808" y="2328"/>
                </a:cubicBezTo>
                <a:cubicBezTo>
                  <a:pt x="708" y="2435"/>
                  <a:pt x="762" y="2590"/>
                  <a:pt x="791" y="2712"/>
                </a:cubicBezTo>
                <a:cubicBezTo>
                  <a:pt x="827" y="2859"/>
                  <a:pt x="872" y="3003"/>
                  <a:pt x="924" y="3146"/>
                </a:cubicBezTo>
                <a:cubicBezTo>
                  <a:pt x="1034" y="3455"/>
                  <a:pt x="1183" y="3760"/>
                  <a:pt x="1351" y="4052"/>
                </a:cubicBezTo>
                <a:cubicBezTo>
                  <a:pt x="1378" y="4098"/>
                  <a:pt x="1405" y="4146"/>
                  <a:pt x="1434" y="4193"/>
                </a:cubicBezTo>
                <a:cubicBezTo>
                  <a:pt x="1277" y="4171"/>
                  <a:pt x="1119" y="4155"/>
                  <a:pt x="973" y="4129"/>
                </a:cubicBezTo>
                <a:cubicBezTo>
                  <a:pt x="834" y="4104"/>
                  <a:pt x="690" y="4081"/>
                  <a:pt x="553" y="4045"/>
                </a:cubicBezTo>
                <a:cubicBezTo>
                  <a:pt x="417" y="4009"/>
                  <a:pt x="282" y="3939"/>
                  <a:pt x="140" y="3922"/>
                </a:cubicBezTo>
                <a:cubicBezTo>
                  <a:pt x="133" y="3921"/>
                  <a:pt x="126" y="3920"/>
                  <a:pt x="120" y="3920"/>
                </a:cubicBezTo>
                <a:cubicBezTo>
                  <a:pt x="55" y="3920"/>
                  <a:pt x="1" y="3962"/>
                  <a:pt x="19" y="4019"/>
                </a:cubicBezTo>
                <a:cubicBezTo>
                  <a:pt x="95" y="4248"/>
                  <a:pt x="468" y="4369"/>
                  <a:pt x="718" y="4436"/>
                </a:cubicBezTo>
                <a:cubicBezTo>
                  <a:pt x="890" y="4481"/>
                  <a:pt x="1069" y="4511"/>
                  <a:pt x="1245" y="4545"/>
                </a:cubicBezTo>
                <a:cubicBezTo>
                  <a:pt x="1400" y="4576"/>
                  <a:pt x="1562" y="4620"/>
                  <a:pt x="1723" y="4633"/>
                </a:cubicBezTo>
                <a:cubicBezTo>
                  <a:pt x="1985" y="5005"/>
                  <a:pt x="2288" y="5346"/>
                  <a:pt x="2628" y="5649"/>
                </a:cubicBezTo>
                <a:cubicBezTo>
                  <a:pt x="2635" y="6147"/>
                  <a:pt x="2648" y="6645"/>
                  <a:pt x="2664" y="7142"/>
                </a:cubicBezTo>
                <a:cubicBezTo>
                  <a:pt x="2676" y="7469"/>
                  <a:pt x="2690" y="7795"/>
                  <a:pt x="2705" y="8123"/>
                </a:cubicBezTo>
                <a:cubicBezTo>
                  <a:pt x="2719" y="8408"/>
                  <a:pt x="2693" y="8742"/>
                  <a:pt x="2856" y="9003"/>
                </a:cubicBezTo>
                <a:cubicBezTo>
                  <a:pt x="2894" y="9062"/>
                  <a:pt x="2961" y="9087"/>
                  <a:pt x="3031" y="9087"/>
                </a:cubicBezTo>
                <a:cubicBezTo>
                  <a:pt x="3144" y="9087"/>
                  <a:pt x="3261" y="9019"/>
                  <a:pt x="3258" y="8915"/>
                </a:cubicBezTo>
                <a:cubicBezTo>
                  <a:pt x="3254" y="8760"/>
                  <a:pt x="3207" y="8608"/>
                  <a:pt x="3196" y="8452"/>
                </a:cubicBezTo>
                <a:cubicBezTo>
                  <a:pt x="3185" y="8291"/>
                  <a:pt x="3180" y="8131"/>
                  <a:pt x="3173" y="7971"/>
                </a:cubicBezTo>
                <a:cubicBezTo>
                  <a:pt x="3160" y="7669"/>
                  <a:pt x="3149" y="7367"/>
                  <a:pt x="3138" y="7066"/>
                </a:cubicBezTo>
                <a:cubicBezTo>
                  <a:pt x="3118" y="6438"/>
                  <a:pt x="3101" y="5808"/>
                  <a:pt x="3092" y="5180"/>
                </a:cubicBezTo>
                <a:cubicBezTo>
                  <a:pt x="3086" y="4859"/>
                  <a:pt x="3084" y="4539"/>
                  <a:pt x="3081" y="4218"/>
                </a:cubicBezTo>
                <a:lnTo>
                  <a:pt x="3085" y="4216"/>
                </a:lnTo>
                <a:cubicBezTo>
                  <a:pt x="3496" y="3871"/>
                  <a:pt x="3857" y="3469"/>
                  <a:pt x="4156" y="3024"/>
                </a:cubicBezTo>
                <a:cubicBezTo>
                  <a:pt x="4420" y="2623"/>
                  <a:pt x="4725" y="2121"/>
                  <a:pt x="4739" y="1659"/>
                </a:cubicBezTo>
                <a:cubicBezTo>
                  <a:pt x="4741" y="1580"/>
                  <a:pt x="4649" y="1527"/>
                  <a:pt x="4562" y="1527"/>
                </a:cubicBezTo>
                <a:cubicBezTo>
                  <a:pt x="4509" y="1527"/>
                  <a:pt x="4458" y="1546"/>
                  <a:pt x="4430" y="1592"/>
                </a:cubicBezTo>
                <a:cubicBezTo>
                  <a:pt x="4309" y="1788"/>
                  <a:pt x="4245" y="2006"/>
                  <a:pt x="4145" y="2209"/>
                </a:cubicBezTo>
                <a:cubicBezTo>
                  <a:pt x="4037" y="2428"/>
                  <a:pt x="3915" y="2641"/>
                  <a:pt x="3777" y="2845"/>
                </a:cubicBezTo>
                <a:cubicBezTo>
                  <a:pt x="3574" y="3146"/>
                  <a:pt x="3340" y="3425"/>
                  <a:pt x="3081" y="3680"/>
                </a:cubicBezTo>
                <a:lnTo>
                  <a:pt x="3081" y="3294"/>
                </a:lnTo>
                <a:cubicBezTo>
                  <a:pt x="3082" y="2992"/>
                  <a:pt x="3080" y="2690"/>
                  <a:pt x="3078" y="2389"/>
                </a:cubicBezTo>
                <a:cubicBezTo>
                  <a:pt x="3077" y="2079"/>
                  <a:pt x="3095" y="401"/>
                  <a:pt x="3038" y="92"/>
                </a:cubicBezTo>
                <a:cubicBezTo>
                  <a:pt x="3026" y="30"/>
                  <a:pt x="2958" y="0"/>
                  <a:pt x="2889"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17280" bIns="1728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30" name="Google Shape;2033;p37">
            <a:extLst>
              <a:ext uri="{FF2B5EF4-FFF2-40B4-BE49-F238E27FC236}">
                <a16:creationId xmlns:a16="http://schemas.microsoft.com/office/drawing/2014/main" id="{34C25F9A-8AED-483F-8C06-92F797BC02A3}"/>
              </a:ext>
            </a:extLst>
          </p:cNvPr>
          <p:cNvSpPr/>
          <p:nvPr/>
        </p:nvSpPr>
        <p:spPr>
          <a:xfrm>
            <a:off x="2090695" y="1625400"/>
            <a:ext cx="27720" cy="38880"/>
          </a:xfrm>
          <a:custGeom>
            <a:avLst/>
            <a:gdLst>
              <a:gd name="textAreaLeft" fmla="*/ 0 w 27720"/>
              <a:gd name="textAreaRight" fmla="*/ 28080 w 27720"/>
              <a:gd name="textAreaTop" fmla="*/ 0 h 38880"/>
              <a:gd name="textAreaBottom" fmla="*/ 39240 h 38880"/>
            </a:gdLst>
            <a:ahLst/>
            <a:cxnLst/>
            <a:rect l="textAreaLeft" t="textAreaTop" r="textAreaRight" b="textAreaBottom"/>
            <a:pathLst>
              <a:path w="7459" h="10355">
                <a:moveTo>
                  <a:pt x="3590" y="1"/>
                </a:moveTo>
                <a:cubicBezTo>
                  <a:pt x="3524" y="1"/>
                  <a:pt x="3457" y="3"/>
                  <a:pt x="3390" y="9"/>
                </a:cubicBezTo>
                <a:cubicBezTo>
                  <a:pt x="3021" y="39"/>
                  <a:pt x="2662" y="147"/>
                  <a:pt x="2338" y="325"/>
                </a:cubicBezTo>
                <a:cubicBezTo>
                  <a:pt x="1734" y="655"/>
                  <a:pt x="1266" y="1189"/>
                  <a:pt x="954" y="1735"/>
                </a:cubicBezTo>
                <a:cubicBezTo>
                  <a:pt x="135" y="3160"/>
                  <a:pt x="1" y="4779"/>
                  <a:pt x="109" y="6346"/>
                </a:cubicBezTo>
                <a:cubicBezTo>
                  <a:pt x="172" y="7287"/>
                  <a:pt x="335" y="8260"/>
                  <a:pt x="961" y="9055"/>
                </a:cubicBezTo>
                <a:cubicBezTo>
                  <a:pt x="1589" y="9853"/>
                  <a:pt x="2884" y="10354"/>
                  <a:pt x="4114" y="10354"/>
                </a:cubicBezTo>
                <a:cubicBezTo>
                  <a:pt x="4171" y="10354"/>
                  <a:pt x="4228" y="10353"/>
                  <a:pt x="4285" y="10351"/>
                </a:cubicBezTo>
                <a:cubicBezTo>
                  <a:pt x="5119" y="10318"/>
                  <a:pt x="5907" y="10048"/>
                  <a:pt x="6418" y="9476"/>
                </a:cubicBezTo>
                <a:cubicBezTo>
                  <a:pt x="6932" y="8900"/>
                  <a:pt x="7122" y="8179"/>
                  <a:pt x="7224" y="7474"/>
                </a:cubicBezTo>
                <a:cubicBezTo>
                  <a:pt x="7458" y="5843"/>
                  <a:pt x="7277" y="4174"/>
                  <a:pt x="6695" y="2600"/>
                </a:cubicBezTo>
                <a:cubicBezTo>
                  <a:pt x="6456" y="1954"/>
                  <a:pt x="6139" y="1310"/>
                  <a:pt x="5591" y="804"/>
                </a:cubicBezTo>
                <a:cubicBezTo>
                  <a:pt x="5086" y="337"/>
                  <a:pt x="4351" y="1"/>
                  <a:pt x="3590"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9440" bIns="19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31" name="Google Shape;2034;p37">
            <a:extLst>
              <a:ext uri="{FF2B5EF4-FFF2-40B4-BE49-F238E27FC236}">
                <a16:creationId xmlns:a16="http://schemas.microsoft.com/office/drawing/2014/main" id="{A280B965-BBDA-46F1-88AF-1F54AF6A73B6}"/>
              </a:ext>
            </a:extLst>
          </p:cNvPr>
          <p:cNvSpPr/>
          <p:nvPr/>
        </p:nvSpPr>
        <p:spPr>
          <a:xfrm>
            <a:off x="2099335" y="1625400"/>
            <a:ext cx="19080" cy="38880"/>
          </a:xfrm>
          <a:custGeom>
            <a:avLst/>
            <a:gdLst>
              <a:gd name="textAreaLeft" fmla="*/ 0 w 19080"/>
              <a:gd name="textAreaRight" fmla="*/ 19440 w 19080"/>
              <a:gd name="textAreaTop" fmla="*/ 0 h 38880"/>
              <a:gd name="textAreaBottom" fmla="*/ 39240 h 38880"/>
            </a:gdLst>
            <a:ahLst/>
            <a:cxnLst/>
            <a:rect l="textAreaLeft" t="textAreaTop" r="textAreaRight" b="textAreaBottom"/>
            <a:pathLst>
              <a:path w="5122" h="10352">
                <a:moveTo>
                  <a:pt x="1253" y="1"/>
                </a:moveTo>
                <a:cubicBezTo>
                  <a:pt x="1186" y="1"/>
                  <a:pt x="1120" y="3"/>
                  <a:pt x="1053" y="9"/>
                </a:cubicBezTo>
                <a:cubicBezTo>
                  <a:pt x="683" y="39"/>
                  <a:pt x="325" y="147"/>
                  <a:pt x="0" y="325"/>
                </a:cubicBezTo>
                <a:cubicBezTo>
                  <a:pt x="417" y="416"/>
                  <a:pt x="783" y="548"/>
                  <a:pt x="1124" y="766"/>
                </a:cubicBezTo>
                <a:cubicBezTo>
                  <a:pt x="2453" y="1612"/>
                  <a:pt x="3049" y="3014"/>
                  <a:pt x="3222" y="4373"/>
                </a:cubicBezTo>
                <a:cubicBezTo>
                  <a:pt x="3370" y="5552"/>
                  <a:pt x="3251" y="6750"/>
                  <a:pt x="2874" y="7879"/>
                </a:cubicBezTo>
                <a:cubicBezTo>
                  <a:pt x="2659" y="8526"/>
                  <a:pt x="2361" y="9153"/>
                  <a:pt x="2108" y="9792"/>
                </a:cubicBezTo>
                <a:cubicBezTo>
                  <a:pt x="2036" y="9973"/>
                  <a:pt x="1968" y="10162"/>
                  <a:pt x="1948" y="10351"/>
                </a:cubicBezTo>
                <a:cubicBezTo>
                  <a:pt x="2782" y="10318"/>
                  <a:pt x="3570" y="10048"/>
                  <a:pt x="4081" y="9476"/>
                </a:cubicBezTo>
                <a:cubicBezTo>
                  <a:pt x="4595" y="8900"/>
                  <a:pt x="4785" y="8179"/>
                  <a:pt x="4887" y="7474"/>
                </a:cubicBezTo>
                <a:cubicBezTo>
                  <a:pt x="5121" y="5843"/>
                  <a:pt x="4940" y="4174"/>
                  <a:pt x="4358" y="2600"/>
                </a:cubicBezTo>
                <a:cubicBezTo>
                  <a:pt x="4119" y="1954"/>
                  <a:pt x="3802" y="1311"/>
                  <a:pt x="3252" y="804"/>
                </a:cubicBezTo>
                <a:cubicBezTo>
                  <a:pt x="2748" y="339"/>
                  <a:pt x="2014" y="1"/>
                  <a:pt x="1253"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19440" bIns="19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32" name="Google Shape;2035;p37">
            <a:extLst>
              <a:ext uri="{FF2B5EF4-FFF2-40B4-BE49-F238E27FC236}">
                <a16:creationId xmlns:a16="http://schemas.microsoft.com/office/drawing/2014/main" id="{5A490141-2467-4E6C-B254-4E1BC37D9163}"/>
              </a:ext>
            </a:extLst>
          </p:cNvPr>
          <p:cNvSpPr/>
          <p:nvPr/>
        </p:nvSpPr>
        <p:spPr>
          <a:xfrm>
            <a:off x="2095015" y="1636200"/>
            <a:ext cx="17640" cy="34200"/>
          </a:xfrm>
          <a:custGeom>
            <a:avLst/>
            <a:gdLst>
              <a:gd name="textAreaLeft" fmla="*/ 0 w 17640"/>
              <a:gd name="textAreaRight" fmla="*/ 18000 w 17640"/>
              <a:gd name="textAreaTop" fmla="*/ 0 h 34200"/>
              <a:gd name="textAreaBottom" fmla="*/ 34560 h 34200"/>
            </a:gdLst>
            <a:ahLst/>
            <a:cxnLst/>
            <a:rect l="textAreaLeft" t="textAreaTop" r="textAreaRight" b="textAreaBottom"/>
            <a:pathLst>
              <a:path w="4741" h="9088">
                <a:moveTo>
                  <a:pt x="2889" y="1"/>
                </a:moveTo>
                <a:cubicBezTo>
                  <a:pt x="2817" y="1"/>
                  <a:pt x="2744" y="32"/>
                  <a:pt x="2729" y="93"/>
                </a:cubicBezTo>
                <a:cubicBezTo>
                  <a:pt x="2653" y="398"/>
                  <a:pt x="2660" y="2079"/>
                  <a:pt x="2647" y="2389"/>
                </a:cubicBezTo>
                <a:cubicBezTo>
                  <a:pt x="2634" y="2703"/>
                  <a:pt x="2623" y="3019"/>
                  <a:pt x="2621" y="3333"/>
                </a:cubicBezTo>
                <a:cubicBezTo>
                  <a:pt x="2615" y="3889"/>
                  <a:pt x="2615" y="4447"/>
                  <a:pt x="2621" y="5004"/>
                </a:cubicBezTo>
                <a:cubicBezTo>
                  <a:pt x="2307" y="4650"/>
                  <a:pt x="2019" y="4288"/>
                  <a:pt x="1776" y="3889"/>
                </a:cubicBezTo>
                <a:cubicBezTo>
                  <a:pt x="1613" y="3619"/>
                  <a:pt x="1465" y="3341"/>
                  <a:pt x="1333" y="3054"/>
                </a:cubicBezTo>
                <a:cubicBezTo>
                  <a:pt x="1267" y="2916"/>
                  <a:pt x="1212" y="2773"/>
                  <a:pt x="1153" y="2632"/>
                </a:cubicBezTo>
                <a:cubicBezTo>
                  <a:pt x="1104" y="2514"/>
                  <a:pt x="1067" y="2366"/>
                  <a:pt x="923" y="2304"/>
                </a:cubicBezTo>
                <a:cubicBezTo>
                  <a:pt x="910" y="2298"/>
                  <a:pt x="896" y="2295"/>
                  <a:pt x="882" y="2295"/>
                </a:cubicBezTo>
                <a:cubicBezTo>
                  <a:pt x="854" y="2295"/>
                  <a:pt x="827" y="2307"/>
                  <a:pt x="808" y="2329"/>
                </a:cubicBezTo>
                <a:cubicBezTo>
                  <a:pt x="708" y="2436"/>
                  <a:pt x="763" y="2589"/>
                  <a:pt x="791" y="2713"/>
                </a:cubicBezTo>
                <a:cubicBezTo>
                  <a:pt x="827" y="2860"/>
                  <a:pt x="872" y="3003"/>
                  <a:pt x="924" y="3145"/>
                </a:cubicBezTo>
                <a:cubicBezTo>
                  <a:pt x="1034" y="3456"/>
                  <a:pt x="1182" y="3759"/>
                  <a:pt x="1351" y="4052"/>
                </a:cubicBezTo>
                <a:cubicBezTo>
                  <a:pt x="1378" y="4099"/>
                  <a:pt x="1406" y="4146"/>
                  <a:pt x="1433" y="4192"/>
                </a:cubicBezTo>
                <a:cubicBezTo>
                  <a:pt x="1277" y="4170"/>
                  <a:pt x="1119" y="4154"/>
                  <a:pt x="974" y="4128"/>
                </a:cubicBezTo>
                <a:cubicBezTo>
                  <a:pt x="833" y="4104"/>
                  <a:pt x="690" y="4081"/>
                  <a:pt x="553" y="4044"/>
                </a:cubicBezTo>
                <a:cubicBezTo>
                  <a:pt x="417" y="4009"/>
                  <a:pt x="283" y="3939"/>
                  <a:pt x="140" y="3921"/>
                </a:cubicBezTo>
                <a:cubicBezTo>
                  <a:pt x="134" y="3920"/>
                  <a:pt x="128" y="3920"/>
                  <a:pt x="122" y="3920"/>
                </a:cubicBezTo>
                <a:cubicBezTo>
                  <a:pt x="57" y="3920"/>
                  <a:pt x="1" y="3960"/>
                  <a:pt x="20" y="4019"/>
                </a:cubicBezTo>
                <a:cubicBezTo>
                  <a:pt x="95" y="4248"/>
                  <a:pt x="468" y="4369"/>
                  <a:pt x="719" y="4435"/>
                </a:cubicBezTo>
                <a:cubicBezTo>
                  <a:pt x="890" y="4482"/>
                  <a:pt x="1070" y="4510"/>
                  <a:pt x="1245" y="4546"/>
                </a:cubicBezTo>
                <a:cubicBezTo>
                  <a:pt x="1400" y="4576"/>
                  <a:pt x="1562" y="4619"/>
                  <a:pt x="1724" y="4634"/>
                </a:cubicBezTo>
                <a:cubicBezTo>
                  <a:pt x="1983" y="4997"/>
                  <a:pt x="2285" y="5347"/>
                  <a:pt x="2627" y="5648"/>
                </a:cubicBezTo>
                <a:cubicBezTo>
                  <a:pt x="2636" y="6146"/>
                  <a:pt x="2648" y="6644"/>
                  <a:pt x="2664" y="7142"/>
                </a:cubicBezTo>
                <a:cubicBezTo>
                  <a:pt x="2677" y="7469"/>
                  <a:pt x="2689" y="7796"/>
                  <a:pt x="2706" y="8122"/>
                </a:cubicBezTo>
                <a:cubicBezTo>
                  <a:pt x="2719" y="8407"/>
                  <a:pt x="2693" y="8743"/>
                  <a:pt x="2856" y="9003"/>
                </a:cubicBezTo>
                <a:cubicBezTo>
                  <a:pt x="2894" y="9062"/>
                  <a:pt x="2961" y="9088"/>
                  <a:pt x="3031" y="9088"/>
                </a:cubicBezTo>
                <a:cubicBezTo>
                  <a:pt x="3144" y="9088"/>
                  <a:pt x="3262" y="9019"/>
                  <a:pt x="3258" y="8914"/>
                </a:cubicBezTo>
                <a:cubicBezTo>
                  <a:pt x="3254" y="8761"/>
                  <a:pt x="3207" y="8609"/>
                  <a:pt x="3196" y="8452"/>
                </a:cubicBezTo>
                <a:cubicBezTo>
                  <a:pt x="3185" y="8292"/>
                  <a:pt x="3180" y="8131"/>
                  <a:pt x="3173" y="7971"/>
                </a:cubicBezTo>
                <a:cubicBezTo>
                  <a:pt x="3161" y="7669"/>
                  <a:pt x="3150" y="7368"/>
                  <a:pt x="3139" y="7066"/>
                </a:cubicBezTo>
                <a:cubicBezTo>
                  <a:pt x="3118" y="6437"/>
                  <a:pt x="3102" y="5809"/>
                  <a:pt x="3091" y="5181"/>
                </a:cubicBezTo>
                <a:cubicBezTo>
                  <a:pt x="3087" y="4860"/>
                  <a:pt x="3083" y="4539"/>
                  <a:pt x="3081" y="4218"/>
                </a:cubicBezTo>
                <a:cubicBezTo>
                  <a:pt x="3083" y="4217"/>
                  <a:pt x="3084" y="4217"/>
                  <a:pt x="3084" y="4216"/>
                </a:cubicBezTo>
                <a:cubicBezTo>
                  <a:pt x="3495" y="3871"/>
                  <a:pt x="3856" y="3470"/>
                  <a:pt x="4155" y="3024"/>
                </a:cubicBezTo>
                <a:cubicBezTo>
                  <a:pt x="4419" y="2624"/>
                  <a:pt x="4724" y="2122"/>
                  <a:pt x="4738" y="1660"/>
                </a:cubicBezTo>
                <a:cubicBezTo>
                  <a:pt x="4740" y="1581"/>
                  <a:pt x="4649" y="1527"/>
                  <a:pt x="4562" y="1527"/>
                </a:cubicBezTo>
                <a:cubicBezTo>
                  <a:pt x="4509" y="1527"/>
                  <a:pt x="4457" y="1547"/>
                  <a:pt x="4429" y="1593"/>
                </a:cubicBezTo>
                <a:cubicBezTo>
                  <a:pt x="4308" y="1789"/>
                  <a:pt x="4245" y="2007"/>
                  <a:pt x="4144" y="2210"/>
                </a:cubicBezTo>
                <a:cubicBezTo>
                  <a:pt x="4036" y="2429"/>
                  <a:pt x="3914" y="2642"/>
                  <a:pt x="3778" y="2846"/>
                </a:cubicBezTo>
                <a:cubicBezTo>
                  <a:pt x="3573" y="3146"/>
                  <a:pt x="3340" y="3426"/>
                  <a:pt x="3080" y="3681"/>
                </a:cubicBezTo>
                <a:lnTo>
                  <a:pt x="3080" y="3296"/>
                </a:lnTo>
                <a:cubicBezTo>
                  <a:pt x="3083" y="2993"/>
                  <a:pt x="3080" y="2691"/>
                  <a:pt x="3077" y="2389"/>
                </a:cubicBezTo>
                <a:cubicBezTo>
                  <a:pt x="3076" y="2079"/>
                  <a:pt x="3095" y="401"/>
                  <a:pt x="3037" y="93"/>
                </a:cubicBezTo>
                <a:cubicBezTo>
                  <a:pt x="3026" y="30"/>
                  <a:pt x="2958" y="1"/>
                  <a:pt x="2889"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17280" bIns="1728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33" name="Google Shape;2036;p37">
            <a:extLst>
              <a:ext uri="{FF2B5EF4-FFF2-40B4-BE49-F238E27FC236}">
                <a16:creationId xmlns:a16="http://schemas.microsoft.com/office/drawing/2014/main" id="{D3F7AA62-5FE0-4D65-A48A-9104D9098DBA}"/>
              </a:ext>
            </a:extLst>
          </p:cNvPr>
          <p:cNvSpPr/>
          <p:nvPr/>
        </p:nvSpPr>
        <p:spPr>
          <a:xfrm>
            <a:off x="2194375" y="1670040"/>
            <a:ext cx="27720" cy="38880"/>
          </a:xfrm>
          <a:custGeom>
            <a:avLst/>
            <a:gdLst>
              <a:gd name="textAreaLeft" fmla="*/ 0 w 27720"/>
              <a:gd name="textAreaRight" fmla="*/ 28080 w 27720"/>
              <a:gd name="textAreaTop" fmla="*/ 0 h 38880"/>
              <a:gd name="textAreaBottom" fmla="*/ 39240 h 38880"/>
            </a:gdLst>
            <a:ahLst/>
            <a:cxnLst/>
            <a:rect l="textAreaLeft" t="textAreaTop" r="textAreaRight" b="textAreaBottom"/>
            <a:pathLst>
              <a:path w="7458" h="10355">
                <a:moveTo>
                  <a:pt x="3589" y="1"/>
                </a:moveTo>
                <a:cubicBezTo>
                  <a:pt x="3523" y="1"/>
                  <a:pt x="3456" y="3"/>
                  <a:pt x="3389" y="8"/>
                </a:cubicBezTo>
                <a:cubicBezTo>
                  <a:pt x="3019" y="39"/>
                  <a:pt x="2661" y="147"/>
                  <a:pt x="2336" y="325"/>
                </a:cubicBezTo>
                <a:cubicBezTo>
                  <a:pt x="1733" y="654"/>
                  <a:pt x="1264" y="1190"/>
                  <a:pt x="953" y="1736"/>
                </a:cubicBezTo>
                <a:cubicBezTo>
                  <a:pt x="134" y="3159"/>
                  <a:pt x="0" y="4779"/>
                  <a:pt x="107" y="6346"/>
                </a:cubicBezTo>
                <a:cubicBezTo>
                  <a:pt x="171" y="7286"/>
                  <a:pt x="333" y="8260"/>
                  <a:pt x="960" y="9055"/>
                </a:cubicBezTo>
                <a:cubicBezTo>
                  <a:pt x="1589" y="9853"/>
                  <a:pt x="2882" y="10354"/>
                  <a:pt x="4113" y="10354"/>
                </a:cubicBezTo>
                <a:cubicBezTo>
                  <a:pt x="4170" y="10354"/>
                  <a:pt x="4228" y="10353"/>
                  <a:pt x="4285" y="10351"/>
                </a:cubicBezTo>
                <a:cubicBezTo>
                  <a:pt x="5118" y="10318"/>
                  <a:pt x="5907" y="10048"/>
                  <a:pt x="6417" y="9476"/>
                </a:cubicBezTo>
                <a:cubicBezTo>
                  <a:pt x="6931" y="8900"/>
                  <a:pt x="7122" y="8179"/>
                  <a:pt x="7222" y="7474"/>
                </a:cubicBezTo>
                <a:cubicBezTo>
                  <a:pt x="7458" y="5844"/>
                  <a:pt x="7275" y="4174"/>
                  <a:pt x="6694" y="2600"/>
                </a:cubicBezTo>
                <a:cubicBezTo>
                  <a:pt x="6455" y="1954"/>
                  <a:pt x="6137" y="1310"/>
                  <a:pt x="5589" y="804"/>
                </a:cubicBezTo>
                <a:cubicBezTo>
                  <a:pt x="5084" y="338"/>
                  <a:pt x="4350" y="1"/>
                  <a:pt x="3589"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19440" bIns="19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34" name="Google Shape;2037;p37">
            <a:extLst>
              <a:ext uri="{FF2B5EF4-FFF2-40B4-BE49-F238E27FC236}">
                <a16:creationId xmlns:a16="http://schemas.microsoft.com/office/drawing/2014/main" id="{1FD1D6CC-4E92-442B-AC74-A36F6B05B64C}"/>
              </a:ext>
            </a:extLst>
          </p:cNvPr>
          <p:cNvSpPr/>
          <p:nvPr/>
        </p:nvSpPr>
        <p:spPr>
          <a:xfrm>
            <a:off x="2203375" y="1670040"/>
            <a:ext cx="19080" cy="38880"/>
          </a:xfrm>
          <a:custGeom>
            <a:avLst/>
            <a:gdLst>
              <a:gd name="textAreaLeft" fmla="*/ 0 w 19080"/>
              <a:gd name="textAreaRight" fmla="*/ 19440 w 19080"/>
              <a:gd name="textAreaTop" fmla="*/ 0 h 38880"/>
              <a:gd name="textAreaBottom" fmla="*/ 39240 h 38880"/>
            </a:gdLst>
            <a:ahLst/>
            <a:cxnLst/>
            <a:rect l="textAreaLeft" t="textAreaTop" r="textAreaRight" b="textAreaBottom"/>
            <a:pathLst>
              <a:path w="5122" h="10350">
                <a:moveTo>
                  <a:pt x="1255" y="1"/>
                </a:moveTo>
                <a:cubicBezTo>
                  <a:pt x="1188" y="1"/>
                  <a:pt x="1120" y="3"/>
                  <a:pt x="1052" y="9"/>
                </a:cubicBezTo>
                <a:cubicBezTo>
                  <a:pt x="683" y="38"/>
                  <a:pt x="324" y="146"/>
                  <a:pt x="0" y="326"/>
                </a:cubicBezTo>
                <a:cubicBezTo>
                  <a:pt x="416" y="415"/>
                  <a:pt x="783" y="546"/>
                  <a:pt x="1125" y="764"/>
                </a:cubicBezTo>
                <a:cubicBezTo>
                  <a:pt x="2452" y="1610"/>
                  <a:pt x="3048" y="3014"/>
                  <a:pt x="3221" y="4372"/>
                </a:cubicBezTo>
                <a:cubicBezTo>
                  <a:pt x="3369" y="5551"/>
                  <a:pt x="3250" y="6749"/>
                  <a:pt x="2873" y="7878"/>
                </a:cubicBezTo>
                <a:cubicBezTo>
                  <a:pt x="2659" y="8525"/>
                  <a:pt x="2361" y="9151"/>
                  <a:pt x="2108" y="9790"/>
                </a:cubicBezTo>
                <a:cubicBezTo>
                  <a:pt x="2035" y="9971"/>
                  <a:pt x="1967" y="10161"/>
                  <a:pt x="1949" y="10350"/>
                </a:cubicBezTo>
                <a:cubicBezTo>
                  <a:pt x="2782" y="10317"/>
                  <a:pt x="3571" y="10047"/>
                  <a:pt x="4081" y="9475"/>
                </a:cubicBezTo>
                <a:cubicBezTo>
                  <a:pt x="4595" y="8899"/>
                  <a:pt x="4786" y="8178"/>
                  <a:pt x="4886" y="7473"/>
                </a:cubicBezTo>
                <a:cubicBezTo>
                  <a:pt x="5122" y="5843"/>
                  <a:pt x="4939" y="4173"/>
                  <a:pt x="4356" y="2599"/>
                </a:cubicBezTo>
                <a:cubicBezTo>
                  <a:pt x="4118" y="1954"/>
                  <a:pt x="3801" y="1310"/>
                  <a:pt x="3253" y="803"/>
                </a:cubicBezTo>
                <a:cubicBezTo>
                  <a:pt x="2749" y="338"/>
                  <a:pt x="2015" y="1"/>
                  <a:pt x="1255"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19440" bIns="19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35" name="Google Shape;2038;p37">
            <a:extLst>
              <a:ext uri="{FF2B5EF4-FFF2-40B4-BE49-F238E27FC236}">
                <a16:creationId xmlns:a16="http://schemas.microsoft.com/office/drawing/2014/main" id="{CD78D7F8-1416-4474-81BB-9A609B2F4AA4}"/>
              </a:ext>
            </a:extLst>
          </p:cNvPr>
          <p:cNvSpPr/>
          <p:nvPr/>
        </p:nvSpPr>
        <p:spPr>
          <a:xfrm>
            <a:off x="2199055" y="1681200"/>
            <a:ext cx="17640" cy="34200"/>
          </a:xfrm>
          <a:custGeom>
            <a:avLst/>
            <a:gdLst>
              <a:gd name="textAreaLeft" fmla="*/ 0 w 17640"/>
              <a:gd name="textAreaRight" fmla="*/ 18000 w 17640"/>
              <a:gd name="textAreaTop" fmla="*/ 0 h 34200"/>
              <a:gd name="textAreaBottom" fmla="*/ 34560 h 34200"/>
            </a:gdLst>
            <a:ahLst/>
            <a:cxnLst/>
            <a:rect l="textAreaLeft" t="textAreaTop" r="textAreaRight" b="textAreaBottom"/>
            <a:pathLst>
              <a:path w="4740" h="9087">
                <a:moveTo>
                  <a:pt x="2887" y="0"/>
                </a:moveTo>
                <a:cubicBezTo>
                  <a:pt x="2816" y="0"/>
                  <a:pt x="2743" y="32"/>
                  <a:pt x="2728" y="93"/>
                </a:cubicBezTo>
                <a:cubicBezTo>
                  <a:pt x="2653" y="397"/>
                  <a:pt x="2660" y="2078"/>
                  <a:pt x="2647" y="2389"/>
                </a:cubicBezTo>
                <a:cubicBezTo>
                  <a:pt x="2634" y="2703"/>
                  <a:pt x="2624" y="3017"/>
                  <a:pt x="2620" y="3331"/>
                </a:cubicBezTo>
                <a:cubicBezTo>
                  <a:pt x="2614" y="3889"/>
                  <a:pt x="2614" y="4446"/>
                  <a:pt x="2620" y="5004"/>
                </a:cubicBezTo>
                <a:cubicBezTo>
                  <a:pt x="2306" y="4649"/>
                  <a:pt x="2018" y="4287"/>
                  <a:pt x="1775" y="3888"/>
                </a:cubicBezTo>
                <a:cubicBezTo>
                  <a:pt x="1612" y="3619"/>
                  <a:pt x="1464" y="3340"/>
                  <a:pt x="1332" y="3054"/>
                </a:cubicBezTo>
                <a:cubicBezTo>
                  <a:pt x="1267" y="2915"/>
                  <a:pt x="1212" y="2772"/>
                  <a:pt x="1153" y="2632"/>
                </a:cubicBezTo>
                <a:cubicBezTo>
                  <a:pt x="1103" y="2514"/>
                  <a:pt x="1066" y="2365"/>
                  <a:pt x="922" y="2304"/>
                </a:cubicBezTo>
                <a:cubicBezTo>
                  <a:pt x="909" y="2298"/>
                  <a:pt x="895" y="2295"/>
                  <a:pt x="881" y="2295"/>
                </a:cubicBezTo>
                <a:cubicBezTo>
                  <a:pt x="853" y="2295"/>
                  <a:pt x="826" y="2307"/>
                  <a:pt x="807" y="2328"/>
                </a:cubicBezTo>
                <a:cubicBezTo>
                  <a:pt x="707" y="2435"/>
                  <a:pt x="762" y="2590"/>
                  <a:pt x="791" y="2712"/>
                </a:cubicBezTo>
                <a:cubicBezTo>
                  <a:pt x="828" y="2858"/>
                  <a:pt x="872" y="3002"/>
                  <a:pt x="925" y="3145"/>
                </a:cubicBezTo>
                <a:cubicBezTo>
                  <a:pt x="1033" y="3455"/>
                  <a:pt x="1183" y="3759"/>
                  <a:pt x="1350" y="4053"/>
                </a:cubicBezTo>
                <a:cubicBezTo>
                  <a:pt x="1378" y="4099"/>
                  <a:pt x="1405" y="4146"/>
                  <a:pt x="1434" y="4192"/>
                </a:cubicBezTo>
                <a:cubicBezTo>
                  <a:pt x="1278" y="4170"/>
                  <a:pt x="1118" y="4154"/>
                  <a:pt x="973" y="4128"/>
                </a:cubicBezTo>
                <a:cubicBezTo>
                  <a:pt x="833" y="4103"/>
                  <a:pt x="689" y="4080"/>
                  <a:pt x="552" y="4044"/>
                </a:cubicBezTo>
                <a:cubicBezTo>
                  <a:pt x="416" y="4009"/>
                  <a:pt x="282" y="3939"/>
                  <a:pt x="140" y="3921"/>
                </a:cubicBezTo>
                <a:cubicBezTo>
                  <a:pt x="133" y="3920"/>
                  <a:pt x="126" y="3920"/>
                  <a:pt x="120" y="3920"/>
                </a:cubicBezTo>
                <a:cubicBezTo>
                  <a:pt x="56" y="3920"/>
                  <a:pt x="0" y="3961"/>
                  <a:pt x="19" y="4018"/>
                </a:cubicBezTo>
                <a:cubicBezTo>
                  <a:pt x="94" y="4247"/>
                  <a:pt x="467" y="4368"/>
                  <a:pt x="718" y="4435"/>
                </a:cubicBezTo>
                <a:cubicBezTo>
                  <a:pt x="889" y="4480"/>
                  <a:pt x="1069" y="4510"/>
                  <a:pt x="1245" y="4545"/>
                </a:cubicBezTo>
                <a:cubicBezTo>
                  <a:pt x="1398" y="4575"/>
                  <a:pt x="1561" y="4619"/>
                  <a:pt x="1722" y="4633"/>
                </a:cubicBezTo>
                <a:cubicBezTo>
                  <a:pt x="1984" y="5004"/>
                  <a:pt x="2288" y="5345"/>
                  <a:pt x="2627" y="5649"/>
                </a:cubicBezTo>
                <a:cubicBezTo>
                  <a:pt x="2635" y="6145"/>
                  <a:pt x="2646" y="6644"/>
                  <a:pt x="2664" y="7142"/>
                </a:cubicBezTo>
                <a:cubicBezTo>
                  <a:pt x="2675" y="7468"/>
                  <a:pt x="2688" y="7794"/>
                  <a:pt x="2705" y="8122"/>
                </a:cubicBezTo>
                <a:cubicBezTo>
                  <a:pt x="2717" y="8407"/>
                  <a:pt x="2691" y="8742"/>
                  <a:pt x="2856" y="9002"/>
                </a:cubicBezTo>
                <a:cubicBezTo>
                  <a:pt x="2893" y="9061"/>
                  <a:pt x="2960" y="9087"/>
                  <a:pt x="3029" y="9087"/>
                </a:cubicBezTo>
                <a:cubicBezTo>
                  <a:pt x="3142" y="9087"/>
                  <a:pt x="3260" y="9018"/>
                  <a:pt x="3257" y="8914"/>
                </a:cubicBezTo>
                <a:cubicBezTo>
                  <a:pt x="3253" y="8760"/>
                  <a:pt x="3207" y="8607"/>
                  <a:pt x="3196" y="8451"/>
                </a:cubicBezTo>
                <a:cubicBezTo>
                  <a:pt x="3183" y="8291"/>
                  <a:pt x="3178" y="8130"/>
                  <a:pt x="3172" y="7970"/>
                </a:cubicBezTo>
                <a:cubicBezTo>
                  <a:pt x="3160" y="7668"/>
                  <a:pt x="3148" y="7367"/>
                  <a:pt x="3138" y="7065"/>
                </a:cubicBezTo>
                <a:cubicBezTo>
                  <a:pt x="3118" y="6437"/>
                  <a:pt x="3100" y="5808"/>
                  <a:pt x="3090" y="5180"/>
                </a:cubicBezTo>
                <a:cubicBezTo>
                  <a:pt x="3086" y="4859"/>
                  <a:pt x="3082" y="4538"/>
                  <a:pt x="3081" y="4218"/>
                </a:cubicBezTo>
                <a:lnTo>
                  <a:pt x="3083" y="4216"/>
                </a:lnTo>
                <a:cubicBezTo>
                  <a:pt x="3495" y="3870"/>
                  <a:pt x="3855" y="3470"/>
                  <a:pt x="4154" y="3023"/>
                </a:cubicBezTo>
                <a:cubicBezTo>
                  <a:pt x="4419" y="2622"/>
                  <a:pt x="4723" y="2122"/>
                  <a:pt x="4737" y="1660"/>
                </a:cubicBezTo>
                <a:cubicBezTo>
                  <a:pt x="4739" y="1580"/>
                  <a:pt x="4648" y="1526"/>
                  <a:pt x="4561" y="1526"/>
                </a:cubicBezTo>
                <a:cubicBezTo>
                  <a:pt x="4508" y="1526"/>
                  <a:pt x="4456" y="1546"/>
                  <a:pt x="4428" y="1591"/>
                </a:cubicBezTo>
                <a:cubicBezTo>
                  <a:pt x="4309" y="1787"/>
                  <a:pt x="4245" y="2005"/>
                  <a:pt x="4143" y="2208"/>
                </a:cubicBezTo>
                <a:cubicBezTo>
                  <a:pt x="4036" y="2429"/>
                  <a:pt x="3913" y="2642"/>
                  <a:pt x="3777" y="2846"/>
                </a:cubicBezTo>
                <a:cubicBezTo>
                  <a:pt x="3573" y="3146"/>
                  <a:pt x="3340" y="3426"/>
                  <a:pt x="3081" y="3680"/>
                </a:cubicBezTo>
                <a:lnTo>
                  <a:pt x="3081" y="3294"/>
                </a:lnTo>
                <a:cubicBezTo>
                  <a:pt x="3082" y="2993"/>
                  <a:pt x="3079" y="2691"/>
                  <a:pt x="3078" y="2389"/>
                </a:cubicBezTo>
                <a:cubicBezTo>
                  <a:pt x="3075" y="2078"/>
                  <a:pt x="3094" y="401"/>
                  <a:pt x="3037" y="93"/>
                </a:cubicBezTo>
                <a:cubicBezTo>
                  <a:pt x="3025" y="30"/>
                  <a:pt x="2957" y="0"/>
                  <a:pt x="2887"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17280" bIns="1728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36" name="Google Shape;2039;p37">
            <a:extLst>
              <a:ext uri="{FF2B5EF4-FFF2-40B4-BE49-F238E27FC236}">
                <a16:creationId xmlns:a16="http://schemas.microsoft.com/office/drawing/2014/main" id="{850BF5AD-3C1F-4866-AC61-08E29CAB78E2}"/>
              </a:ext>
            </a:extLst>
          </p:cNvPr>
          <p:cNvSpPr/>
          <p:nvPr/>
        </p:nvSpPr>
        <p:spPr>
          <a:xfrm>
            <a:off x="2319295" y="1630440"/>
            <a:ext cx="54720" cy="69120"/>
          </a:xfrm>
          <a:custGeom>
            <a:avLst/>
            <a:gdLst>
              <a:gd name="textAreaLeft" fmla="*/ 0 w 54720"/>
              <a:gd name="textAreaRight" fmla="*/ 55080 w 54720"/>
              <a:gd name="textAreaTop" fmla="*/ 0 h 69120"/>
              <a:gd name="textAreaBottom" fmla="*/ 69480 h 69120"/>
            </a:gdLst>
            <a:ahLst/>
            <a:cxnLst/>
            <a:rect l="textAreaLeft" t="textAreaTop" r="textAreaRight" b="textAreaBottom"/>
            <a:pathLst>
              <a:path w="14547" h="18303">
                <a:moveTo>
                  <a:pt x="6218" y="0"/>
                </a:moveTo>
                <a:cubicBezTo>
                  <a:pt x="6016" y="0"/>
                  <a:pt x="5814" y="13"/>
                  <a:pt x="5612" y="38"/>
                </a:cubicBezTo>
                <a:cubicBezTo>
                  <a:pt x="4096" y="223"/>
                  <a:pt x="2673" y="1102"/>
                  <a:pt x="2009" y="2386"/>
                </a:cubicBezTo>
                <a:cubicBezTo>
                  <a:pt x="1338" y="3685"/>
                  <a:pt x="1449" y="5200"/>
                  <a:pt x="1185" y="6620"/>
                </a:cubicBezTo>
                <a:cubicBezTo>
                  <a:pt x="989" y="7669"/>
                  <a:pt x="584" y="8677"/>
                  <a:pt x="391" y="9726"/>
                </a:cubicBezTo>
                <a:cubicBezTo>
                  <a:pt x="0" y="11855"/>
                  <a:pt x="532" y="14120"/>
                  <a:pt x="1842" y="15903"/>
                </a:cubicBezTo>
                <a:cubicBezTo>
                  <a:pt x="2386" y="16643"/>
                  <a:pt x="3066" y="17308"/>
                  <a:pt x="3902" y="17752"/>
                </a:cubicBezTo>
                <a:cubicBezTo>
                  <a:pt x="4486" y="18062"/>
                  <a:pt x="5178" y="18239"/>
                  <a:pt x="5891" y="18289"/>
                </a:cubicBezTo>
                <a:cubicBezTo>
                  <a:pt x="6026" y="18298"/>
                  <a:pt x="6163" y="18302"/>
                  <a:pt x="6300" y="18302"/>
                </a:cubicBezTo>
                <a:cubicBezTo>
                  <a:pt x="7565" y="18302"/>
                  <a:pt x="8854" y="17910"/>
                  <a:pt x="9720" y="17149"/>
                </a:cubicBezTo>
                <a:cubicBezTo>
                  <a:pt x="10519" y="16449"/>
                  <a:pt x="11006" y="15446"/>
                  <a:pt x="11046" y="14425"/>
                </a:cubicBezTo>
                <a:cubicBezTo>
                  <a:pt x="12610" y="13668"/>
                  <a:pt x="13784" y="12242"/>
                  <a:pt x="14165" y="10636"/>
                </a:cubicBezTo>
                <a:cubicBezTo>
                  <a:pt x="14546" y="9031"/>
                  <a:pt x="14125" y="7276"/>
                  <a:pt x="13048" y="5975"/>
                </a:cubicBezTo>
                <a:cubicBezTo>
                  <a:pt x="12606" y="5441"/>
                  <a:pt x="12062" y="4979"/>
                  <a:pt x="11677" y="4409"/>
                </a:cubicBezTo>
                <a:cubicBezTo>
                  <a:pt x="11313" y="3866"/>
                  <a:pt x="11106" y="3245"/>
                  <a:pt x="10788" y="2677"/>
                </a:cubicBezTo>
                <a:cubicBezTo>
                  <a:pt x="9949" y="1180"/>
                  <a:pt x="8263" y="98"/>
                  <a:pt x="6454" y="6"/>
                </a:cubicBezTo>
                <a:cubicBezTo>
                  <a:pt x="6375" y="2"/>
                  <a:pt x="6297" y="0"/>
                  <a:pt x="6218" y="0"/>
                </a:cubicBezTo>
                <a:close/>
              </a:path>
            </a:pathLst>
          </a:custGeom>
          <a:solidFill>
            <a:srgbClr val="F9BF3E"/>
          </a:solidFill>
          <a:ln w="0">
            <a:noFill/>
          </a:ln>
        </p:spPr>
        <p:style>
          <a:lnRef idx="0">
            <a:scrgbClr r="0" g="0" b="0"/>
          </a:lnRef>
          <a:fillRef idx="0">
            <a:scrgbClr r="0" g="0" b="0"/>
          </a:fillRef>
          <a:effectRef idx="0">
            <a:scrgbClr r="0" g="0" b="0"/>
          </a:effectRef>
          <a:fontRef idx="minor"/>
        </p:style>
        <p:txBody>
          <a:bodyPr tIns="34560" bIns="345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37" name="Google Shape;2040;p37">
            <a:extLst>
              <a:ext uri="{FF2B5EF4-FFF2-40B4-BE49-F238E27FC236}">
                <a16:creationId xmlns:a16="http://schemas.microsoft.com/office/drawing/2014/main" id="{F366CFD4-AC7C-447B-BD0D-C0B2571CB8AF}"/>
              </a:ext>
            </a:extLst>
          </p:cNvPr>
          <p:cNvSpPr/>
          <p:nvPr/>
        </p:nvSpPr>
        <p:spPr>
          <a:xfrm>
            <a:off x="2326495" y="1655280"/>
            <a:ext cx="34560" cy="51840"/>
          </a:xfrm>
          <a:custGeom>
            <a:avLst/>
            <a:gdLst>
              <a:gd name="textAreaLeft" fmla="*/ 0 w 34560"/>
              <a:gd name="textAreaRight" fmla="*/ 34920 w 34560"/>
              <a:gd name="textAreaTop" fmla="*/ 0 h 51840"/>
              <a:gd name="textAreaBottom" fmla="*/ 52200 h 51840"/>
            </a:gdLst>
            <a:ahLst/>
            <a:cxnLst/>
            <a:rect l="textAreaLeft" t="textAreaTop" r="textAreaRight" b="textAreaBottom"/>
            <a:pathLst>
              <a:path w="9253" h="13760">
                <a:moveTo>
                  <a:pt x="4737" y="1"/>
                </a:moveTo>
                <a:cubicBezTo>
                  <a:pt x="4635" y="1"/>
                  <a:pt x="4529" y="55"/>
                  <a:pt x="4501" y="154"/>
                </a:cubicBezTo>
                <a:cubicBezTo>
                  <a:pt x="4318" y="793"/>
                  <a:pt x="4277" y="1487"/>
                  <a:pt x="4263" y="2175"/>
                </a:cubicBezTo>
                <a:cubicBezTo>
                  <a:pt x="4257" y="2171"/>
                  <a:pt x="4250" y="2166"/>
                  <a:pt x="4243" y="2160"/>
                </a:cubicBezTo>
                <a:cubicBezTo>
                  <a:pt x="4003" y="1985"/>
                  <a:pt x="3785" y="1780"/>
                  <a:pt x="3592" y="1556"/>
                </a:cubicBezTo>
                <a:cubicBezTo>
                  <a:pt x="3378" y="1312"/>
                  <a:pt x="3206" y="1043"/>
                  <a:pt x="3027" y="778"/>
                </a:cubicBezTo>
                <a:cubicBezTo>
                  <a:pt x="2932" y="638"/>
                  <a:pt x="2861" y="475"/>
                  <a:pt x="2665" y="475"/>
                </a:cubicBezTo>
                <a:cubicBezTo>
                  <a:pt x="2661" y="475"/>
                  <a:pt x="2656" y="475"/>
                  <a:pt x="2651" y="475"/>
                </a:cubicBezTo>
                <a:cubicBezTo>
                  <a:pt x="2624" y="477"/>
                  <a:pt x="2599" y="486"/>
                  <a:pt x="2577" y="503"/>
                </a:cubicBezTo>
                <a:cubicBezTo>
                  <a:pt x="2485" y="563"/>
                  <a:pt x="2458" y="640"/>
                  <a:pt x="2473" y="743"/>
                </a:cubicBezTo>
                <a:cubicBezTo>
                  <a:pt x="2543" y="1224"/>
                  <a:pt x="2789" y="1654"/>
                  <a:pt x="3109" y="2031"/>
                </a:cubicBezTo>
                <a:cubicBezTo>
                  <a:pt x="3278" y="2233"/>
                  <a:pt x="3467" y="2418"/>
                  <a:pt x="3671" y="2583"/>
                </a:cubicBezTo>
                <a:cubicBezTo>
                  <a:pt x="3759" y="2654"/>
                  <a:pt x="3851" y="2721"/>
                  <a:pt x="3944" y="2785"/>
                </a:cubicBezTo>
                <a:cubicBezTo>
                  <a:pt x="3988" y="2817"/>
                  <a:pt x="4207" y="2923"/>
                  <a:pt x="4210" y="2928"/>
                </a:cubicBezTo>
                <a:cubicBezTo>
                  <a:pt x="4221" y="2954"/>
                  <a:pt x="4236" y="2979"/>
                  <a:pt x="4252" y="3001"/>
                </a:cubicBezTo>
                <a:cubicBezTo>
                  <a:pt x="4250" y="3147"/>
                  <a:pt x="4247" y="3291"/>
                  <a:pt x="4241" y="3434"/>
                </a:cubicBezTo>
                <a:cubicBezTo>
                  <a:pt x="4202" y="4535"/>
                  <a:pt x="4202" y="5637"/>
                  <a:pt x="4204" y="6738"/>
                </a:cubicBezTo>
                <a:cubicBezTo>
                  <a:pt x="4206" y="6811"/>
                  <a:pt x="4207" y="6882"/>
                  <a:pt x="4207" y="6955"/>
                </a:cubicBezTo>
                <a:cubicBezTo>
                  <a:pt x="3607" y="6599"/>
                  <a:pt x="3044" y="6208"/>
                  <a:pt x="2528" y="5750"/>
                </a:cubicBezTo>
                <a:cubicBezTo>
                  <a:pt x="2739" y="5141"/>
                  <a:pt x="2765" y="4392"/>
                  <a:pt x="2565" y="3784"/>
                </a:cubicBezTo>
                <a:cubicBezTo>
                  <a:pt x="2523" y="3657"/>
                  <a:pt x="2423" y="3602"/>
                  <a:pt x="2321" y="3602"/>
                </a:cubicBezTo>
                <a:cubicBezTo>
                  <a:pt x="2187" y="3602"/>
                  <a:pt x="2048" y="3697"/>
                  <a:pt x="2028" y="3852"/>
                </a:cubicBezTo>
                <a:cubicBezTo>
                  <a:pt x="1976" y="4273"/>
                  <a:pt x="1928" y="4687"/>
                  <a:pt x="1871" y="5103"/>
                </a:cubicBezTo>
                <a:cubicBezTo>
                  <a:pt x="1591" y="4793"/>
                  <a:pt x="1339" y="4464"/>
                  <a:pt x="1085" y="4132"/>
                </a:cubicBezTo>
                <a:cubicBezTo>
                  <a:pt x="871" y="3852"/>
                  <a:pt x="650" y="3337"/>
                  <a:pt x="280" y="3224"/>
                </a:cubicBezTo>
                <a:cubicBezTo>
                  <a:pt x="271" y="3221"/>
                  <a:pt x="262" y="3220"/>
                  <a:pt x="254" y="3220"/>
                </a:cubicBezTo>
                <a:cubicBezTo>
                  <a:pt x="214" y="3220"/>
                  <a:pt x="181" y="3249"/>
                  <a:pt x="166" y="3285"/>
                </a:cubicBezTo>
                <a:cubicBezTo>
                  <a:pt x="1" y="3657"/>
                  <a:pt x="426" y="4279"/>
                  <a:pt x="620" y="4601"/>
                </a:cubicBezTo>
                <a:cubicBezTo>
                  <a:pt x="892" y="5046"/>
                  <a:pt x="1248" y="5466"/>
                  <a:pt x="1610" y="5853"/>
                </a:cubicBezTo>
                <a:cubicBezTo>
                  <a:pt x="2331" y="6623"/>
                  <a:pt x="3230" y="7324"/>
                  <a:pt x="4214" y="7789"/>
                </a:cubicBezTo>
                <a:cubicBezTo>
                  <a:pt x="4235" y="9668"/>
                  <a:pt x="4296" y="11548"/>
                  <a:pt x="4409" y="13424"/>
                </a:cubicBezTo>
                <a:cubicBezTo>
                  <a:pt x="4422" y="13647"/>
                  <a:pt x="4616" y="13760"/>
                  <a:pt x="4803" y="13760"/>
                </a:cubicBezTo>
                <a:cubicBezTo>
                  <a:pt x="4988" y="13760"/>
                  <a:pt x="5168" y="13648"/>
                  <a:pt x="5156" y="13424"/>
                </a:cubicBezTo>
                <a:cubicBezTo>
                  <a:pt x="5041" y="11197"/>
                  <a:pt x="4967" y="8969"/>
                  <a:pt x="4957" y="6740"/>
                </a:cubicBezTo>
                <a:lnTo>
                  <a:pt x="4957" y="6386"/>
                </a:lnTo>
                <a:cubicBezTo>
                  <a:pt x="5545" y="5962"/>
                  <a:pt x="6083" y="5440"/>
                  <a:pt x="6563" y="4889"/>
                </a:cubicBezTo>
                <a:cubicBezTo>
                  <a:pt x="6778" y="4920"/>
                  <a:pt x="6996" y="4933"/>
                  <a:pt x="7215" y="4933"/>
                </a:cubicBezTo>
                <a:cubicBezTo>
                  <a:pt x="7444" y="4933"/>
                  <a:pt x="7675" y="4919"/>
                  <a:pt x="7902" y="4896"/>
                </a:cubicBezTo>
                <a:cubicBezTo>
                  <a:pt x="8327" y="4854"/>
                  <a:pt x="8799" y="4797"/>
                  <a:pt x="9127" y="4523"/>
                </a:cubicBezTo>
                <a:cubicBezTo>
                  <a:pt x="9253" y="4417"/>
                  <a:pt x="9180" y="4227"/>
                  <a:pt x="9031" y="4184"/>
                </a:cubicBezTo>
                <a:cubicBezTo>
                  <a:pt x="8892" y="4145"/>
                  <a:pt x="8747" y="4131"/>
                  <a:pt x="8599" y="4131"/>
                </a:cubicBezTo>
                <a:cubicBezTo>
                  <a:pt x="8341" y="4131"/>
                  <a:pt x="8075" y="4172"/>
                  <a:pt x="7826" y="4188"/>
                </a:cubicBezTo>
                <a:cubicBezTo>
                  <a:pt x="7627" y="4201"/>
                  <a:pt x="7429" y="4202"/>
                  <a:pt x="7231" y="4202"/>
                </a:cubicBezTo>
                <a:cubicBezTo>
                  <a:pt x="7195" y="4202"/>
                  <a:pt x="7159" y="4202"/>
                  <a:pt x="7124" y="4202"/>
                </a:cubicBezTo>
                <a:cubicBezTo>
                  <a:pt x="7166" y="4146"/>
                  <a:pt x="7207" y="4091"/>
                  <a:pt x="7248" y="4036"/>
                </a:cubicBezTo>
                <a:cubicBezTo>
                  <a:pt x="7605" y="3557"/>
                  <a:pt x="7938" y="3050"/>
                  <a:pt x="8194" y="2519"/>
                </a:cubicBezTo>
                <a:cubicBezTo>
                  <a:pt x="8330" y="2240"/>
                  <a:pt x="8732" y="1660"/>
                  <a:pt x="8464" y="1384"/>
                </a:cubicBezTo>
                <a:cubicBezTo>
                  <a:pt x="8436" y="1355"/>
                  <a:pt x="8405" y="1343"/>
                  <a:pt x="8373" y="1343"/>
                </a:cubicBezTo>
                <a:cubicBezTo>
                  <a:pt x="8149" y="1343"/>
                  <a:pt x="7850" y="1938"/>
                  <a:pt x="7808" y="2007"/>
                </a:cubicBezTo>
                <a:cubicBezTo>
                  <a:pt x="7503" y="2493"/>
                  <a:pt x="7184" y="2976"/>
                  <a:pt x="6836" y="3434"/>
                </a:cubicBezTo>
                <a:cubicBezTo>
                  <a:pt x="6273" y="4172"/>
                  <a:pt x="5633" y="4793"/>
                  <a:pt x="4961" y="5414"/>
                </a:cubicBezTo>
                <a:cubicBezTo>
                  <a:pt x="4967" y="4728"/>
                  <a:pt x="4975" y="4043"/>
                  <a:pt x="4980" y="3357"/>
                </a:cubicBezTo>
                <a:cubicBezTo>
                  <a:pt x="4990" y="2310"/>
                  <a:pt x="5138" y="1188"/>
                  <a:pt x="4945" y="154"/>
                </a:cubicBezTo>
                <a:cubicBezTo>
                  <a:pt x="4925" y="50"/>
                  <a:pt x="4833" y="1"/>
                  <a:pt x="4737"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38" name="Google Shape;2041;p37">
            <a:extLst>
              <a:ext uri="{FF2B5EF4-FFF2-40B4-BE49-F238E27FC236}">
                <a16:creationId xmlns:a16="http://schemas.microsoft.com/office/drawing/2014/main" id="{4AF79A5C-9A13-4C28-AA9D-422435A137CA}"/>
              </a:ext>
            </a:extLst>
          </p:cNvPr>
          <p:cNvSpPr/>
          <p:nvPr/>
        </p:nvSpPr>
        <p:spPr>
          <a:xfrm>
            <a:off x="2340535" y="1630440"/>
            <a:ext cx="33480" cy="69120"/>
          </a:xfrm>
          <a:custGeom>
            <a:avLst/>
            <a:gdLst>
              <a:gd name="textAreaLeft" fmla="*/ 0 w 33480"/>
              <a:gd name="textAreaRight" fmla="*/ 33840 w 33480"/>
              <a:gd name="textAreaTop" fmla="*/ 0 h 69120"/>
              <a:gd name="textAreaBottom" fmla="*/ 69480 h 69120"/>
            </a:gdLst>
            <a:ahLst/>
            <a:cxnLst/>
            <a:rect l="textAreaLeft" t="textAreaTop" r="textAreaRight" b="textAreaBottom"/>
            <a:pathLst>
              <a:path w="8935" h="18303">
                <a:moveTo>
                  <a:pt x="606" y="0"/>
                </a:moveTo>
                <a:cubicBezTo>
                  <a:pt x="404" y="0"/>
                  <a:pt x="202" y="13"/>
                  <a:pt x="0" y="38"/>
                </a:cubicBezTo>
                <a:cubicBezTo>
                  <a:pt x="129" y="45"/>
                  <a:pt x="258" y="55"/>
                  <a:pt x="387" y="73"/>
                </a:cubicBezTo>
                <a:cubicBezTo>
                  <a:pt x="1596" y="234"/>
                  <a:pt x="2770" y="881"/>
                  <a:pt x="3317" y="1901"/>
                </a:cubicBezTo>
                <a:cubicBezTo>
                  <a:pt x="4060" y="3283"/>
                  <a:pt x="3544" y="5013"/>
                  <a:pt x="4193" y="6437"/>
                </a:cubicBezTo>
                <a:cubicBezTo>
                  <a:pt x="4444" y="6988"/>
                  <a:pt x="4855" y="7457"/>
                  <a:pt x="5214" y="7953"/>
                </a:cubicBezTo>
                <a:cubicBezTo>
                  <a:pt x="5653" y="8559"/>
                  <a:pt x="6025" y="9224"/>
                  <a:pt x="6161" y="9944"/>
                </a:cubicBezTo>
                <a:cubicBezTo>
                  <a:pt x="6296" y="10665"/>
                  <a:pt x="6174" y="11449"/>
                  <a:pt x="5705" y="12036"/>
                </a:cubicBezTo>
                <a:cubicBezTo>
                  <a:pt x="5283" y="12566"/>
                  <a:pt x="4614" y="12900"/>
                  <a:pt x="4241" y="13461"/>
                </a:cubicBezTo>
                <a:cubicBezTo>
                  <a:pt x="3846" y="14059"/>
                  <a:pt x="3852" y="14806"/>
                  <a:pt x="3642" y="15481"/>
                </a:cubicBezTo>
                <a:cubicBezTo>
                  <a:pt x="3292" y="16599"/>
                  <a:pt x="2330" y="17502"/>
                  <a:pt x="1193" y="17987"/>
                </a:cubicBezTo>
                <a:cubicBezTo>
                  <a:pt x="897" y="18112"/>
                  <a:pt x="591" y="18213"/>
                  <a:pt x="279" y="18289"/>
                </a:cubicBezTo>
                <a:cubicBezTo>
                  <a:pt x="414" y="18298"/>
                  <a:pt x="551" y="18302"/>
                  <a:pt x="688" y="18302"/>
                </a:cubicBezTo>
                <a:cubicBezTo>
                  <a:pt x="1953" y="18302"/>
                  <a:pt x="3242" y="17910"/>
                  <a:pt x="4108" y="17149"/>
                </a:cubicBezTo>
                <a:cubicBezTo>
                  <a:pt x="4907" y="16449"/>
                  <a:pt x="5394" y="15446"/>
                  <a:pt x="5434" y="14425"/>
                </a:cubicBezTo>
                <a:cubicBezTo>
                  <a:pt x="6998" y="13668"/>
                  <a:pt x="8172" y="12242"/>
                  <a:pt x="8553" y="10636"/>
                </a:cubicBezTo>
                <a:cubicBezTo>
                  <a:pt x="8934" y="9031"/>
                  <a:pt x="8513" y="7276"/>
                  <a:pt x="7436" y="5975"/>
                </a:cubicBezTo>
                <a:cubicBezTo>
                  <a:pt x="6994" y="5441"/>
                  <a:pt x="6450" y="4979"/>
                  <a:pt x="6065" y="4409"/>
                </a:cubicBezTo>
                <a:cubicBezTo>
                  <a:pt x="5701" y="3866"/>
                  <a:pt x="5494" y="3245"/>
                  <a:pt x="5176" y="2677"/>
                </a:cubicBezTo>
                <a:cubicBezTo>
                  <a:pt x="4337" y="1180"/>
                  <a:pt x="2651" y="98"/>
                  <a:pt x="842" y="6"/>
                </a:cubicBezTo>
                <a:cubicBezTo>
                  <a:pt x="763" y="2"/>
                  <a:pt x="685" y="0"/>
                  <a:pt x="606" y="0"/>
                </a:cubicBezTo>
                <a:close/>
              </a:path>
            </a:pathLst>
          </a:custGeom>
          <a:solidFill>
            <a:srgbClr val="F9BF3E"/>
          </a:solidFill>
          <a:ln w="0">
            <a:noFill/>
          </a:ln>
        </p:spPr>
        <p:style>
          <a:lnRef idx="0">
            <a:scrgbClr r="0" g="0" b="0"/>
          </a:lnRef>
          <a:fillRef idx="0">
            <a:scrgbClr r="0" g="0" b="0"/>
          </a:fillRef>
          <a:effectRef idx="0">
            <a:scrgbClr r="0" g="0" b="0"/>
          </a:effectRef>
          <a:fontRef idx="minor"/>
        </p:style>
        <p:txBody>
          <a:bodyPr tIns="34560" bIns="345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39" name="Google Shape;2042;p37">
            <a:extLst>
              <a:ext uri="{FF2B5EF4-FFF2-40B4-BE49-F238E27FC236}">
                <a16:creationId xmlns:a16="http://schemas.microsoft.com/office/drawing/2014/main" id="{777FF376-9375-4318-AEBD-E2C4E5246427}"/>
              </a:ext>
            </a:extLst>
          </p:cNvPr>
          <p:cNvSpPr/>
          <p:nvPr/>
        </p:nvSpPr>
        <p:spPr>
          <a:xfrm>
            <a:off x="2316055" y="1748160"/>
            <a:ext cx="71280" cy="101160"/>
          </a:xfrm>
          <a:custGeom>
            <a:avLst/>
            <a:gdLst>
              <a:gd name="textAreaLeft" fmla="*/ 0 w 71280"/>
              <a:gd name="textAreaRight" fmla="*/ 71640 w 71280"/>
              <a:gd name="textAreaTop" fmla="*/ 0 h 101160"/>
              <a:gd name="textAreaBottom" fmla="*/ 101520 h 101160"/>
            </a:gdLst>
            <a:ahLst/>
            <a:cxnLst/>
            <a:rect l="textAreaLeft" t="textAreaTop" r="textAreaRight" b="textAreaBottom"/>
            <a:pathLst>
              <a:path w="18940" h="26785">
                <a:moveTo>
                  <a:pt x="9705" y="1"/>
                </a:moveTo>
                <a:cubicBezTo>
                  <a:pt x="9463" y="1"/>
                  <a:pt x="9220" y="28"/>
                  <a:pt x="8979" y="85"/>
                </a:cubicBezTo>
                <a:cubicBezTo>
                  <a:pt x="8902" y="105"/>
                  <a:pt x="8826" y="124"/>
                  <a:pt x="8752" y="148"/>
                </a:cubicBezTo>
                <a:cubicBezTo>
                  <a:pt x="7511" y="539"/>
                  <a:pt x="6645" y="1629"/>
                  <a:pt x="6021" y="2723"/>
                </a:cubicBezTo>
                <a:cubicBezTo>
                  <a:pt x="5397" y="3815"/>
                  <a:pt x="4913" y="4982"/>
                  <a:pt x="4580" y="6195"/>
                </a:cubicBezTo>
                <a:cubicBezTo>
                  <a:pt x="3192" y="6472"/>
                  <a:pt x="2444" y="7890"/>
                  <a:pt x="2145" y="9184"/>
                </a:cubicBezTo>
                <a:cubicBezTo>
                  <a:pt x="1702" y="11111"/>
                  <a:pt x="1795" y="13122"/>
                  <a:pt x="2415" y="14999"/>
                </a:cubicBezTo>
                <a:cubicBezTo>
                  <a:pt x="424" y="17053"/>
                  <a:pt x="1" y="20296"/>
                  <a:pt x="1399" y="22735"/>
                </a:cubicBezTo>
                <a:cubicBezTo>
                  <a:pt x="2744" y="25079"/>
                  <a:pt x="5122" y="25905"/>
                  <a:pt x="7751" y="26372"/>
                </a:cubicBezTo>
                <a:cubicBezTo>
                  <a:pt x="8879" y="26573"/>
                  <a:pt x="10049" y="26785"/>
                  <a:pt x="11193" y="26785"/>
                </a:cubicBezTo>
                <a:cubicBezTo>
                  <a:pt x="11734" y="26785"/>
                  <a:pt x="12270" y="26737"/>
                  <a:pt x="12793" y="26619"/>
                </a:cubicBezTo>
                <a:cubicBezTo>
                  <a:pt x="13402" y="26485"/>
                  <a:pt x="13983" y="26245"/>
                  <a:pt x="14510" y="25910"/>
                </a:cubicBezTo>
                <a:cubicBezTo>
                  <a:pt x="15968" y="24983"/>
                  <a:pt x="16827" y="23172"/>
                  <a:pt x="16270" y="21612"/>
                </a:cubicBezTo>
                <a:cubicBezTo>
                  <a:pt x="16171" y="21336"/>
                  <a:pt x="16030" y="21054"/>
                  <a:pt x="16095" y="20770"/>
                </a:cubicBezTo>
                <a:cubicBezTo>
                  <a:pt x="16134" y="20592"/>
                  <a:pt x="16250" y="20441"/>
                  <a:pt x="16358" y="20291"/>
                </a:cubicBezTo>
                <a:cubicBezTo>
                  <a:pt x="18336" y="17559"/>
                  <a:pt x="18940" y="13997"/>
                  <a:pt x="17955" y="10829"/>
                </a:cubicBezTo>
                <a:cubicBezTo>
                  <a:pt x="17414" y="9089"/>
                  <a:pt x="16152" y="7299"/>
                  <a:pt x="14231" y="7048"/>
                </a:cubicBezTo>
                <a:cubicBezTo>
                  <a:pt x="14201" y="5405"/>
                  <a:pt x="14123" y="3693"/>
                  <a:pt x="13299" y="2242"/>
                </a:cubicBezTo>
                <a:cubicBezTo>
                  <a:pt x="12592" y="996"/>
                  <a:pt x="11172" y="1"/>
                  <a:pt x="9705" y="1"/>
                </a:cubicBezTo>
                <a:close/>
              </a:path>
            </a:pathLst>
          </a:custGeom>
          <a:solidFill>
            <a:srgbClr val="9AD7D2"/>
          </a:solidFill>
          <a:ln w="0">
            <a:noFill/>
          </a:ln>
        </p:spPr>
        <p:style>
          <a:lnRef idx="0">
            <a:scrgbClr r="0" g="0" b="0"/>
          </a:lnRef>
          <a:fillRef idx="0">
            <a:scrgbClr r="0" g="0" b="0"/>
          </a:fillRef>
          <a:effectRef idx="0">
            <a:scrgbClr r="0" g="0" b="0"/>
          </a:effectRef>
          <a:fontRef idx="minor"/>
        </p:style>
        <p:txBody>
          <a:bodyPr tIns="50760" bIns="507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40" name="Google Shape;2043;p37">
            <a:extLst>
              <a:ext uri="{FF2B5EF4-FFF2-40B4-BE49-F238E27FC236}">
                <a16:creationId xmlns:a16="http://schemas.microsoft.com/office/drawing/2014/main" id="{EB101383-26B5-4AA3-AC93-99C55E88A28C}"/>
              </a:ext>
            </a:extLst>
          </p:cNvPr>
          <p:cNvSpPr/>
          <p:nvPr/>
        </p:nvSpPr>
        <p:spPr>
          <a:xfrm>
            <a:off x="2349175" y="1748160"/>
            <a:ext cx="38160" cy="100440"/>
          </a:xfrm>
          <a:custGeom>
            <a:avLst/>
            <a:gdLst>
              <a:gd name="textAreaLeft" fmla="*/ 0 w 38160"/>
              <a:gd name="textAreaRight" fmla="*/ 38520 w 38160"/>
              <a:gd name="textAreaTop" fmla="*/ 0 h 100440"/>
              <a:gd name="textAreaBottom" fmla="*/ 100800 h 100440"/>
            </a:gdLst>
            <a:ahLst/>
            <a:cxnLst/>
            <a:rect l="textAreaLeft" t="textAreaTop" r="textAreaRight" b="textAreaBottom"/>
            <a:pathLst>
              <a:path w="10188" h="26620">
                <a:moveTo>
                  <a:pt x="953" y="1"/>
                </a:moveTo>
                <a:cubicBezTo>
                  <a:pt x="711" y="1"/>
                  <a:pt x="468" y="28"/>
                  <a:pt x="227" y="85"/>
                </a:cubicBezTo>
                <a:cubicBezTo>
                  <a:pt x="151" y="105"/>
                  <a:pt x="74" y="124"/>
                  <a:pt x="0" y="148"/>
                </a:cubicBezTo>
                <a:cubicBezTo>
                  <a:pt x="912" y="669"/>
                  <a:pt x="1658" y="1470"/>
                  <a:pt x="2089" y="2382"/>
                </a:cubicBezTo>
                <a:cubicBezTo>
                  <a:pt x="2984" y="4276"/>
                  <a:pt x="2784" y="6456"/>
                  <a:pt x="2401" y="8494"/>
                </a:cubicBezTo>
                <a:cubicBezTo>
                  <a:pt x="4742" y="9643"/>
                  <a:pt x="6358" y="11985"/>
                  <a:pt x="6508" y="14445"/>
                </a:cubicBezTo>
                <a:cubicBezTo>
                  <a:pt x="6657" y="16906"/>
                  <a:pt x="5341" y="19404"/>
                  <a:pt x="3157" y="20793"/>
                </a:cubicBezTo>
                <a:cubicBezTo>
                  <a:pt x="4595" y="22371"/>
                  <a:pt x="4857" y="24712"/>
                  <a:pt x="4041" y="26619"/>
                </a:cubicBezTo>
                <a:cubicBezTo>
                  <a:pt x="4650" y="26485"/>
                  <a:pt x="5231" y="26245"/>
                  <a:pt x="5758" y="25910"/>
                </a:cubicBezTo>
                <a:cubicBezTo>
                  <a:pt x="7216" y="24983"/>
                  <a:pt x="8075" y="23172"/>
                  <a:pt x="7518" y="21612"/>
                </a:cubicBezTo>
                <a:cubicBezTo>
                  <a:pt x="7419" y="21336"/>
                  <a:pt x="7278" y="21054"/>
                  <a:pt x="7343" y="20770"/>
                </a:cubicBezTo>
                <a:cubicBezTo>
                  <a:pt x="7382" y="20592"/>
                  <a:pt x="7498" y="20441"/>
                  <a:pt x="7606" y="20291"/>
                </a:cubicBezTo>
                <a:cubicBezTo>
                  <a:pt x="9584" y="17559"/>
                  <a:pt x="10188" y="13997"/>
                  <a:pt x="9203" y="10829"/>
                </a:cubicBezTo>
                <a:cubicBezTo>
                  <a:pt x="8662" y="9089"/>
                  <a:pt x="7400" y="7299"/>
                  <a:pt x="5479" y="7048"/>
                </a:cubicBezTo>
                <a:cubicBezTo>
                  <a:pt x="5449" y="5405"/>
                  <a:pt x="5371" y="3693"/>
                  <a:pt x="4547" y="2242"/>
                </a:cubicBezTo>
                <a:cubicBezTo>
                  <a:pt x="3840" y="996"/>
                  <a:pt x="2420" y="1"/>
                  <a:pt x="953" y="1"/>
                </a:cubicBezTo>
                <a:close/>
              </a:path>
            </a:pathLst>
          </a:custGeom>
          <a:solidFill>
            <a:srgbClr val="9AD7D2"/>
          </a:solidFill>
          <a:ln w="0">
            <a:noFill/>
          </a:ln>
        </p:spPr>
        <p:style>
          <a:lnRef idx="0">
            <a:scrgbClr r="0" g="0" b="0"/>
          </a:lnRef>
          <a:fillRef idx="0">
            <a:scrgbClr r="0" g="0" b="0"/>
          </a:fillRef>
          <a:effectRef idx="0">
            <a:scrgbClr r="0" g="0" b="0"/>
          </a:effectRef>
          <a:fontRef idx="minor"/>
        </p:style>
        <p:txBody>
          <a:bodyPr tIns="50400" bIns="504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41" name="Google Shape;2044;p37">
            <a:extLst>
              <a:ext uri="{FF2B5EF4-FFF2-40B4-BE49-F238E27FC236}">
                <a16:creationId xmlns:a16="http://schemas.microsoft.com/office/drawing/2014/main" id="{00323752-1D6C-467A-A810-204F22E559DE}"/>
              </a:ext>
            </a:extLst>
          </p:cNvPr>
          <p:cNvSpPr/>
          <p:nvPr/>
        </p:nvSpPr>
        <p:spPr>
          <a:xfrm>
            <a:off x="2327575" y="1774440"/>
            <a:ext cx="48240" cy="86760"/>
          </a:xfrm>
          <a:custGeom>
            <a:avLst/>
            <a:gdLst>
              <a:gd name="textAreaLeft" fmla="*/ 0 w 48240"/>
              <a:gd name="textAreaRight" fmla="*/ 48600 w 48240"/>
              <a:gd name="textAreaTop" fmla="*/ 0 h 86760"/>
              <a:gd name="textAreaBottom" fmla="*/ 87120 h 86760"/>
            </a:gdLst>
            <a:ahLst/>
            <a:cxnLst/>
            <a:rect l="textAreaLeft" t="textAreaTop" r="textAreaRight" b="textAreaBottom"/>
            <a:pathLst>
              <a:path w="12876" h="23001">
                <a:moveTo>
                  <a:pt x="6036" y="1"/>
                </a:moveTo>
                <a:cubicBezTo>
                  <a:pt x="5906" y="1"/>
                  <a:pt x="5786" y="70"/>
                  <a:pt x="5764" y="232"/>
                </a:cubicBezTo>
                <a:cubicBezTo>
                  <a:pt x="5410" y="2782"/>
                  <a:pt x="5400" y="5402"/>
                  <a:pt x="5415" y="8002"/>
                </a:cubicBezTo>
                <a:cubicBezTo>
                  <a:pt x="4800" y="7263"/>
                  <a:pt x="4295" y="6473"/>
                  <a:pt x="3893" y="5574"/>
                </a:cubicBezTo>
                <a:cubicBezTo>
                  <a:pt x="3413" y="4497"/>
                  <a:pt x="3283" y="3293"/>
                  <a:pt x="2758" y="2257"/>
                </a:cubicBezTo>
                <a:cubicBezTo>
                  <a:pt x="2719" y="2179"/>
                  <a:pt x="2621" y="2123"/>
                  <a:pt x="2530" y="2123"/>
                </a:cubicBezTo>
                <a:cubicBezTo>
                  <a:pt x="2464" y="2123"/>
                  <a:pt x="2401" y="2153"/>
                  <a:pt x="2370" y="2228"/>
                </a:cubicBezTo>
                <a:cubicBezTo>
                  <a:pt x="1269" y="4818"/>
                  <a:pt x="3481" y="8218"/>
                  <a:pt x="5411" y="9954"/>
                </a:cubicBezTo>
                <a:cubicBezTo>
                  <a:pt x="5415" y="9957"/>
                  <a:pt x="5419" y="9960"/>
                  <a:pt x="5423" y="9964"/>
                </a:cubicBezTo>
                <a:cubicBezTo>
                  <a:pt x="5423" y="10322"/>
                  <a:pt x="5425" y="10680"/>
                  <a:pt x="5422" y="11035"/>
                </a:cubicBezTo>
                <a:cubicBezTo>
                  <a:pt x="5414" y="12321"/>
                  <a:pt x="5411" y="13607"/>
                  <a:pt x="5413" y="14894"/>
                </a:cubicBezTo>
                <a:cubicBezTo>
                  <a:pt x="3947" y="14288"/>
                  <a:pt x="3036" y="13315"/>
                  <a:pt x="2255" y="11908"/>
                </a:cubicBezTo>
                <a:cubicBezTo>
                  <a:pt x="2187" y="11784"/>
                  <a:pt x="1635" y="10233"/>
                  <a:pt x="1088" y="10233"/>
                </a:cubicBezTo>
                <a:cubicBezTo>
                  <a:pt x="1018" y="10233"/>
                  <a:pt x="947" y="10259"/>
                  <a:pt x="878" y="10316"/>
                </a:cubicBezTo>
                <a:cubicBezTo>
                  <a:pt x="1" y="11047"/>
                  <a:pt x="1609" y="13305"/>
                  <a:pt x="2123" y="13969"/>
                </a:cubicBezTo>
                <a:cubicBezTo>
                  <a:pt x="2918" y="14997"/>
                  <a:pt x="4051" y="15912"/>
                  <a:pt x="5413" y="16117"/>
                </a:cubicBezTo>
                <a:cubicBezTo>
                  <a:pt x="5414" y="18185"/>
                  <a:pt x="5414" y="20254"/>
                  <a:pt x="5396" y="22322"/>
                </a:cubicBezTo>
                <a:cubicBezTo>
                  <a:pt x="5391" y="22779"/>
                  <a:pt x="5763" y="23001"/>
                  <a:pt x="6148" y="23001"/>
                </a:cubicBezTo>
                <a:cubicBezTo>
                  <a:pt x="6563" y="23001"/>
                  <a:pt x="6994" y="22743"/>
                  <a:pt x="6985" y="22245"/>
                </a:cubicBezTo>
                <a:cubicBezTo>
                  <a:pt x="6928" y="19253"/>
                  <a:pt x="6907" y="16260"/>
                  <a:pt x="6874" y="13268"/>
                </a:cubicBezTo>
                <a:cubicBezTo>
                  <a:pt x="9637" y="11945"/>
                  <a:pt x="12875" y="8535"/>
                  <a:pt x="12567" y="5472"/>
                </a:cubicBezTo>
                <a:cubicBezTo>
                  <a:pt x="12546" y="5266"/>
                  <a:pt x="12372" y="5150"/>
                  <a:pt x="12194" y="5150"/>
                </a:cubicBezTo>
                <a:cubicBezTo>
                  <a:pt x="12069" y="5150"/>
                  <a:pt x="11942" y="5207"/>
                  <a:pt x="11864" y="5330"/>
                </a:cubicBezTo>
                <a:cubicBezTo>
                  <a:pt x="11141" y="6469"/>
                  <a:pt x="10761" y="7707"/>
                  <a:pt x="10007" y="8830"/>
                </a:cubicBezTo>
                <a:cubicBezTo>
                  <a:pt x="9762" y="8390"/>
                  <a:pt x="9557" y="7946"/>
                  <a:pt x="9402" y="7449"/>
                </a:cubicBezTo>
                <a:cubicBezTo>
                  <a:pt x="9210" y="6838"/>
                  <a:pt x="9190" y="6214"/>
                  <a:pt x="9032" y="5601"/>
                </a:cubicBezTo>
                <a:cubicBezTo>
                  <a:pt x="9010" y="5512"/>
                  <a:pt x="8929" y="5470"/>
                  <a:pt x="8845" y="5470"/>
                </a:cubicBezTo>
                <a:cubicBezTo>
                  <a:pt x="8766" y="5470"/>
                  <a:pt x="8684" y="5507"/>
                  <a:pt x="8644" y="5574"/>
                </a:cubicBezTo>
                <a:cubicBezTo>
                  <a:pt x="7894" y="6843"/>
                  <a:pt x="8347" y="8702"/>
                  <a:pt x="9164" y="9871"/>
                </a:cubicBezTo>
                <a:cubicBezTo>
                  <a:pt x="8471" y="10608"/>
                  <a:pt x="7698" y="11220"/>
                  <a:pt x="6856" y="11805"/>
                </a:cubicBezTo>
                <a:cubicBezTo>
                  <a:pt x="6854" y="11622"/>
                  <a:pt x="6852" y="11439"/>
                  <a:pt x="6849" y="11255"/>
                </a:cubicBezTo>
                <a:cubicBezTo>
                  <a:pt x="6797" y="7630"/>
                  <a:pt x="6939" y="3875"/>
                  <a:pt x="6402" y="281"/>
                </a:cubicBezTo>
                <a:cubicBezTo>
                  <a:pt x="6377" y="109"/>
                  <a:pt x="6199" y="1"/>
                  <a:pt x="603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3560" bIns="435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42" name="Google Shape;2045;p37">
            <a:extLst>
              <a:ext uri="{FF2B5EF4-FFF2-40B4-BE49-F238E27FC236}">
                <a16:creationId xmlns:a16="http://schemas.microsoft.com/office/drawing/2014/main" id="{6E42D354-7FB4-4FF9-862C-C7377D001304}"/>
              </a:ext>
            </a:extLst>
          </p:cNvPr>
          <p:cNvSpPr/>
          <p:nvPr/>
        </p:nvSpPr>
        <p:spPr>
          <a:xfrm>
            <a:off x="1902415" y="1717200"/>
            <a:ext cx="59400" cy="84240"/>
          </a:xfrm>
          <a:custGeom>
            <a:avLst/>
            <a:gdLst>
              <a:gd name="textAreaLeft" fmla="*/ 0 w 59400"/>
              <a:gd name="textAreaRight" fmla="*/ 59760 w 59400"/>
              <a:gd name="textAreaTop" fmla="*/ 0 h 84240"/>
              <a:gd name="textAreaBottom" fmla="*/ 84600 h 84240"/>
            </a:gdLst>
            <a:ahLst/>
            <a:cxnLst/>
            <a:rect l="textAreaLeft" t="textAreaTop" r="textAreaRight" b="textAreaBottom"/>
            <a:pathLst>
              <a:path w="15812" h="22361">
                <a:moveTo>
                  <a:pt x="8102" y="1"/>
                </a:moveTo>
                <a:cubicBezTo>
                  <a:pt x="7900" y="1"/>
                  <a:pt x="7697" y="23"/>
                  <a:pt x="7496" y="71"/>
                </a:cubicBezTo>
                <a:cubicBezTo>
                  <a:pt x="7431" y="86"/>
                  <a:pt x="7368" y="103"/>
                  <a:pt x="7307" y="122"/>
                </a:cubicBezTo>
                <a:cubicBezTo>
                  <a:pt x="6271" y="448"/>
                  <a:pt x="5548" y="1360"/>
                  <a:pt x="5027" y="2272"/>
                </a:cubicBezTo>
                <a:cubicBezTo>
                  <a:pt x="4506" y="3184"/>
                  <a:pt x="4101" y="4159"/>
                  <a:pt x="3823" y="5170"/>
                </a:cubicBezTo>
                <a:cubicBezTo>
                  <a:pt x="2664" y="5402"/>
                  <a:pt x="2040" y="6585"/>
                  <a:pt x="1791" y="7667"/>
                </a:cubicBezTo>
                <a:cubicBezTo>
                  <a:pt x="1421" y="9276"/>
                  <a:pt x="1497" y="10954"/>
                  <a:pt x="2016" y="12522"/>
                </a:cubicBezTo>
                <a:cubicBezTo>
                  <a:pt x="352" y="14236"/>
                  <a:pt x="0" y="16943"/>
                  <a:pt x="1168" y="18979"/>
                </a:cubicBezTo>
                <a:cubicBezTo>
                  <a:pt x="2290" y="20937"/>
                  <a:pt x="4275" y="21625"/>
                  <a:pt x="6472" y="22016"/>
                </a:cubicBezTo>
                <a:cubicBezTo>
                  <a:pt x="7412" y="22184"/>
                  <a:pt x="8387" y="22360"/>
                  <a:pt x="9341" y="22360"/>
                </a:cubicBezTo>
                <a:cubicBezTo>
                  <a:pt x="9794" y="22360"/>
                  <a:pt x="10242" y="22320"/>
                  <a:pt x="10680" y="22222"/>
                </a:cubicBezTo>
                <a:cubicBezTo>
                  <a:pt x="11188" y="22111"/>
                  <a:pt x="11674" y="21910"/>
                  <a:pt x="12112" y="21631"/>
                </a:cubicBezTo>
                <a:cubicBezTo>
                  <a:pt x="13331" y="20856"/>
                  <a:pt x="14047" y="19345"/>
                  <a:pt x="13582" y="18041"/>
                </a:cubicBezTo>
                <a:cubicBezTo>
                  <a:pt x="13500" y="17812"/>
                  <a:pt x="13383" y="17575"/>
                  <a:pt x="13437" y="17339"/>
                </a:cubicBezTo>
                <a:cubicBezTo>
                  <a:pt x="13470" y="17191"/>
                  <a:pt x="13566" y="17065"/>
                  <a:pt x="13656" y="16939"/>
                </a:cubicBezTo>
                <a:cubicBezTo>
                  <a:pt x="15308" y="14659"/>
                  <a:pt x="15812" y="11685"/>
                  <a:pt x="14989" y="9040"/>
                </a:cubicBezTo>
                <a:cubicBezTo>
                  <a:pt x="14538" y="7588"/>
                  <a:pt x="13485" y="6093"/>
                  <a:pt x="11881" y="5883"/>
                </a:cubicBezTo>
                <a:cubicBezTo>
                  <a:pt x="11856" y="4511"/>
                  <a:pt x="11790" y="3082"/>
                  <a:pt x="11102" y="1870"/>
                </a:cubicBezTo>
                <a:cubicBezTo>
                  <a:pt x="10511" y="831"/>
                  <a:pt x="9326" y="1"/>
                  <a:pt x="8102" y="1"/>
                </a:cubicBezTo>
                <a:close/>
              </a:path>
            </a:pathLst>
          </a:custGeom>
          <a:solidFill>
            <a:srgbClr val="9AD7D2"/>
          </a:solidFill>
          <a:ln w="0">
            <a:noFill/>
          </a:ln>
        </p:spPr>
        <p:style>
          <a:lnRef idx="0">
            <a:scrgbClr r="0" g="0" b="0"/>
          </a:lnRef>
          <a:fillRef idx="0">
            <a:scrgbClr r="0" g="0" b="0"/>
          </a:fillRef>
          <a:effectRef idx="0">
            <a:scrgbClr r="0" g="0" b="0"/>
          </a:effectRef>
          <a:fontRef idx="minor"/>
        </p:style>
        <p:txBody>
          <a:bodyPr tIns="42120" bIns="421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43" name="Google Shape;2046;p37">
            <a:extLst>
              <a:ext uri="{FF2B5EF4-FFF2-40B4-BE49-F238E27FC236}">
                <a16:creationId xmlns:a16="http://schemas.microsoft.com/office/drawing/2014/main" id="{CFE0E1F6-00A7-4734-A080-7CAC59033578}"/>
              </a:ext>
            </a:extLst>
          </p:cNvPr>
          <p:cNvSpPr/>
          <p:nvPr/>
        </p:nvSpPr>
        <p:spPr>
          <a:xfrm>
            <a:off x="1930135" y="1717200"/>
            <a:ext cx="32040" cy="83880"/>
          </a:xfrm>
          <a:custGeom>
            <a:avLst/>
            <a:gdLst>
              <a:gd name="textAreaLeft" fmla="*/ 0 w 32040"/>
              <a:gd name="textAreaRight" fmla="*/ 32400 w 32040"/>
              <a:gd name="textAreaTop" fmla="*/ 0 h 83880"/>
              <a:gd name="textAreaBottom" fmla="*/ 84240 h 83880"/>
            </a:gdLst>
            <a:ahLst/>
            <a:cxnLst/>
            <a:rect l="textAreaLeft" t="textAreaTop" r="textAreaRight" b="textAreaBottom"/>
            <a:pathLst>
              <a:path w="8508" h="22223">
                <a:moveTo>
                  <a:pt x="796" y="0"/>
                </a:moveTo>
                <a:cubicBezTo>
                  <a:pt x="594" y="0"/>
                  <a:pt x="391" y="23"/>
                  <a:pt x="190" y="71"/>
                </a:cubicBezTo>
                <a:cubicBezTo>
                  <a:pt x="127" y="87"/>
                  <a:pt x="62" y="104"/>
                  <a:pt x="1" y="123"/>
                </a:cubicBezTo>
                <a:cubicBezTo>
                  <a:pt x="762" y="559"/>
                  <a:pt x="1384" y="1227"/>
                  <a:pt x="1745" y="1988"/>
                </a:cubicBezTo>
                <a:cubicBezTo>
                  <a:pt x="2492" y="3569"/>
                  <a:pt x="2325" y="5388"/>
                  <a:pt x="2005" y="7091"/>
                </a:cubicBezTo>
                <a:cubicBezTo>
                  <a:pt x="3959" y="8051"/>
                  <a:pt x="5308" y="10005"/>
                  <a:pt x="5433" y="12060"/>
                </a:cubicBezTo>
                <a:cubicBezTo>
                  <a:pt x="5558" y="14114"/>
                  <a:pt x="4460" y="16199"/>
                  <a:pt x="2636" y="17359"/>
                </a:cubicBezTo>
                <a:cubicBezTo>
                  <a:pt x="3836" y="18677"/>
                  <a:pt x="4055" y="20631"/>
                  <a:pt x="3374" y="22223"/>
                </a:cubicBezTo>
                <a:cubicBezTo>
                  <a:pt x="3882" y="22112"/>
                  <a:pt x="4368" y="21911"/>
                  <a:pt x="4806" y="21632"/>
                </a:cubicBezTo>
                <a:cubicBezTo>
                  <a:pt x="6025" y="20857"/>
                  <a:pt x="6741" y="19346"/>
                  <a:pt x="6276" y="18042"/>
                </a:cubicBezTo>
                <a:cubicBezTo>
                  <a:pt x="6194" y="17813"/>
                  <a:pt x="6077" y="17576"/>
                  <a:pt x="6131" y="17340"/>
                </a:cubicBezTo>
                <a:cubicBezTo>
                  <a:pt x="6164" y="17191"/>
                  <a:pt x="6260" y="17066"/>
                  <a:pt x="6350" y="16940"/>
                </a:cubicBezTo>
                <a:cubicBezTo>
                  <a:pt x="8002" y="14660"/>
                  <a:pt x="8507" y="11686"/>
                  <a:pt x="7684" y="9041"/>
                </a:cubicBezTo>
                <a:cubicBezTo>
                  <a:pt x="7232" y="7589"/>
                  <a:pt x="6179" y="6093"/>
                  <a:pt x="4575" y="5883"/>
                </a:cubicBezTo>
                <a:cubicBezTo>
                  <a:pt x="4550" y="4512"/>
                  <a:pt x="4484" y="3083"/>
                  <a:pt x="3796" y="1871"/>
                </a:cubicBezTo>
                <a:cubicBezTo>
                  <a:pt x="3206" y="831"/>
                  <a:pt x="2020" y="0"/>
                  <a:pt x="796" y="0"/>
                </a:cubicBezTo>
                <a:close/>
              </a:path>
            </a:pathLst>
          </a:custGeom>
          <a:solidFill>
            <a:srgbClr val="9AD7D2"/>
          </a:solidFill>
          <a:ln w="0">
            <a:noFill/>
          </a:ln>
        </p:spPr>
        <p:style>
          <a:lnRef idx="0">
            <a:scrgbClr r="0" g="0" b="0"/>
          </a:lnRef>
          <a:fillRef idx="0">
            <a:scrgbClr r="0" g="0" b="0"/>
          </a:fillRef>
          <a:effectRef idx="0">
            <a:scrgbClr r="0" g="0" b="0"/>
          </a:effectRef>
          <a:fontRef idx="minor"/>
        </p:style>
        <p:txBody>
          <a:bodyPr tIns="42120" bIns="421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44" name="Google Shape;2047;p37">
            <a:extLst>
              <a:ext uri="{FF2B5EF4-FFF2-40B4-BE49-F238E27FC236}">
                <a16:creationId xmlns:a16="http://schemas.microsoft.com/office/drawing/2014/main" id="{E9013D4D-0721-452E-9B55-8340F0942475}"/>
              </a:ext>
            </a:extLst>
          </p:cNvPr>
          <p:cNvSpPr/>
          <p:nvPr/>
        </p:nvSpPr>
        <p:spPr>
          <a:xfrm>
            <a:off x="1911775" y="1739160"/>
            <a:ext cx="40320" cy="72360"/>
          </a:xfrm>
          <a:custGeom>
            <a:avLst/>
            <a:gdLst>
              <a:gd name="textAreaLeft" fmla="*/ 0 w 40320"/>
              <a:gd name="textAreaRight" fmla="*/ 40680 w 40320"/>
              <a:gd name="textAreaTop" fmla="*/ 0 h 72360"/>
              <a:gd name="textAreaBottom" fmla="*/ 72720 h 72360"/>
            </a:gdLst>
            <a:ahLst/>
            <a:cxnLst/>
            <a:rect l="textAreaLeft" t="textAreaTop" r="textAreaRight" b="textAreaBottom"/>
            <a:pathLst>
              <a:path w="10750" h="19203">
                <a:moveTo>
                  <a:pt x="5039" y="0"/>
                </a:moveTo>
                <a:cubicBezTo>
                  <a:pt x="4930" y="0"/>
                  <a:pt x="4830" y="58"/>
                  <a:pt x="4811" y="192"/>
                </a:cubicBezTo>
                <a:cubicBezTo>
                  <a:pt x="4515" y="2322"/>
                  <a:pt x="4508" y="4509"/>
                  <a:pt x="4520" y="6680"/>
                </a:cubicBezTo>
                <a:cubicBezTo>
                  <a:pt x="4006" y="6063"/>
                  <a:pt x="3585" y="5403"/>
                  <a:pt x="3249" y="4652"/>
                </a:cubicBezTo>
                <a:cubicBezTo>
                  <a:pt x="2849" y="3754"/>
                  <a:pt x="2740" y="2750"/>
                  <a:pt x="2302" y="1882"/>
                </a:cubicBezTo>
                <a:cubicBezTo>
                  <a:pt x="2269" y="1818"/>
                  <a:pt x="2187" y="1771"/>
                  <a:pt x="2111" y="1771"/>
                </a:cubicBezTo>
                <a:cubicBezTo>
                  <a:pt x="2056" y="1771"/>
                  <a:pt x="2004" y="1796"/>
                  <a:pt x="1978" y="1859"/>
                </a:cubicBezTo>
                <a:cubicBezTo>
                  <a:pt x="1058" y="4021"/>
                  <a:pt x="2905" y="6861"/>
                  <a:pt x="4516" y="8310"/>
                </a:cubicBezTo>
                <a:cubicBezTo>
                  <a:pt x="4520" y="8313"/>
                  <a:pt x="4523" y="8314"/>
                  <a:pt x="4527" y="8317"/>
                </a:cubicBezTo>
                <a:cubicBezTo>
                  <a:pt x="4527" y="8616"/>
                  <a:pt x="4528" y="8915"/>
                  <a:pt x="4527" y="9212"/>
                </a:cubicBezTo>
                <a:cubicBezTo>
                  <a:pt x="4520" y="10286"/>
                  <a:pt x="4517" y="11359"/>
                  <a:pt x="4519" y="12434"/>
                </a:cubicBezTo>
                <a:cubicBezTo>
                  <a:pt x="3294" y="11928"/>
                  <a:pt x="2535" y="11115"/>
                  <a:pt x="1882" y="9940"/>
                </a:cubicBezTo>
                <a:cubicBezTo>
                  <a:pt x="1825" y="9838"/>
                  <a:pt x="1365" y="8544"/>
                  <a:pt x="908" y="8544"/>
                </a:cubicBezTo>
                <a:cubicBezTo>
                  <a:pt x="850" y="8544"/>
                  <a:pt x="791" y="8565"/>
                  <a:pt x="733" y="8613"/>
                </a:cubicBezTo>
                <a:cubicBezTo>
                  <a:pt x="1" y="9223"/>
                  <a:pt x="1343" y="11108"/>
                  <a:pt x="1772" y="11662"/>
                </a:cubicBezTo>
                <a:cubicBezTo>
                  <a:pt x="2436" y="12521"/>
                  <a:pt x="3382" y="13284"/>
                  <a:pt x="4519" y="13456"/>
                </a:cubicBezTo>
                <a:cubicBezTo>
                  <a:pt x="4519" y="15182"/>
                  <a:pt x="4520" y="16908"/>
                  <a:pt x="4504" y="18636"/>
                </a:cubicBezTo>
                <a:cubicBezTo>
                  <a:pt x="4500" y="19017"/>
                  <a:pt x="4810" y="19202"/>
                  <a:pt x="5132" y="19202"/>
                </a:cubicBezTo>
                <a:cubicBezTo>
                  <a:pt x="5479" y="19202"/>
                  <a:pt x="5839" y="18987"/>
                  <a:pt x="5831" y="18571"/>
                </a:cubicBezTo>
                <a:cubicBezTo>
                  <a:pt x="5783" y="16073"/>
                  <a:pt x="5766" y="13575"/>
                  <a:pt x="5738" y="11077"/>
                </a:cubicBezTo>
                <a:cubicBezTo>
                  <a:pt x="8045" y="9972"/>
                  <a:pt x="10749" y="7124"/>
                  <a:pt x="10491" y="4567"/>
                </a:cubicBezTo>
                <a:cubicBezTo>
                  <a:pt x="10474" y="4395"/>
                  <a:pt x="10328" y="4298"/>
                  <a:pt x="10179" y="4298"/>
                </a:cubicBezTo>
                <a:cubicBezTo>
                  <a:pt x="10075" y="4298"/>
                  <a:pt x="9969" y="4346"/>
                  <a:pt x="9903" y="4449"/>
                </a:cubicBezTo>
                <a:cubicBezTo>
                  <a:pt x="9301" y="5399"/>
                  <a:pt x="8983" y="6433"/>
                  <a:pt x="8354" y="7371"/>
                </a:cubicBezTo>
                <a:cubicBezTo>
                  <a:pt x="8149" y="7003"/>
                  <a:pt x="7978" y="6632"/>
                  <a:pt x="7849" y="6218"/>
                </a:cubicBezTo>
                <a:cubicBezTo>
                  <a:pt x="7689" y="5708"/>
                  <a:pt x="7671" y="5187"/>
                  <a:pt x="7541" y="4675"/>
                </a:cubicBezTo>
                <a:cubicBezTo>
                  <a:pt x="7522" y="4601"/>
                  <a:pt x="7454" y="4566"/>
                  <a:pt x="7383" y="4566"/>
                </a:cubicBezTo>
                <a:cubicBezTo>
                  <a:pt x="7317" y="4566"/>
                  <a:pt x="7249" y="4596"/>
                  <a:pt x="7216" y="4652"/>
                </a:cubicBezTo>
                <a:cubicBezTo>
                  <a:pt x="6589" y="5712"/>
                  <a:pt x="6968" y="7264"/>
                  <a:pt x="7649" y="8240"/>
                </a:cubicBezTo>
                <a:cubicBezTo>
                  <a:pt x="7072" y="8857"/>
                  <a:pt x="6426" y="9367"/>
                  <a:pt x="5723" y="9855"/>
                </a:cubicBezTo>
                <a:cubicBezTo>
                  <a:pt x="5721" y="9702"/>
                  <a:pt x="5720" y="9550"/>
                  <a:pt x="5717" y="9396"/>
                </a:cubicBezTo>
                <a:cubicBezTo>
                  <a:pt x="5675" y="6370"/>
                  <a:pt x="5791" y="3234"/>
                  <a:pt x="5344" y="234"/>
                </a:cubicBezTo>
                <a:cubicBezTo>
                  <a:pt x="5323" y="90"/>
                  <a:pt x="5174" y="0"/>
                  <a:pt x="5039"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6360" bIns="363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45" name="Google Shape;2048;p37">
            <a:extLst>
              <a:ext uri="{FF2B5EF4-FFF2-40B4-BE49-F238E27FC236}">
                <a16:creationId xmlns:a16="http://schemas.microsoft.com/office/drawing/2014/main" id="{73D119C2-7943-4F6F-AD58-33ED59170FC9}"/>
              </a:ext>
            </a:extLst>
          </p:cNvPr>
          <p:cNvSpPr/>
          <p:nvPr/>
        </p:nvSpPr>
        <p:spPr>
          <a:xfrm>
            <a:off x="2237935" y="1704600"/>
            <a:ext cx="77400" cy="114840"/>
          </a:xfrm>
          <a:custGeom>
            <a:avLst/>
            <a:gdLst>
              <a:gd name="textAreaLeft" fmla="*/ 0 w 77400"/>
              <a:gd name="textAreaRight" fmla="*/ 77760 w 77400"/>
              <a:gd name="textAreaTop" fmla="*/ 0 h 114840"/>
              <a:gd name="textAreaBottom" fmla="*/ 115200 h 114840"/>
            </a:gdLst>
            <a:ahLst/>
            <a:cxnLst/>
            <a:rect l="textAreaLeft" t="textAreaTop" r="textAreaRight" b="textAreaBottom"/>
            <a:pathLst>
              <a:path w="20507" h="30404">
                <a:moveTo>
                  <a:pt x="12881" y="0"/>
                </a:moveTo>
                <a:cubicBezTo>
                  <a:pt x="11875" y="0"/>
                  <a:pt x="10848" y="377"/>
                  <a:pt x="10078" y="998"/>
                </a:cubicBezTo>
                <a:cubicBezTo>
                  <a:pt x="9794" y="1228"/>
                  <a:pt x="9535" y="1487"/>
                  <a:pt x="9306" y="1771"/>
                </a:cubicBezTo>
                <a:cubicBezTo>
                  <a:pt x="8604" y="2637"/>
                  <a:pt x="8176" y="3704"/>
                  <a:pt x="7942" y="4779"/>
                </a:cubicBezTo>
                <a:cubicBezTo>
                  <a:pt x="7596" y="4613"/>
                  <a:pt x="7231" y="4538"/>
                  <a:pt x="6866" y="4538"/>
                </a:cubicBezTo>
                <a:cubicBezTo>
                  <a:pt x="5442" y="4538"/>
                  <a:pt x="3999" y="5681"/>
                  <a:pt x="3559" y="7035"/>
                </a:cubicBezTo>
                <a:cubicBezTo>
                  <a:pt x="3007" y="8735"/>
                  <a:pt x="3554" y="10556"/>
                  <a:pt x="4102" y="12259"/>
                </a:cubicBezTo>
                <a:cubicBezTo>
                  <a:pt x="3802" y="12102"/>
                  <a:pt x="3476" y="12031"/>
                  <a:pt x="3147" y="12031"/>
                </a:cubicBezTo>
                <a:cubicBezTo>
                  <a:pt x="2152" y="12031"/>
                  <a:pt x="1122" y="12677"/>
                  <a:pt x="640" y="13539"/>
                </a:cubicBezTo>
                <a:cubicBezTo>
                  <a:pt x="0" y="14685"/>
                  <a:pt x="81" y="16054"/>
                  <a:pt x="240" y="17337"/>
                </a:cubicBezTo>
                <a:cubicBezTo>
                  <a:pt x="565" y="19934"/>
                  <a:pt x="1170" y="22583"/>
                  <a:pt x="2608" y="24858"/>
                </a:cubicBezTo>
                <a:cubicBezTo>
                  <a:pt x="4254" y="27460"/>
                  <a:pt x="8071" y="30403"/>
                  <a:pt x="11650" y="30403"/>
                </a:cubicBezTo>
                <a:cubicBezTo>
                  <a:pt x="12088" y="30403"/>
                  <a:pt x="12522" y="30359"/>
                  <a:pt x="12947" y="30265"/>
                </a:cubicBezTo>
                <a:cubicBezTo>
                  <a:pt x="13090" y="30235"/>
                  <a:pt x="13233" y="30198"/>
                  <a:pt x="13373" y="30156"/>
                </a:cubicBezTo>
                <a:cubicBezTo>
                  <a:pt x="18672" y="28543"/>
                  <a:pt x="20280" y="23994"/>
                  <a:pt x="20471" y="19264"/>
                </a:cubicBezTo>
                <a:cubicBezTo>
                  <a:pt x="20505" y="18390"/>
                  <a:pt x="20506" y="17465"/>
                  <a:pt x="20025" y="16713"/>
                </a:cubicBezTo>
                <a:cubicBezTo>
                  <a:pt x="19683" y="16178"/>
                  <a:pt x="19011" y="15795"/>
                  <a:pt x="18373" y="15795"/>
                </a:cubicBezTo>
                <a:cubicBezTo>
                  <a:pt x="18114" y="15795"/>
                  <a:pt x="17860" y="15858"/>
                  <a:pt x="17637" y="16000"/>
                </a:cubicBezTo>
                <a:cubicBezTo>
                  <a:pt x="17979" y="11716"/>
                  <a:pt x="18302" y="7275"/>
                  <a:pt x="16719" y="3239"/>
                </a:cubicBezTo>
                <a:cubicBezTo>
                  <a:pt x="16267" y="2082"/>
                  <a:pt x="15588" y="906"/>
                  <a:pt x="14416" y="337"/>
                </a:cubicBezTo>
                <a:cubicBezTo>
                  <a:pt x="13938" y="106"/>
                  <a:pt x="13412" y="0"/>
                  <a:pt x="12881" y="0"/>
                </a:cubicBezTo>
                <a:close/>
              </a:path>
            </a:pathLst>
          </a:custGeom>
          <a:solidFill>
            <a:srgbClr val="74C1B9"/>
          </a:solidFill>
          <a:ln w="0">
            <a:noFill/>
          </a:ln>
        </p:spPr>
        <p:style>
          <a:lnRef idx="0">
            <a:scrgbClr r="0" g="0" b="0"/>
          </a:lnRef>
          <a:fillRef idx="0">
            <a:scrgbClr r="0" g="0" b="0"/>
          </a:fillRef>
          <a:effectRef idx="0">
            <a:scrgbClr r="0" g="0" b="0"/>
          </a:effectRef>
          <a:fontRef idx="minor"/>
        </p:style>
        <p:txBody>
          <a:bodyPr tIns="57600" bIns="576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46" name="Google Shape;2049;p37">
            <a:extLst>
              <a:ext uri="{FF2B5EF4-FFF2-40B4-BE49-F238E27FC236}">
                <a16:creationId xmlns:a16="http://schemas.microsoft.com/office/drawing/2014/main" id="{0825D5F5-726F-4A84-B7FB-B2DD071D67B6}"/>
              </a:ext>
            </a:extLst>
          </p:cNvPr>
          <p:cNvSpPr/>
          <p:nvPr/>
        </p:nvSpPr>
        <p:spPr>
          <a:xfrm>
            <a:off x="2273215" y="1704600"/>
            <a:ext cx="42120" cy="114120"/>
          </a:xfrm>
          <a:custGeom>
            <a:avLst/>
            <a:gdLst>
              <a:gd name="textAreaLeft" fmla="*/ 0 w 42120"/>
              <a:gd name="textAreaRight" fmla="*/ 42480 w 42120"/>
              <a:gd name="textAreaTop" fmla="*/ 0 h 114120"/>
              <a:gd name="textAreaBottom" fmla="*/ 114480 h 114120"/>
            </a:gdLst>
            <a:ahLst/>
            <a:cxnLst/>
            <a:rect l="textAreaLeft" t="textAreaTop" r="textAreaRight" b="textAreaBottom"/>
            <a:pathLst>
              <a:path w="11202" h="30266">
                <a:moveTo>
                  <a:pt x="3576" y="0"/>
                </a:moveTo>
                <a:cubicBezTo>
                  <a:pt x="2570" y="0"/>
                  <a:pt x="1543" y="377"/>
                  <a:pt x="773" y="998"/>
                </a:cubicBezTo>
                <a:cubicBezTo>
                  <a:pt x="489" y="1228"/>
                  <a:pt x="230" y="1487"/>
                  <a:pt x="1" y="1771"/>
                </a:cubicBezTo>
                <a:cubicBezTo>
                  <a:pt x="146" y="1793"/>
                  <a:pt x="285" y="1805"/>
                  <a:pt x="408" y="1816"/>
                </a:cubicBezTo>
                <a:cubicBezTo>
                  <a:pt x="1602" y="1908"/>
                  <a:pt x="2696" y="2200"/>
                  <a:pt x="3599" y="2980"/>
                </a:cubicBezTo>
                <a:cubicBezTo>
                  <a:pt x="5115" y="4286"/>
                  <a:pt x="5742" y="6265"/>
                  <a:pt x="5997" y="8174"/>
                </a:cubicBezTo>
                <a:cubicBezTo>
                  <a:pt x="6494" y="11849"/>
                  <a:pt x="5847" y="15649"/>
                  <a:pt x="4159" y="19002"/>
                </a:cubicBezTo>
                <a:cubicBezTo>
                  <a:pt x="4236" y="18989"/>
                  <a:pt x="4313" y="18983"/>
                  <a:pt x="4390" y="18983"/>
                </a:cubicBezTo>
                <a:cubicBezTo>
                  <a:pt x="4988" y="18983"/>
                  <a:pt x="5565" y="19360"/>
                  <a:pt x="5875" y="19850"/>
                </a:cubicBezTo>
                <a:cubicBezTo>
                  <a:pt x="6224" y="20402"/>
                  <a:pt x="6305" y="21065"/>
                  <a:pt x="6316" y="21707"/>
                </a:cubicBezTo>
                <a:cubicBezTo>
                  <a:pt x="6370" y="24379"/>
                  <a:pt x="5410" y="26990"/>
                  <a:pt x="4091" y="29360"/>
                </a:cubicBezTo>
                <a:cubicBezTo>
                  <a:pt x="3928" y="29655"/>
                  <a:pt x="3758" y="29954"/>
                  <a:pt x="3642" y="30265"/>
                </a:cubicBezTo>
                <a:cubicBezTo>
                  <a:pt x="3785" y="30235"/>
                  <a:pt x="3928" y="30198"/>
                  <a:pt x="4068" y="30156"/>
                </a:cubicBezTo>
                <a:cubicBezTo>
                  <a:pt x="9367" y="28543"/>
                  <a:pt x="10975" y="23994"/>
                  <a:pt x="11166" y="19264"/>
                </a:cubicBezTo>
                <a:cubicBezTo>
                  <a:pt x="11200" y="18390"/>
                  <a:pt x="11201" y="17465"/>
                  <a:pt x="10720" y="16713"/>
                </a:cubicBezTo>
                <a:cubicBezTo>
                  <a:pt x="10378" y="16178"/>
                  <a:pt x="9704" y="15794"/>
                  <a:pt x="9066" y="15794"/>
                </a:cubicBezTo>
                <a:cubicBezTo>
                  <a:pt x="8807" y="15794"/>
                  <a:pt x="8553" y="15857"/>
                  <a:pt x="8330" y="15999"/>
                </a:cubicBezTo>
                <a:cubicBezTo>
                  <a:pt x="8673" y="11716"/>
                  <a:pt x="8995" y="7275"/>
                  <a:pt x="7414" y="3239"/>
                </a:cubicBezTo>
                <a:cubicBezTo>
                  <a:pt x="6962" y="2082"/>
                  <a:pt x="6282" y="906"/>
                  <a:pt x="5111" y="337"/>
                </a:cubicBezTo>
                <a:cubicBezTo>
                  <a:pt x="4633" y="106"/>
                  <a:pt x="4107" y="0"/>
                  <a:pt x="3576" y="0"/>
                </a:cubicBezTo>
                <a:close/>
              </a:path>
            </a:pathLst>
          </a:custGeom>
          <a:solidFill>
            <a:srgbClr val="74C1B9"/>
          </a:solidFill>
          <a:ln w="0">
            <a:noFill/>
          </a:ln>
        </p:spPr>
        <p:style>
          <a:lnRef idx="0">
            <a:scrgbClr r="0" g="0" b="0"/>
          </a:lnRef>
          <a:fillRef idx="0">
            <a:scrgbClr r="0" g="0" b="0"/>
          </a:fillRef>
          <a:effectRef idx="0">
            <a:scrgbClr r="0" g="0" b="0"/>
          </a:effectRef>
          <a:fontRef idx="minor"/>
        </p:style>
        <p:txBody>
          <a:bodyPr tIns="57240" bIns="572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47" name="Google Shape;2050;p37">
            <a:extLst>
              <a:ext uri="{FF2B5EF4-FFF2-40B4-BE49-F238E27FC236}">
                <a16:creationId xmlns:a16="http://schemas.microsoft.com/office/drawing/2014/main" id="{3B7C0B66-774B-4F1B-BC90-02EFCEFD3B06}"/>
              </a:ext>
            </a:extLst>
          </p:cNvPr>
          <p:cNvSpPr/>
          <p:nvPr/>
        </p:nvSpPr>
        <p:spPr>
          <a:xfrm>
            <a:off x="2255215" y="1735200"/>
            <a:ext cx="42840" cy="103680"/>
          </a:xfrm>
          <a:custGeom>
            <a:avLst/>
            <a:gdLst>
              <a:gd name="textAreaLeft" fmla="*/ 0 w 42840"/>
              <a:gd name="textAreaRight" fmla="*/ 43200 w 42840"/>
              <a:gd name="textAreaTop" fmla="*/ 0 h 103680"/>
              <a:gd name="textAreaBottom" fmla="*/ 104040 h 103680"/>
            </a:gdLst>
            <a:ahLst/>
            <a:cxnLst/>
            <a:rect l="textAreaLeft" t="textAreaTop" r="textAreaRight" b="textAreaBottom"/>
            <a:pathLst>
              <a:path w="11365" h="27449">
                <a:moveTo>
                  <a:pt x="7036" y="1"/>
                </a:moveTo>
                <a:cubicBezTo>
                  <a:pt x="6860" y="1"/>
                  <a:pt x="6693" y="92"/>
                  <a:pt x="6649" y="300"/>
                </a:cubicBezTo>
                <a:cubicBezTo>
                  <a:pt x="6246" y="2227"/>
                  <a:pt x="6143" y="4213"/>
                  <a:pt x="6050" y="6179"/>
                </a:cubicBezTo>
                <a:cubicBezTo>
                  <a:pt x="5579" y="5576"/>
                  <a:pt x="5133" y="4967"/>
                  <a:pt x="4763" y="4277"/>
                </a:cubicBezTo>
                <a:cubicBezTo>
                  <a:pt x="4202" y="3236"/>
                  <a:pt x="3941" y="2167"/>
                  <a:pt x="3544" y="1077"/>
                </a:cubicBezTo>
                <a:cubicBezTo>
                  <a:pt x="3485" y="915"/>
                  <a:pt x="3332" y="837"/>
                  <a:pt x="3182" y="837"/>
                </a:cubicBezTo>
                <a:cubicBezTo>
                  <a:pt x="3003" y="837"/>
                  <a:pt x="2829" y="949"/>
                  <a:pt x="2828" y="1166"/>
                </a:cubicBezTo>
                <a:cubicBezTo>
                  <a:pt x="2824" y="2322"/>
                  <a:pt x="3305" y="3556"/>
                  <a:pt x="3797" y="4601"/>
                </a:cubicBezTo>
                <a:cubicBezTo>
                  <a:pt x="4301" y="5672"/>
                  <a:pt x="5034" y="6819"/>
                  <a:pt x="5946" y="7632"/>
                </a:cubicBezTo>
                <a:cubicBezTo>
                  <a:pt x="5957" y="7643"/>
                  <a:pt x="5969" y="7651"/>
                  <a:pt x="5980" y="7661"/>
                </a:cubicBezTo>
                <a:cubicBezTo>
                  <a:pt x="5888" y="9652"/>
                  <a:pt x="5827" y="11644"/>
                  <a:pt x="5814" y="13636"/>
                </a:cubicBezTo>
                <a:cubicBezTo>
                  <a:pt x="5809" y="14448"/>
                  <a:pt x="5812" y="15260"/>
                  <a:pt x="5818" y="16071"/>
                </a:cubicBezTo>
                <a:cubicBezTo>
                  <a:pt x="5600" y="15914"/>
                  <a:pt x="5385" y="15752"/>
                  <a:pt x="5175" y="15582"/>
                </a:cubicBezTo>
                <a:cubicBezTo>
                  <a:pt x="4590" y="15112"/>
                  <a:pt x="4035" y="14603"/>
                  <a:pt x="3515" y="14060"/>
                </a:cubicBezTo>
                <a:cubicBezTo>
                  <a:pt x="3016" y="13532"/>
                  <a:pt x="2552" y="12973"/>
                  <a:pt x="2127" y="12383"/>
                </a:cubicBezTo>
                <a:cubicBezTo>
                  <a:pt x="1693" y="11785"/>
                  <a:pt x="1354" y="11119"/>
                  <a:pt x="885" y="10546"/>
                </a:cubicBezTo>
                <a:cubicBezTo>
                  <a:pt x="782" y="10419"/>
                  <a:pt x="635" y="10361"/>
                  <a:pt x="493" y="10361"/>
                </a:cubicBezTo>
                <a:cubicBezTo>
                  <a:pt x="238" y="10361"/>
                  <a:pt x="1" y="10551"/>
                  <a:pt x="78" y="10863"/>
                </a:cubicBezTo>
                <a:cubicBezTo>
                  <a:pt x="433" y="12302"/>
                  <a:pt x="1593" y="13688"/>
                  <a:pt x="2596" y="14795"/>
                </a:cubicBezTo>
                <a:cubicBezTo>
                  <a:pt x="3120" y="15374"/>
                  <a:pt x="3686" y="15912"/>
                  <a:pt x="4291" y="16407"/>
                </a:cubicBezTo>
                <a:cubicBezTo>
                  <a:pt x="4709" y="16747"/>
                  <a:pt x="5258" y="17301"/>
                  <a:pt x="5836" y="17469"/>
                </a:cubicBezTo>
                <a:cubicBezTo>
                  <a:pt x="5853" y="18398"/>
                  <a:pt x="5876" y="19326"/>
                  <a:pt x="5908" y="20256"/>
                </a:cubicBezTo>
                <a:cubicBezTo>
                  <a:pt x="5946" y="21394"/>
                  <a:pt x="5997" y="22532"/>
                  <a:pt x="6058" y="23670"/>
                </a:cubicBezTo>
                <a:cubicBezTo>
                  <a:pt x="6119" y="24774"/>
                  <a:pt x="6091" y="25939"/>
                  <a:pt x="6323" y="27025"/>
                </a:cubicBezTo>
                <a:cubicBezTo>
                  <a:pt x="6386" y="27320"/>
                  <a:pt x="6620" y="27449"/>
                  <a:pt x="6867" y="27449"/>
                </a:cubicBezTo>
                <a:cubicBezTo>
                  <a:pt x="7192" y="27449"/>
                  <a:pt x="7542" y="27227"/>
                  <a:pt x="7565" y="26868"/>
                </a:cubicBezTo>
                <a:cubicBezTo>
                  <a:pt x="7637" y="25749"/>
                  <a:pt x="7442" y="24578"/>
                  <a:pt x="7382" y="23458"/>
                </a:cubicBezTo>
                <a:cubicBezTo>
                  <a:pt x="7325" y="22391"/>
                  <a:pt x="7277" y="21324"/>
                  <a:pt x="7240" y="20256"/>
                </a:cubicBezTo>
                <a:cubicBezTo>
                  <a:pt x="7164" y="18051"/>
                  <a:pt x="7131" y="15844"/>
                  <a:pt x="7143" y="13636"/>
                </a:cubicBezTo>
                <a:lnTo>
                  <a:pt x="7143" y="13584"/>
                </a:lnTo>
                <a:cubicBezTo>
                  <a:pt x="7830" y="12904"/>
                  <a:pt x="8343" y="12028"/>
                  <a:pt x="8818" y="11214"/>
                </a:cubicBezTo>
                <a:cubicBezTo>
                  <a:pt x="9286" y="10416"/>
                  <a:pt x="9693" y="9585"/>
                  <a:pt x="10037" y="8726"/>
                </a:cubicBezTo>
                <a:cubicBezTo>
                  <a:pt x="10720" y="7013"/>
                  <a:pt x="11365" y="5048"/>
                  <a:pt x="11185" y="3204"/>
                </a:cubicBezTo>
                <a:cubicBezTo>
                  <a:pt x="11167" y="3021"/>
                  <a:pt x="11010" y="2915"/>
                  <a:pt x="10855" y="2915"/>
                </a:cubicBezTo>
                <a:cubicBezTo>
                  <a:pt x="10734" y="2915"/>
                  <a:pt x="10615" y="2980"/>
                  <a:pt x="10565" y="3125"/>
                </a:cubicBezTo>
                <a:cubicBezTo>
                  <a:pt x="9980" y="4831"/>
                  <a:pt x="9680" y="6586"/>
                  <a:pt x="8950" y="8255"/>
                </a:cubicBezTo>
                <a:cubicBezTo>
                  <a:pt x="8596" y="9069"/>
                  <a:pt x="8195" y="9862"/>
                  <a:pt x="7746" y="10628"/>
                </a:cubicBezTo>
                <a:cubicBezTo>
                  <a:pt x="7567" y="10934"/>
                  <a:pt x="7368" y="11227"/>
                  <a:pt x="7165" y="11521"/>
                </a:cubicBezTo>
                <a:cubicBezTo>
                  <a:pt x="7187" y="10019"/>
                  <a:pt x="7224" y="8518"/>
                  <a:pt x="7284" y="7018"/>
                </a:cubicBezTo>
                <a:cubicBezTo>
                  <a:pt x="7375" y="4820"/>
                  <a:pt x="7609" y="2610"/>
                  <a:pt x="7524" y="411"/>
                </a:cubicBezTo>
                <a:cubicBezTo>
                  <a:pt x="7515" y="156"/>
                  <a:pt x="7267" y="1"/>
                  <a:pt x="7036"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51840" bIns="518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48" name="Google Shape;2051;p37">
            <a:extLst>
              <a:ext uri="{FF2B5EF4-FFF2-40B4-BE49-F238E27FC236}">
                <a16:creationId xmlns:a16="http://schemas.microsoft.com/office/drawing/2014/main" id="{277CCC49-7290-4EF0-8CB4-AAB9D18D6270}"/>
              </a:ext>
            </a:extLst>
          </p:cNvPr>
          <p:cNvSpPr/>
          <p:nvPr/>
        </p:nvSpPr>
        <p:spPr>
          <a:xfrm>
            <a:off x="2050375" y="1832040"/>
            <a:ext cx="63360" cy="49320"/>
          </a:xfrm>
          <a:custGeom>
            <a:avLst/>
            <a:gdLst>
              <a:gd name="textAreaLeft" fmla="*/ 0 w 63360"/>
              <a:gd name="textAreaRight" fmla="*/ 63720 w 63360"/>
              <a:gd name="textAreaTop" fmla="*/ 0 h 49320"/>
              <a:gd name="textAreaBottom" fmla="*/ 49680 h 49320"/>
            </a:gdLst>
            <a:ahLst/>
            <a:cxnLst/>
            <a:rect l="textAreaLeft" t="textAreaTop" r="textAreaRight" b="textAreaBottom"/>
            <a:pathLst>
              <a:path w="16826" h="13138">
                <a:moveTo>
                  <a:pt x="8060" y="1"/>
                </a:moveTo>
                <a:cubicBezTo>
                  <a:pt x="7116" y="1"/>
                  <a:pt x="6172" y="181"/>
                  <a:pt x="5308" y="537"/>
                </a:cubicBezTo>
                <a:cubicBezTo>
                  <a:pt x="5289" y="545"/>
                  <a:pt x="5268" y="553"/>
                  <a:pt x="5249" y="563"/>
                </a:cubicBezTo>
                <a:cubicBezTo>
                  <a:pt x="3756" y="1192"/>
                  <a:pt x="2523" y="2345"/>
                  <a:pt x="1854" y="3741"/>
                </a:cubicBezTo>
                <a:cubicBezTo>
                  <a:pt x="1555" y="4361"/>
                  <a:pt x="1366" y="5022"/>
                  <a:pt x="1114" y="5658"/>
                </a:cubicBezTo>
                <a:cubicBezTo>
                  <a:pt x="885" y="6238"/>
                  <a:pt x="602" y="6801"/>
                  <a:pt x="457" y="7402"/>
                </a:cubicBezTo>
                <a:cubicBezTo>
                  <a:pt x="1" y="9280"/>
                  <a:pt x="1038" y="11344"/>
                  <a:pt x="2792" y="12361"/>
                </a:cubicBezTo>
                <a:cubicBezTo>
                  <a:pt x="3698" y="12886"/>
                  <a:pt x="4763" y="13138"/>
                  <a:pt x="5826" y="13138"/>
                </a:cubicBezTo>
                <a:cubicBezTo>
                  <a:pt x="5879" y="13138"/>
                  <a:pt x="5932" y="13137"/>
                  <a:pt x="5984" y="13136"/>
                </a:cubicBezTo>
                <a:cubicBezTo>
                  <a:pt x="6464" y="13125"/>
                  <a:pt x="6941" y="13063"/>
                  <a:pt x="7409" y="12952"/>
                </a:cubicBezTo>
                <a:cubicBezTo>
                  <a:pt x="7838" y="12849"/>
                  <a:pt x="8308" y="12549"/>
                  <a:pt x="8737" y="12507"/>
                </a:cubicBezTo>
                <a:cubicBezTo>
                  <a:pt x="8789" y="12501"/>
                  <a:pt x="8841" y="12499"/>
                  <a:pt x="8894" y="12499"/>
                </a:cubicBezTo>
                <a:cubicBezTo>
                  <a:pt x="9307" y="12499"/>
                  <a:pt x="9756" y="12644"/>
                  <a:pt x="10206" y="12763"/>
                </a:cubicBezTo>
                <a:cubicBezTo>
                  <a:pt x="10521" y="12848"/>
                  <a:pt x="10835" y="12919"/>
                  <a:pt x="11138" y="12921"/>
                </a:cubicBezTo>
                <a:cubicBezTo>
                  <a:pt x="11143" y="12921"/>
                  <a:pt x="11148" y="12921"/>
                  <a:pt x="11153" y="12921"/>
                </a:cubicBezTo>
                <a:cubicBezTo>
                  <a:pt x="12806" y="12921"/>
                  <a:pt x="14482" y="12226"/>
                  <a:pt x="15480" y="10979"/>
                </a:cubicBezTo>
                <a:cubicBezTo>
                  <a:pt x="16561" y="9630"/>
                  <a:pt x="16825" y="7760"/>
                  <a:pt x="16207" y="6178"/>
                </a:cubicBezTo>
                <a:cubicBezTo>
                  <a:pt x="15671" y="4804"/>
                  <a:pt x="14495" y="3659"/>
                  <a:pt x="13047" y="3101"/>
                </a:cubicBezTo>
                <a:cubicBezTo>
                  <a:pt x="12890" y="1745"/>
                  <a:pt x="11562" y="738"/>
                  <a:pt x="10173" y="313"/>
                </a:cubicBezTo>
                <a:cubicBezTo>
                  <a:pt x="9492" y="104"/>
                  <a:pt x="8776" y="1"/>
                  <a:pt x="8060"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4840" bIns="248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49" name="Google Shape;2052;p37">
            <a:extLst>
              <a:ext uri="{FF2B5EF4-FFF2-40B4-BE49-F238E27FC236}">
                <a16:creationId xmlns:a16="http://schemas.microsoft.com/office/drawing/2014/main" id="{D979B73D-E192-4A5D-A8CA-7210AF831C28}"/>
              </a:ext>
            </a:extLst>
          </p:cNvPr>
          <p:cNvSpPr/>
          <p:nvPr/>
        </p:nvSpPr>
        <p:spPr>
          <a:xfrm>
            <a:off x="2070535" y="1832040"/>
            <a:ext cx="43560" cy="48600"/>
          </a:xfrm>
          <a:custGeom>
            <a:avLst/>
            <a:gdLst>
              <a:gd name="textAreaLeft" fmla="*/ 0 w 43560"/>
              <a:gd name="textAreaRight" fmla="*/ 43920 w 43560"/>
              <a:gd name="textAreaTop" fmla="*/ 0 h 48600"/>
              <a:gd name="textAreaBottom" fmla="*/ 48960 h 48600"/>
            </a:gdLst>
            <a:ahLst/>
            <a:cxnLst/>
            <a:rect l="textAreaLeft" t="textAreaTop" r="textAreaRight" b="textAreaBottom"/>
            <a:pathLst>
              <a:path w="11577" h="12922">
                <a:moveTo>
                  <a:pt x="2813" y="1"/>
                </a:moveTo>
                <a:cubicBezTo>
                  <a:pt x="1869" y="1"/>
                  <a:pt x="925" y="181"/>
                  <a:pt x="60" y="536"/>
                </a:cubicBezTo>
                <a:cubicBezTo>
                  <a:pt x="40" y="545"/>
                  <a:pt x="21" y="553"/>
                  <a:pt x="0" y="562"/>
                </a:cubicBezTo>
                <a:cubicBezTo>
                  <a:pt x="1057" y="572"/>
                  <a:pt x="2123" y="764"/>
                  <a:pt x="3015" y="1282"/>
                </a:cubicBezTo>
                <a:cubicBezTo>
                  <a:pt x="4052" y="1884"/>
                  <a:pt x="4810" y="2987"/>
                  <a:pt x="4703" y="4122"/>
                </a:cubicBezTo>
                <a:cubicBezTo>
                  <a:pt x="6126" y="4334"/>
                  <a:pt x="7323" y="5398"/>
                  <a:pt x="7769" y="6679"/>
                </a:cubicBezTo>
                <a:cubicBezTo>
                  <a:pt x="8214" y="7958"/>
                  <a:pt x="7958" y="9402"/>
                  <a:pt x="7238" y="10567"/>
                </a:cubicBezTo>
                <a:cubicBezTo>
                  <a:pt x="6686" y="11459"/>
                  <a:pt x="5881" y="12195"/>
                  <a:pt x="4957" y="12764"/>
                </a:cubicBezTo>
                <a:cubicBezTo>
                  <a:pt x="5272" y="12849"/>
                  <a:pt x="5586" y="12920"/>
                  <a:pt x="5889" y="12922"/>
                </a:cubicBezTo>
                <a:cubicBezTo>
                  <a:pt x="5894" y="12922"/>
                  <a:pt x="5899" y="12922"/>
                  <a:pt x="5904" y="12922"/>
                </a:cubicBezTo>
                <a:cubicBezTo>
                  <a:pt x="7557" y="12922"/>
                  <a:pt x="9233" y="12227"/>
                  <a:pt x="10231" y="10980"/>
                </a:cubicBezTo>
                <a:cubicBezTo>
                  <a:pt x="11312" y="9631"/>
                  <a:pt x="11576" y="7761"/>
                  <a:pt x="10959" y="6177"/>
                </a:cubicBezTo>
                <a:cubicBezTo>
                  <a:pt x="10422" y="4803"/>
                  <a:pt x="9247" y="3658"/>
                  <a:pt x="7799" y="3100"/>
                </a:cubicBezTo>
                <a:cubicBezTo>
                  <a:pt x="7643" y="1744"/>
                  <a:pt x="6313" y="738"/>
                  <a:pt x="4925" y="313"/>
                </a:cubicBezTo>
                <a:cubicBezTo>
                  <a:pt x="4245" y="104"/>
                  <a:pt x="3529" y="1"/>
                  <a:pt x="2813"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4480" bIns="244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50" name="Google Shape;2053;p37">
            <a:extLst>
              <a:ext uri="{FF2B5EF4-FFF2-40B4-BE49-F238E27FC236}">
                <a16:creationId xmlns:a16="http://schemas.microsoft.com/office/drawing/2014/main" id="{15ADFD66-F413-457E-AB7E-7418161A5405}"/>
              </a:ext>
            </a:extLst>
          </p:cNvPr>
          <p:cNvSpPr/>
          <p:nvPr/>
        </p:nvSpPr>
        <p:spPr>
          <a:xfrm>
            <a:off x="2217775" y="1804320"/>
            <a:ext cx="97920" cy="79560"/>
          </a:xfrm>
          <a:custGeom>
            <a:avLst/>
            <a:gdLst>
              <a:gd name="textAreaLeft" fmla="*/ 0 w 97920"/>
              <a:gd name="textAreaRight" fmla="*/ 98280 w 97920"/>
              <a:gd name="textAreaTop" fmla="*/ 0 h 79560"/>
              <a:gd name="textAreaBottom" fmla="*/ 79920 h 79560"/>
            </a:gdLst>
            <a:ahLst/>
            <a:cxnLst/>
            <a:rect l="textAreaLeft" t="textAreaTop" r="textAreaRight" b="textAreaBottom"/>
            <a:pathLst>
              <a:path w="25916" h="21062">
                <a:moveTo>
                  <a:pt x="11019" y="0"/>
                </a:moveTo>
                <a:cubicBezTo>
                  <a:pt x="10725" y="0"/>
                  <a:pt x="10429" y="24"/>
                  <a:pt x="10137" y="74"/>
                </a:cubicBezTo>
                <a:cubicBezTo>
                  <a:pt x="9161" y="240"/>
                  <a:pt x="8266" y="686"/>
                  <a:pt x="7536" y="1308"/>
                </a:cubicBezTo>
                <a:cubicBezTo>
                  <a:pt x="6369" y="2302"/>
                  <a:pt x="5630" y="3751"/>
                  <a:pt x="5684" y="5231"/>
                </a:cubicBezTo>
                <a:cubicBezTo>
                  <a:pt x="5320" y="5054"/>
                  <a:pt x="4924" y="4973"/>
                  <a:pt x="4522" y="4973"/>
                </a:cubicBezTo>
                <a:cubicBezTo>
                  <a:pt x="3547" y="4973"/>
                  <a:pt x="2545" y="5450"/>
                  <a:pt x="1920" y="6174"/>
                </a:cubicBezTo>
                <a:cubicBezTo>
                  <a:pt x="567" y="7744"/>
                  <a:pt x="166" y="10984"/>
                  <a:pt x="44" y="12942"/>
                </a:cubicBezTo>
                <a:cubicBezTo>
                  <a:pt x="1" y="13645"/>
                  <a:pt x="88" y="21062"/>
                  <a:pt x="534" y="21062"/>
                </a:cubicBezTo>
                <a:lnTo>
                  <a:pt x="25431" y="21062"/>
                </a:lnTo>
                <a:cubicBezTo>
                  <a:pt x="25594" y="18076"/>
                  <a:pt x="25665" y="15088"/>
                  <a:pt x="25831" y="12103"/>
                </a:cubicBezTo>
                <a:cubicBezTo>
                  <a:pt x="25880" y="11206"/>
                  <a:pt x="25916" y="10252"/>
                  <a:pt x="25440" y="9470"/>
                </a:cubicBezTo>
                <a:cubicBezTo>
                  <a:pt x="25105" y="8922"/>
                  <a:pt x="24420" y="8527"/>
                  <a:pt x="23776" y="8527"/>
                </a:cubicBezTo>
                <a:cubicBezTo>
                  <a:pt x="23502" y="8527"/>
                  <a:pt x="23235" y="8599"/>
                  <a:pt x="23005" y="8760"/>
                </a:cubicBezTo>
                <a:cubicBezTo>
                  <a:pt x="23069" y="6974"/>
                  <a:pt x="22706" y="5058"/>
                  <a:pt x="21382" y="3765"/>
                </a:cubicBezTo>
                <a:cubicBezTo>
                  <a:pt x="20636" y="3036"/>
                  <a:pt x="19521" y="2610"/>
                  <a:pt x="18453" y="2610"/>
                </a:cubicBezTo>
                <a:cubicBezTo>
                  <a:pt x="17628" y="2610"/>
                  <a:pt x="16832" y="2865"/>
                  <a:pt x="16256" y="3431"/>
                </a:cubicBezTo>
                <a:cubicBezTo>
                  <a:pt x="15524" y="1414"/>
                  <a:pt x="13283" y="0"/>
                  <a:pt x="11019"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9960" bIns="399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51" name="Google Shape;2054;p37">
            <a:extLst>
              <a:ext uri="{FF2B5EF4-FFF2-40B4-BE49-F238E27FC236}">
                <a16:creationId xmlns:a16="http://schemas.microsoft.com/office/drawing/2014/main" id="{9809056B-218D-43B3-99C3-203BBD88477E}"/>
              </a:ext>
            </a:extLst>
          </p:cNvPr>
          <p:cNvSpPr/>
          <p:nvPr/>
        </p:nvSpPr>
        <p:spPr>
          <a:xfrm>
            <a:off x="2246575" y="1804320"/>
            <a:ext cx="69120" cy="79560"/>
          </a:xfrm>
          <a:custGeom>
            <a:avLst/>
            <a:gdLst>
              <a:gd name="textAreaLeft" fmla="*/ 0 w 69120"/>
              <a:gd name="textAreaRight" fmla="*/ 69480 w 69120"/>
              <a:gd name="textAreaTop" fmla="*/ 0 h 79560"/>
              <a:gd name="textAreaBottom" fmla="*/ 79920 h 79560"/>
            </a:gdLst>
            <a:ahLst/>
            <a:cxnLst/>
            <a:rect l="textAreaLeft" t="textAreaTop" r="textAreaRight" b="textAreaBottom"/>
            <a:pathLst>
              <a:path w="18380" h="21062">
                <a:moveTo>
                  <a:pt x="3483" y="0"/>
                </a:moveTo>
                <a:cubicBezTo>
                  <a:pt x="3189" y="0"/>
                  <a:pt x="2893" y="24"/>
                  <a:pt x="2601" y="74"/>
                </a:cubicBezTo>
                <a:cubicBezTo>
                  <a:pt x="1625" y="240"/>
                  <a:pt x="730" y="686"/>
                  <a:pt x="0" y="1308"/>
                </a:cubicBezTo>
                <a:cubicBezTo>
                  <a:pt x="1018" y="2249"/>
                  <a:pt x="2927" y="2151"/>
                  <a:pt x="4002" y="3305"/>
                </a:cubicBezTo>
                <a:cubicBezTo>
                  <a:pt x="5153" y="4540"/>
                  <a:pt x="5627" y="6277"/>
                  <a:pt x="5485" y="7885"/>
                </a:cubicBezTo>
                <a:cubicBezTo>
                  <a:pt x="6322" y="7307"/>
                  <a:pt x="7361" y="7018"/>
                  <a:pt x="8400" y="7018"/>
                </a:cubicBezTo>
                <a:cubicBezTo>
                  <a:pt x="9418" y="7018"/>
                  <a:pt x="10436" y="7296"/>
                  <a:pt x="11264" y="7852"/>
                </a:cubicBezTo>
                <a:cubicBezTo>
                  <a:pt x="12935" y="8978"/>
                  <a:pt x="13692" y="11154"/>
                  <a:pt x="13050" y="12982"/>
                </a:cubicBezTo>
                <a:cubicBezTo>
                  <a:pt x="15736" y="13260"/>
                  <a:pt x="17188" y="16111"/>
                  <a:pt x="17463" y="18618"/>
                </a:cubicBezTo>
                <a:cubicBezTo>
                  <a:pt x="17552" y="19430"/>
                  <a:pt x="17572" y="20247"/>
                  <a:pt x="17524" y="21062"/>
                </a:cubicBezTo>
                <a:lnTo>
                  <a:pt x="17895" y="21062"/>
                </a:lnTo>
                <a:cubicBezTo>
                  <a:pt x="18058" y="18076"/>
                  <a:pt x="18129" y="15088"/>
                  <a:pt x="18295" y="12103"/>
                </a:cubicBezTo>
                <a:cubicBezTo>
                  <a:pt x="18344" y="11206"/>
                  <a:pt x="18380" y="10252"/>
                  <a:pt x="17904" y="9470"/>
                </a:cubicBezTo>
                <a:cubicBezTo>
                  <a:pt x="17569" y="8922"/>
                  <a:pt x="16884" y="8527"/>
                  <a:pt x="16240" y="8527"/>
                </a:cubicBezTo>
                <a:cubicBezTo>
                  <a:pt x="15966" y="8527"/>
                  <a:pt x="15699" y="8599"/>
                  <a:pt x="15469" y="8760"/>
                </a:cubicBezTo>
                <a:cubicBezTo>
                  <a:pt x="15533" y="6974"/>
                  <a:pt x="15170" y="5058"/>
                  <a:pt x="13846" y="3765"/>
                </a:cubicBezTo>
                <a:cubicBezTo>
                  <a:pt x="13100" y="3036"/>
                  <a:pt x="11985" y="2610"/>
                  <a:pt x="10917" y="2610"/>
                </a:cubicBezTo>
                <a:cubicBezTo>
                  <a:pt x="10092" y="2610"/>
                  <a:pt x="9296" y="2865"/>
                  <a:pt x="8720" y="3431"/>
                </a:cubicBezTo>
                <a:cubicBezTo>
                  <a:pt x="7988" y="1414"/>
                  <a:pt x="5747" y="0"/>
                  <a:pt x="3483" y="0"/>
                </a:cubicBez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9960" bIns="399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52" name="Google Shape;2055;p37">
            <a:extLst>
              <a:ext uri="{FF2B5EF4-FFF2-40B4-BE49-F238E27FC236}">
                <a16:creationId xmlns:a16="http://schemas.microsoft.com/office/drawing/2014/main" id="{08FF744E-4287-4794-882C-669D3EA25C6B}"/>
              </a:ext>
            </a:extLst>
          </p:cNvPr>
          <p:cNvSpPr/>
          <p:nvPr/>
        </p:nvSpPr>
        <p:spPr>
          <a:xfrm>
            <a:off x="2107975" y="1712880"/>
            <a:ext cx="119160" cy="171360"/>
          </a:xfrm>
          <a:custGeom>
            <a:avLst/>
            <a:gdLst>
              <a:gd name="textAreaLeft" fmla="*/ 0 w 119160"/>
              <a:gd name="textAreaRight" fmla="*/ 119520 w 119160"/>
              <a:gd name="textAreaTop" fmla="*/ 0 h 171360"/>
              <a:gd name="textAreaBottom" fmla="*/ 171720 h 171360"/>
            </a:gdLst>
            <a:ahLst/>
            <a:cxnLst/>
            <a:rect l="textAreaLeft" t="textAreaTop" r="textAreaRight" b="textAreaBottom"/>
            <a:pathLst>
              <a:path w="31536" h="45338">
                <a:moveTo>
                  <a:pt x="15947" y="0"/>
                </a:moveTo>
                <a:lnTo>
                  <a:pt x="0" y="14434"/>
                </a:lnTo>
                <a:lnTo>
                  <a:pt x="0" y="45337"/>
                </a:lnTo>
                <a:lnTo>
                  <a:pt x="31536" y="45337"/>
                </a:lnTo>
                <a:lnTo>
                  <a:pt x="31536" y="14434"/>
                </a:lnTo>
                <a:lnTo>
                  <a:pt x="15947"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85680" bIns="856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53" name="Google Shape;2056;p37">
            <a:extLst>
              <a:ext uri="{FF2B5EF4-FFF2-40B4-BE49-F238E27FC236}">
                <a16:creationId xmlns:a16="http://schemas.microsoft.com/office/drawing/2014/main" id="{7027F4DC-F9B6-4DE4-8AE6-856CC196F53A}"/>
              </a:ext>
            </a:extLst>
          </p:cNvPr>
          <p:cNvSpPr/>
          <p:nvPr/>
        </p:nvSpPr>
        <p:spPr>
          <a:xfrm>
            <a:off x="2079535" y="1701360"/>
            <a:ext cx="176040" cy="91440"/>
          </a:xfrm>
          <a:custGeom>
            <a:avLst/>
            <a:gdLst>
              <a:gd name="textAreaLeft" fmla="*/ 0 w 176040"/>
              <a:gd name="textAreaRight" fmla="*/ 176400 w 176040"/>
              <a:gd name="textAreaTop" fmla="*/ 0 h 91440"/>
              <a:gd name="textAreaBottom" fmla="*/ 91800 h 91440"/>
            </a:gdLst>
            <a:ahLst/>
            <a:cxnLst/>
            <a:rect l="textAreaLeft" t="textAreaTop" r="textAreaRight" b="textAreaBottom"/>
            <a:pathLst>
              <a:path w="46550" h="24244">
                <a:moveTo>
                  <a:pt x="23525" y="1"/>
                </a:moveTo>
                <a:cubicBezTo>
                  <a:pt x="22723" y="1"/>
                  <a:pt x="21920" y="283"/>
                  <a:pt x="21303" y="846"/>
                </a:cubicBezTo>
                <a:lnTo>
                  <a:pt x="1273" y="19166"/>
                </a:lnTo>
                <a:cubicBezTo>
                  <a:pt x="21" y="20311"/>
                  <a:pt x="1" y="22186"/>
                  <a:pt x="1229" y="23355"/>
                </a:cubicBezTo>
                <a:cubicBezTo>
                  <a:pt x="1411" y="23529"/>
                  <a:pt x="1616" y="23681"/>
                  <a:pt x="1836" y="23804"/>
                </a:cubicBezTo>
                <a:cubicBezTo>
                  <a:pt x="2339" y="24092"/>
                  <a:pt x="2908" y="24243"/>
                  <a:pt x="3486" y="24243"/>
                </a:cubicBezTo>
                <a:cubicBezTo>
                  <a:pt x="3489" y="24243"/>
                  <a:pt x="3491" y="24243"/>
                  <a:pt x="3494" y="24243"/>
                </a:cubicBezTo>
                <a:cubicBezTo>
                  <a:pt x="4295" y="24243"/>
                  <a:pt x="5098" y="23962"/>
                  <a:pt x="5715" y="23397"/>
                </a:cubicBezTo>
                <a:lnTo>
                  <a:pt x="23515" y="7118"/>
                </a:lnTo>
                <a:lnTo>
                  <a:pt x="40829" y="23109"/>
                </a:lnTo>
                <a:cubicBezTo>
                  <a:pt x="41448" y="23679"/>
                  <a:pt x="42254" y="23964"/>
                  <a:pt x="43060" y="23964"/>
                </a:cubicBezTo>
                <a:cubicBezTo>
                  <a:pt x="43638" y="23964"/>
                  <a:pt x="44215" y="23818"/>
                  <a:pt x="44722" y="23526"/>
                </a:cubicBezTo>
                <a:cubicBezTo>
                  <a:pt x="44937" y="23404"/>
                  <a:pt x="45136" y="23257"/>
                  <a:pt x="45316" y="23087"/>
                </a:cubicBezTo>
                <a:cubicBezTo>
                  <a:pt x="46550" y="21925"/>
                  <a:pt x="46540" y="20049"/>
                  <a:pt x="45292" y="18900"/>
                </a:cubicBezTo>
                <a:lnTo>
                  <a:pt x="25757" y="857"/>
                </a:lnTo>
                <a:cubicBezTo>
                  <a:pt x="25139" y="286"/>
                  <a:pt x="24332" y="1"/>
                  <a:pt x="23525" y="1"/>
                </a:cubicBezTo>
                <a:close/>
              </a:path>
            </a:pathLst>
          </a:custGeom>
          <a:solidFill>
            <a:srgbClr val="74C1B9"/>
          </a:solidFill>
          <a:ln w="0">
            <a:noFill/>
          </a:ln>
        </p:spPr>
        <p:style>
          <a:lnRef idx="0">
            <a:scrgbClr r="0" g="0" b="0"/>
          </a:lnRef>
          <a:fillRef idx="0">
            <a:scrgbClr r="0" g="0" b="0"/>
          </a:fillRef>
          <a:effectRef idx="0">
            <a:scrgbClr r="0" g="0" b="0"/>
          </a:effectRef>
          <a:fontRef idx="minor"/>
        </p:style>
        <p:txBody>
          <a:bodyPr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54" name="Google Shape;2057;p37">
            <a:extLst>
              <a:ext uri="{FF2B5EF4-FFF2-40B4-BE49-F238E27FC236}">
                <a16:creationId xmlns:a16="http://schemas.microsoft.com/office/drawing/2014/main" id="{93C2D0EB-06F0-4C56-A521-11AA3C73FE82}"/>
              </a:ext>
            </a:extLst>
          </p:cNvPr>
          <p:cNvSpPr/>
          <p:nvPr/>
        </p:nvSpPr>
        <p:spPr>
          <a:xfrm>
            <a:off x="2086735" y="1721160"/>
            <a:ext cx="162000" cy="72000"/>
          </a:xfrm>
          <a:custGeom>
            <a:avLst/>
            <a:gdLst>
              <a:gd name="textAreaLeft" fmla="*/ 0 w 162000"/>
              <a:gd name="textAreaRight" fmla="*/ 162360 w 162000"/>
              <a:gd name="textAreaTop" fmla="*/ 0 h 72000"/>
              <a:gd name="textAreaBottom" fmla="*/ 72360 h 72000"/>
            </a:gdLst>
            <a:ahLst/>
            <a:cxnLst/>
            <a:rect l="textAreaLeft" t="textAreaTop" r="textAreaRight" b="textAreaBottom"/>
            <a:pathLst>
              <a:path w="42886" h="19090">
                <a:moveTo>
                  <a:pt x="21689" y="1"/>
                </a:moveTo>
                <a:cubicBezTo>
                  <a:pt x="20887" y="1"/>
                  <a:pt x="20084" y="283"/>
                  <a:pt x="19467" y="846"/>
                </a:cubicBezTo>
                <a:lnTo>
                  <a:pt x="0" y="18650"/>
                </a:lnTo>
                <a:cubicBezTo>
                  <a:pt x="503" y="18938"/>
                  <a:pt x="1072" y="19089"/>
                  <a:pt x="1650" y="19089"/>
                </a:cubicBezTo>
                <a:cubicBezTo>
                  <a:pt x="1653" y="19089"/>
                  <a:pt x="1655" y="19089"/>
                  <a:pt x="1658" y="19089"/>
                </a:cubicBezTo>
                <a:cubicBezTo>
                  <a:pt x="2459" y="19089"/>
                  <a:pt x="3262" y="18808"/>
                  <a:pt x="3879" y="18243"/>
                </a:cubicBezTo>
                <a:lnTo>
                  <a:pt x="21679" y="1964"/>
                </a:lnTo>
                <a:lnTo>
                  <a:pt x="38993" y="17955"/>
                </a:lnTo>
                <a:cubicBezTo>
                  <a:pt x="39612" y="18525"/>
                  <a:pt x="40418" y="18810"/>
                  <a:pt x="41224" y="18810"/>
                </a:cubicBezTo>
                <a:cubicBezTo>
                  <a:pt x="41802" y="18810"/>
                  <a:pt x="42379" y="18664"/>
                  <a:pt x="42886" y="18372"/>
                </a:cubicBezTo>
                <a:lnTo>
                  <a:pt x="23921" y="857"/>
                </a:lnTo>
                <a:cubicBezTo>
                  <a:pt x="23303" y="287"/>
                  <a:pt x="22496" y="1"/>
                  <a:pt x="21689"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36000" bIns="360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55" name="Google Shape;2058;p37">
            <a:extLst>
              <a:ext uri="{FF2B5EF4-FFF2-40B4-BE49-F238E27FC236}">
                <a16:creationId xmlns:a16="http://schemas.microsoft.com/office/drawing/2014/main" id="{AE5FDFA6-862B-4B9E-BBC5-83514A48540D}"/>
              </a:ext>
            </a:extLst>
          </p:cNvPr>
          <p:cNvSpPr/>
          <p:nvPr/>
        </p:nvSpPr>
        <p:spPr>
          <a:xfrm>
            <a:off x="2145415" y="1756080"/>
            <a:ext cx="42480" cy="39600"/>
          </a:xfrm>
          <a:custGeom>
            <a:avLst/>
            <a:gdLst>
              <a:gd name="textAreaLeft" fmla="*/ 0 w 42480"/>
              <a:gd name="textAreaRight" fmla="*/ 42840 w 42480"/>
              <a:gd name="textAreaTop" fmla="*/ 0 h 39600"/>
              <a:gd name="textAreaBottom" fmla="*/ 39960 h 39600"/>
            </a:gdLst>
            <a:ahLst/>
            <a:cxnLst/>
            <a:rect l="textAreaLeft" t="textAreaTop" r="textAreaRight" b="textAreaBottom"/>
            <a:pathLst>
              <a:path w="11307" h="10550">
                <a:moveTo>
                  <a:pt x="5653" y="1"/>
                </a:moveTo>
                <a:cubicBezTo>
                  <a:pt x="5388" y="1"/>
                  <a:pt x="5123" y="19"/>
                  <a:pt x="4859" y="55"/>
                </a:cubicBezTo>
                <a:cubicBezTo>
                  <a:pt x="2273" y="391"/>
                  <a:pt x="251" y="2361"/>
                  <a:pt x="25" y="4813"/>
                </a:cubicBezTo>
                <a:cubicBezTo>
                  <a:pt x="8" y="4966"/>
                  <a:pt x="0" y="5120"/>
                  <a:pt x="0" y="5275"/>
                </a:cubicBezTo>
                <a:cubicBezTo>
                  <a:pt x="0" y="5618"/>
                  <a:pt x="36" y="5958"/>
                  <a:pt x="108" y="6292"/>
                </a:cubicBezTo>
                <a:cubicBezTo>
                  <a:pt x="564" y="8480"/>
                  <a:pt x="2472" y="10185"/>
                  <a:pt x="4859" y="10495"/>
                </a:cubicBezTo>
                <a:cubicBezTo>
                  <a:pt x="5123" y="10531"/>
                  <a:pt x="5388" y="10549"/>
                  <a:pt x="5653" y="10549"/>
                </a:cubicBezTo>
                <a:cubicBezTo>
                  <a:pt x="5919" y="10549"/>
                  <a:pt x="6184" y="10531"/>
                  <a:pt x="6447" y="10495"/>
                </a:cubicBezTo>
                <a:cubicBezTo>
                  <a:pt x="8834" y="10185"/>
                  <a:pt x="10743" y="8480"/>
                  <a:pt x="11198" y="6292"/>
                </a:cubicBezTo>
                <a:cubicBezTo>
                  <a:pt x="11271" y="5958"/>
                  <a:pt x="11306" y="5618"/>
                  <a:pt x="11306" y="5275"/>
                </a:cubicBezTo>
                <a:cubicBezTo>
                  <a:pt x="11306" y="5120"/>
                  <a:pt x="11298" y="4966"/>
                  <a:pt x="11282" y="4813"/>
                </a:cubicBezTo>
                <a:cubicBezTo>
                  <a:pt x="11055" y="2363"/>
                  <a:pt x="9033" y="391"/>
                  <a:pt x="6447" y="55"/>
                </a:cubicBezTo>
                <a:cubicBezTo>
                  <a:pt x="6184" y="19"/>
                  <a:pt x="5919" y="1"/>
                  <a:pt x="5653"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19800" bIns="1980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56" name="Google Shape;2059;p37">
            <a:extLst>
              <a:ext uri="{FF2B5EF4-FFF2-40B4-BE49-F238E27FC236}">
                <a16:creationId xmlns:a16="http://schemas.microsoft.com/office/drawing/2014/main" id="{949DD72D-08FC-4143-BD43-F4D41E80F815}"/>
              </a:ext>
            </a:extLst>
          </p:cNvPr>
          <p:cNvSpPr/>
          <p:nvPr/>
        </p:nvSpPr>
        <p:spPr>
          <a:xfrm>
            <a:off x="2145415" y="1756080"/>
            <a:ext cx="42480" cy="39600"/>
          </a:xfrm>
          <a:custGeom>
            <a:avLst/>
            <a:gdLst>
              <a:gd name="textAreaLeft" fmla="*/ 0 w 42480"/>
              <a:gd name="textAreaRight" fmla="*/ 42840 w 42480"/>
              <a:gd name="textAreaTop" fmla="*/ 0 h 39600"/>
              <a:gd name="textAreaBottom" fmla="*/ 39960 h 39600"/>
            </a:gdLst>
            <a:ahLst/>
            <a:cxnLst/>
            <a:rect l="textAreaLeft" t="textAreaTop" r="textAreaRight" b="textAreaBottom"/>
            <a:pathLst>
              <a:path w="11307" h="10550">
                <a:moveTo>
                  <a:pt x="5654" y="1"/>
                </a:moveTo>
                <a:cubicBezTo>
                  <a:pt x="5389" y="1"/>
                  <a:pt x="5124" y="19"/>
                  <a:pt x="4861" y="55"/>
                </a:cubicBezTo>
                <a:lnTo>
                  <a:pt x="4861" y="4813"/>
                </a:lnTo>
                <a:lnTo>
                  <a:pt x="25" y="4813"/>
                </a:lnTo>
                <a:cubicBezTo>
                  <a:pt x="10" y="4966"/>
                  <a:pt x="2" y="5120"/>
                  <a:pt x="2" y="5275"/>
                </a:cubicBezTo>
                <a:cubicBezTo>
                  <a:pt x="0" y="5618"/>
                  <a:pt x="37" y="5958"/>
                  <a:pt x="108" y="6292"/>
                </a:cubicBezTo>
                <a:lnTo>
                  <a:pt x="4859" y="6292"/>
                </a:lnTo>
                <a:lnTo>
                  <a:pt x="4859" y="10495"/>
                </a:lnTo>
                <a:cubicBezTo>
                  <a:pt x="5123" y="10531"/>
                  <a:pt x="5388" y="10549"/>
                  <a:pt x="5653" y="10549"/>
                </a:cubicBezTo>
                <a:cubicBezTo>
                  <a:pt x="5919" y="10549"/>
                  <a:pt x="6184" y="10531"/>
                  <a:pt x="6447" y="10495"/>
                </a:cubicBezTo>
                <a:lnTo>
                  <a:pt x="6447" y="6292"/>
                </a:lnTo>
                <a:lnTo>
                  <a:pt x="11198" y="6292"/>
                </a:lnTo>
                <a:cubicBezTo>
                  <a:pt x="11271" y="5958"/>
                  <a:pt x="11306" y="5618"/>
                  <a:pt x="11306" y="5275"/>
                </a:cubicBezTo>
                <a:cubicBezTo>
                  <a:pt x="11306" y="5120"/>
                  <a:pt x="11298" y="4966"/>
                  <a:pt x="11283" y="4813"/>
                </a:cubicBezTo>
                <a:lnTo>
                  <a:pt x="6447" y="4813"/>
                </a:lnTo>
                <a:lnTo>
                  <a:pt x="6447" y="55"/>
                </a:lnTo>
                <a:cubicBezTo>
                  <a:pt x="6184" y="19"/>
                  <a:pt x="5919" y="1"/>
                  <a:pt x="5654" y="1"/>
                </a:cubicBezTo>
                <a:close/>
              </a:path>
            </a:pathLst>
          </a:custGeom>
          <a:solidFill>
            <a:srgbClr val="FFE48D"/>
          </a:solidFill>
          <a:ln w="0">
            <a:noFill/>
          </a:ln>
        </p:spPr>
        <p:style>
          <a:lnRef idx="0">
            <a:scrgbClr r="0" g="0" b="0"/>
          </a:lnRef>
          <a:fillRef idx="0">
            <a:scrgbClr r="0" g="0" b="0"/>
          </a:fillRef>
          <a:effectRef idx="0">
            <a:scrgbClr r="0" g="0" b="0"/>
          </a:effectRef>
          <a:fontRef idx="minor"/>
        </p:style>
        <p:txBody>
          <a:bodyPr tIns="19800" bIns="198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57" name="Google Shape;2060;p37">
            <a:extLst>
              <a:ext uri="{FF2B5EF4-FFF2-40B4-BE49-F238E27FC236}">
                <a16:creationId xmlns:a16="http://schemas.microsoft.com/office/drawing/2014/main" id="{1F9C4EF5-3B3E-4DAA-B8AD-E0D75F5A8B3A}"/>
              </a:ext>
            </a:extLst>
          </p:cNvPr>
          <p:cNvSpPr/>
          <p:nvPr/>
        </p:nvSpPr>
        <p:spPr>
          <a:xfrm>
            <a:off x="2116255" y="1807200"/>
            <a:ext cx="19080" cy="60480"/>
          </a:xfrm>
          <a:custGeom>
            <a:avLst/>
            <a:gdLst>
              <a:gd name="textAreaLeft" fmla="*/ 0 w 19080"/>
              <a:gd name="textAreaRight" fmla="*/ 19440 w 19080"/>
              <a:gd name="textAreaTop" fmla="*/ 0 h 60480"/>
              <a:gd name="textAreaBottom" fmla="*/ 60840 h 60480"/>
            </a:gdLst>
            <a:ahLst/>
            <a:cxnLst/>
            <a:rect l="textAreaLeft" t="textAreaTop" r="textAreaRight" b="textAreaBottom"/>
            <a:pathLst>
              <a:path w="5157" h="16099">
                <a:moveTo>
                  <a:pt x="0" y="1"/>
                </a:moveTo>
                <a:lnTo>
                  <a:pt x="0" y="16099"/>
                </a:lnTo>
                <a:lnTo>
                  <a:pt x="5157" y="16099"/>
                </a:lnTo>
                <a:lnTo>
                  <a:pt x="5157" y="1"/>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58" name="Google Shape;2061;p37">
            <a:extLst>
              <a:ext uri="{FF2B5EF4-FFF2-40B4-BE49-F238E27FC236}">
                <a16:creationId xmlns:a16="http://schemas.microsoft.com/office/drawing/2014/main" id="{DEAC67D4-61E4-4DC8-A975-AA628FBCCE07}"/>
              </a:ext>
            </a:extLst>
          </p:cNvPr>
          <p:cNvSpPr/>
          <p:nvPr/>
        </p:nvSpPr>
        <p:spPr>
          <a:xfrm>
            <a:off x="2199055" y="1807200"/>
            <a:ext cx="19080" cy="60480"/>
          </a:xfrm>
          <a:custGeom>
            <a:avLst/>
            <a:gdLst>
              <a:gd name="textAreaLeft" fmla="*/ 0 w 19080"/>
              <a:gd name="textAreaRight" fmla="*/ 19440 w 19080"/>
              <a:gd name="textAreaTop" fmla="*/ 0 h 60480"/>
              <a:gd name="textAreaBottom" fmla="*/ 60840 h 60480"/>
            </a:gdLst>
            <a:ahLst/>
            <a:cxnLst/>
            <a:rect l="textAreaLeft" t="textAreaTop" r="textAreaRight" b="textAreaBottom"/>
            <a:pathLst>
              <a:path w="5157" h="16099">
                <a:moveTo>
                  <a:pt x="0" y="1"/>
                </a:moveTo>
                <a:lnTo>
                  <a:pt x="0" y="16099"/>
                </a:lnTo>
                <a:lnTo>
                  <a:pt x="5157" y="16099"/>
                </a:lnTo>
                <a:lnTo>
                  <a:pt x="5157" y="1"/>
                </a:ln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0240" bIns="302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59" name="Google Shape;2062;p37">
            <a:extLst>
              <a:ext uri="{FF2B5EF4-FFF2-40B4-BE49-F238E27FC236}">
                <a16:creationId xmlns:a16="http://schemas.microsoft.com/office/drawing/2014/main" id="{4373DA1F-88CF-43B9-B218-6B8E374330FE}"/>
              </a:ext>
            </a:extLst>
          </p:cNvPr>
          <p:cNvSpPr/>
          <p:nvPr/>
        </p:nvSpPr>
        <p:spPr>
          <a:xfrm>
            <a:off x="2149375" y="1819080"/>
            <a:ext cx="36360" cy="64800"/>
          </a:xfrm>
          <a:custGeom>
            <a:avLst/>
            <a:gdLst>
              <a:gd name="textAreaLeft" fmla="*/ 0 w 36360"/>
              <a:gd name="textAreaRight" fmla="*/ 36720 w 36360"/>
              <a:gd name="textAreaTop" fmla="*/ 0 h 64800"/>
              <a:gd name="textAreaBottom" fmla="*/ 65160 h 64800"/>
            </a:gdLst>
            <a:ahLst/>
            <a:cxnLst/>
            <a:rect l="textAreaLeft" t="textAreaTop" r="textAreaRight" b="textAreaBottom"/>
            <a:pathLst>
              <a:path w="9720" h="17211">
                <a:moveTo>
                  <a:pt x="4860" y="0"/>
                </a:moveTo>
                <a:cubicBezTo>
                  <a:pt x="2186" y="0"/>
                  <a:pt x="1" y="2039"/>
                  <a:pt x="1" y="4534"/>
                </a:cubicBezTo>
                <a:lnTo>
                  <a:pt x="1" y="17210"/>
                </a:lnTo>
                <a:lnTo>
                  <a:pt x="9719" y="17210"/>
                </a:lnTo>
                <a:lnTo>
                  <a:pt x="9719" y="4534"/>
                </a:lnTo>
                <a:cubicBezTo>
                  <a:pt x="9719" y="3287"/>
                  <a:pt x="9172" y="2154"/>
                  <a:pt x="8292" y="1333"/>
                </a:cubicBezTo>
                <a:cubicBezTo>
                  <a:pt x="7410" y="511"/>
                  <a:pt x="6197" y="0"/>
                  <a:pt x="4860"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2400" bIns="3240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60" name="Google Shape;2063;p37">
            <a:extLst>
              <a:ext uri="{FF2B5EF4-FFF2-40B4-BE49-F238E27FC236}">
                <a16:creationId xmlns:a16="http://schemas.microsoft.com/office/drawing/2014/main" id="{D8BDFF36-362F-4120-8BF9-D7C96317A3FA}"/>
              </a:ext>
            </a:extLst>
          </p:cNvPr>
          <p:cNvSpPr/>
          <p:nvPr/>
        </p:nvSpPr>
        <p:spPr>
          <a:xfrm>
            <a:off x="2231095" y="1843200"/>
            <a:ext cx="7200" cy="40680"/>
          </a:xfrm>
          <a:custGeom>
            <a:avLst/>
            <a:gdLst>
              <a:gd name="textAreaLeft" fmla="*/ 0 w 7200"/>
              <a:gd name="textAreaRight" fmla="*/ 7560 w 7200"/>
              <a:gd name="textAreaTop" fmla="*/ 0 h 40680"/>
              <a:gd name="textAreaBottom" fmla="*/ 41040 h 40680"/>
            </a:gdLst>
            <a:ahLst/>
            <a:cxnLst/>
            <a:rect l="textAreaLeft" t="textAreaTop" r="textAreaRight" b="textAreaBottom"/>
            <a:pathLst>
              <a:path w="1971" h="10877">
                <a:moveTo>
                  <a:pt x="985" y="1"/>
                </a:moveTo>
                <a:lnTo>
                  <a:pt x="1" y="1073"/>
                </a:lnTo>
                <a:lnTo>
                  <a:pt x="1" y="10876"/>
                </a:lnTo>
                <a:lnTo>
                  <a:pt x="1971" y="10876"/>
                </a:lnTo>
                <a:lnTo>
                  <a:pt x="1971" y="1073"/>
                </a:lnTo>
                <a:lnTo>
                  <a:pt x="985"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0520" bIns="205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61" name="Google Shape;2064;p37">
            <a:extLst>
              <a:ext uri="{FF2B5EF4-FFF2-40B4-BE49-F238E27FC236}">
                <a16:creationId xmlns:a16="http://schemas.microsoft.com/office/drawing/2014/main" id="{D7AA3872-1180-40D6-9AC2-62C83368C16E}"/>
              </a:ext>
            </a:extLst>
          </p:cNvPr>
          <p:cNvSpPr/>
          <p:nvPr/>
        </p:nvSpPr>
        <p:spPr>
          <a:xfrm>
            <a:off x="2246575" y="1843200"/>
            <a:ext cx="7200" cy="40680"/>
          </a:xfrm>
          <a:custGeom>
            <a:avLst/>
            <a:gdLst>
              <a:gd name="textAreaLeft" fmla="*/ 0 w 7200"/>
              <a:gd name="textAreaRight" fmla="*/ 7560 w 7200"/>
              <a:gd name="textAreaTop" fmla="*/ 0 h 40680"/>
              <a:gd name="textAreaBottom" fmla="*/ 41040 h 40680"/>
            </a:gdLst>
            <a:ahLst/>
            <a:cxnLst/>
            <a:rect l="textAreaLeft" t="textAreaTop" r="textAreaRight" b="textAreaBottom"/>
            <a:pathLst>
              <a:path w="1971" h="10877">
                <a:moveTo>
                  <a:pt x="985" y="1"/>
                </a:moveTo>
                <a:lnTo>
                  <a:pt x="0" y="1073"/>
                </a:lnTo>
                <a:lnTo>
                  <a:pt x="0" y="10876"/>
                </a:lnTo>
                <a:lnTo>
                  <a:pt x="1971" y="10876"/>
                </a:lnTo>
                <a:lnTo>
                  <a:pt x="1971" y="1073"/>
                </a:lnTo>
                <a:lnTo>
                  <a:pt x="985"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0520" bIns="205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62" name="Google Shape;2065;p37">
            <a:extLst>
              <a:ext uri="{FF2B5EF4-FFF2-40B4-BE49-F238E27FC236}">
                <a16:creationId xmlns:a16="http://schemas.microsoft.com/office/drawing/2014/main" id="{36F344A6-AD1E-4932-A086-AA5D073E5B43}"/>
              </a:ext>
            </a:extLst>
          </p:cNvPr>
          <p:cNvSpPr/>
          <p:nvPr/>
        </p:nvSpPr>
        <p:spPr>
          <a:xfrm>
            <a:off x="2262415" y="1843200"/>
            <a:ext cx="7200" cy="40680"/>
          </a:xfrm>
          <a:custGeom>
            <a:avLst/>
            <a:gdLst>
              <a:gd name="textAreaLeft" fmla="*/ 0 w 7200"/>
              <a:gd name="textAreaRight" fmla="*/ 7560 w 7200"/>
              <a:gd name="textAreaTop" fmla="*/ 0 h 40680"/>
              <a:gd name="textAreaBottom" fmla="*/ 41040 h 40680"/>
            </a:gdLst>
            <a:ahLst/>
            <a:cxnLst/>
            <a:rect l="textAreaLeft" t="textAreaTop" r="textAreaRight" b="textAreaBottom"/>
            <a:pathLst>
              <a:path w="1971" h="10877">
                <a:moveTo>
                  <a:pt x="986" y="1"/>
                </a:moveTo>
                <a:lnTo>
                  <a:pt x="0" y="1073"/>
                </a:lnTo>
                <a:lnTo>
                  <a:pt x="0" y="10876"/>
                </a:lnTo>
                <a:lnTo>
                  <a:pt x="1970" y="10876"/>
                </a:lnTo>
                <a:lnTo>
                  <a:pt x="1970" y="1073"/>
                </a:lnTo>
                <a:lnTo>
                  <a:pt x="986"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0520" bIns="205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63" name="Google Shape;2066;p37">
            <a:extLst>
              <a:ext uri="{FF2B5EF4-FFF2-40B4-BE49-F238E27FC236}">
                <a16:creationId xmlns:a16="http://schemas.microsoft.com/office/drawing/2014/main" id="{29EC4E4C-6F45-435F-A81E-C5FB58F2DD46}"/>
              </a:ext>
            </a:extLst>
          </p:cNvPr>
          <p:cNvSpPr/>
          <p:nvPr/>
        </p:nvSpPr>
        <p:spPr>
          <a:xfrm>
            <a:off x="2277895" y="1843200"/>
            <a:ext cx="7200" cy="40680"/>
          </a:xfrm>
          <a:custGeom>
            <a:avLst/>
            <a:gdLst>
              <a:gd name="textAreaLeft" fmla="*/ 0 w 7200"/>
              <a:gd name="textAreaRight" fmla="*/ 7560 w 7200"/>
              <a:gd name="textAreaTop" fmla="*/ 0 h 40680"/>
              <a:gd name="textAreaBottom" fmla="*/ 41040 h 40680"/>
            </a:gdLst>
            <a:ahLst/>
            <a:cxnLst/>
            <a:rect l="textAreaLeft" t="textAreaTop" r="textAreaRight" b="textAreaBottom"/>
            <a:pathLst>
              <a:path w="1970" h="10877">
                <a:moveTo>
                  <a:pt x="985" y="1"/>
                </a:moveTo>
                <a:lnTo>
                  <a:pt x="0" y="1073"/>
                </a:lnTo>
                <a:lnTo>
                  <a:pt x="0" y="10876"/>
                </a:lnTo>
                <a:lnTo>
                  <a:pt x="1969" y="10876"/>
                </a:lnTo>
                <a:lnTo>
                  <a:pt x="1969" y="1073"/>
                </a:lnTo>
                <a:lnTo>
                  <a:pt x="985"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0520" bIns="205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64" name="Google Shape;2067;p37">
            <a:extLst>
              <a:ext uri="{FF2B5EF4-FFF2-40B4-BE49-F238E27FC236}">
                <a16:creationId xmlns:a16="http://schemas.microsoft.com/office/drawing/2014/main" id="{18CAB04C-94DC-4D49-B6AD-945AEFF27EB2}"/>
              </a:ext>
            </a:extLst>
          </p:cNvPr>
          <p:cNvSpPr/>
          <p:nvPr/>
        </p:nvSpPr>
        <p:spPr>
          <a:xfrm>
            <a:off x="2293375" y="1843200"/>
            <a:ext cx="7200" cy="40680"/>
          </a:xfrm>
          <a:custGeom>
            <a:avLst/>
            <a:gdLst>
              <a:gd name="textAreaLeft" fmla="*/ 0 w 7200"/>
              <a:gd name="textAreaRight" fmla="*/ 7560 w 7200"/>
              <a:gd name="textAreaTop" fmla="*/ 0 h 40680"/>
              <a:gd name="textAreaBottom" fmla="*/ 41040 h 40680"/>
            </a:gdLst>
            <a:ahLst/>
            <a:cxnLst/>
            <a:rect l="textAreaLeft" t="textAreaTop" r="textAreaRight" b="textAreaBottom"/>
            <a:pathLst>
              <a:path w="1970" h="10877">
                <a:moveTo>
                  <a:pt x="985" y="1"/>
                </a:moveTo>
                <a:lnTo>
                  <a:pt x="1" y="1073"/>
                </a:lnTo>
                <a:lnTo>
                  <a:pt x="1" y="10876"/>
                </a:lnTo>
                <a:lnTo>
                  <a:pt x="1970" y="10876"/>
                </a:lnTo>
                <a:lnTo>
                  <a:pt x="1970" y="1073"/>
                </a:lnTo>
                <a:lnTo>
                  <a:pt x="985"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0520" bIns="205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65" name="Google Shape;2068;p37">
            <a:extLst>
              <a:ext uri="{FF2B5EF4-FFF2-40B4-BE49-F238E27FC236}">
                <a16:creationId xmlns:a16="http://schemas.microsoft.com/office/drawing/2014/main" id="{4E622ECC-F8C3-4894-901F-B86963D79DBC}"/>
              </a:ext>
            </a:extLst>
          </p:cNvPr>
          <p:cNvSpPr/>
          <p:nvPr/>
        </p:nvSpPr>
        <p:spPr>
          <a:xfrm>
            <a:off x="2308855" y="1843200"/>
            <a:ext cx="7200" cy="40680"/>
          </a:xfrm>
          <a:custGeom>
            <a:avLst/>
            <a:gdLst>
              <a:gd name="textAreaLeft" fmla="*/ 0 w 7200"/>
              <a:gd name="textAreaRight" fmla="*/ 7560 w 7200"/>
              <a:gd name="textAreaTop" fmla="*/ 0 h 40680"/>
              <a:gd name="textAreaBottom" fmla="*/ 41040 h 40680"/>
            </a:gdLst>
            <a:ahLst/>
            <a:cxnLst/>
            <a:rect l="textAreaLeft" t="textAreaTop" r="textAreaRight" b="textAreaBottom"/>
            <a:pathLst>
              <a:path w="1971" h="10877">
                <a:moveTo>
                  <a:pt x="985" y="1"/>
                </a:moveTo>
                <a:lnTo>
                  <a:pt x="1" y="1073"/>
                </a:lnTo>
                <a:lnTo>
                  <a:pt x="1" y="10876"/>
                </a:lnTo>
                <a:lnTo>
                  <a:pt x="1971" y="10876"/>
                </a:lnTo>
                <a:lnTo>
                  <a:pt x="1971" y="1073"/>
                </a:lnTo>
                <a:lnTo>
                  <a:pt x="985"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0520" bIns="205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66" name="Google Shape;2069;p37">
            <a:extLst>
              <a:ext uri="{FF2B5EF4-FFF2-40B4-BE49-F238E27FC236}">
                <a16:creationId xmlns:a16="http://schemas.microsoft.com/office/drawing/2014/main" id="{9D0B2565-3E38-4952-8163-663D2C1DB0AD}"/>
              </a:ext>
            </a:extLst>
          </p:cNvPr>
          <p:cNvSpPr/>
          <p:nvPr/>
        </p:nvSpPr>
        <p:spPr>
          <a:xfrm>
            <a:off x="2227495" y="1853640"/>
            <a:ext cx="92880" cy="5040"/>
          </a:xfrm>
          <a:custGeom>
            <a:avLst/>
            <a:gdLst>
              <a:gd name="textAreaLeft" fmla="*/ 0 w 92880"/>
              <a:gd name="textAreaRight" fmla="*/ 93240 w 92880"/>
              <a:gd name="textAreaTop" fmla="*/ 0 h 5040"/>
              <a:gd name="textAreaBottom" fmla="*/ 5400 h 5040"/>
            </a:gdLst>
            <a:ahLst/>
            <a:cxnLst/>
            <a:rect l="textAreaLeft" t="textAreaTop" r="textAreaRight" b="textAreaBottom"/>
            <a:pathLst>
              <a:path w="24626" h="1379">
                <a:moveTo>
                  <a:pt x="1" y="1"/>
                </a:moveTo>
                <a:lnTo>
                  <a:pt x="1" y="1379"/>
                </a:lnTo>
                <a:lnTo>
                  <a:pt x="24626" y="1379"/>
                </a:lnTo>
                <a:lnTo>
                  <a:pt x="24626"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520" bIns="25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67" name="Google Shape;2070;p37">
            <a:extLst>
              <a:ext uri="{FF2B5EF4-FFF2-40B4-BE49-F238E27FC236}">
                <a16:creationId xmlns:a16="http://schemas.microsoft.com/office/drawing/2014/main" id="{56E0A662-E7A2-4459-97D2-D7A07F9D8698}"/>
              </a:ext>
            </a:extLst>
          </p:cNvPr>
          <p:cNvSpPr/>
          <p:nvPr/>
        </p:nvSpPr>
        <p:spPr>
          <a:xfrm>
            <a:off x="2227495" y="1873440"/>
            <a:ext cx="92880" cy="5040"/>
          </a:xfrm>
          <a:custGeom>
            <a:avLst/>
            <a:gdLst>
              <a:gd name="textAreaLeft" fmla="*/ 0 w 92880"/>
              <a:gd name="textAreaRight" fmla="*/ 93240 w 92880"/>
              <a:gd name="textAreaTop" fmla="*/ 0 h 5040"/>
              <a:gd name="textAreaBottom" fmla="*/ 5400 h 5040"/>
            </a:gdLst>
            <a:ahLst/>
            <a:cxnLst/>
            <a:rect l="textAreaLeft" t="textAreaTop" r="textAreaRight" b="textAreaBottom"/>
            <a:pathLst>
              <a:path w="24626" h="1379">
                <a:moveTo>
                  <a:pt x="1" y="0"/>
                </a:moveTo>
                <a:lnTo>
                  <a:pt x="1" y="1378"/>
                </a:lnTo>
                <a:lnTo>
                  <a:pt x="24626" y="1378"/>
                </a:lnTo>
                <a:lnTo>
                  <a:pt x="24626" y="0"/>
                </a:lnTo>
                <a:close/>
              </a:path>
            </a:pathLst>
          </a:custGeom>
          <a:solidFill>
            <a:srgbClr val="66AAA2"/>
          </a:solidFill>
          <a:ln w="0">
            <a:noFill/>
          </a:ln>
        </p:spPr>
        <p:style>
          <a:lnRef idx="0">
            <a:scrgbClr r="0" g="0" b="0"/>
          </a:lnRef>
          <a:fillRef idx="0">
            <a:scrgbClr r="0" g="0" b="0"/>
          </a:fillRef>
          <a:effectRef idx="0">
            <a:scrgbClr r="0" g="0" b="0"/>
          </a:effectRef>
          <a:fontRef idx="minor"/>
        </p:style>
        <p:txBody>
          <a:bodyPr tIns="2520" bIns="252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68" name="Google Shape;2071;p37">
            <a:extLst>
              <a:ext uri="{FF2B5EF4-FFF2-40B4-BE49-F238E27FC236}">
                <a16:creationId xmlns:a16="http://schemas.microsoft.com/office/drawing/2014/main" id="{FA549906-AEB3-419A-8229-7321D94856BE}"/>
              </a:ext>
            </a:extLst>
          </p:cNvPr>
          <p:cNvSpPr/>
          <p:nvPr/>
        </p:nvSpPr>
        <p:spPr>
          <a:xfrm>
            <a:off x="2232895" y="1854720"/>
            <a:ext cx="2880" cy="2520"/>
          </a:xfrm>
          <a:custGeom>
            <a:avLst/>
            <a:gdLst>
              <a:gd name="textAreaLeft" fmla="*/ 0 w 2880"/>
              <a:gd name="textAreaRight" fmla="*/ 3240 w 2880"/>
              <a:gd name="textAreaTop" fmla="*/ 0 h 2520"/>
              <a:gd name="textAreaBottom" fmla="*/ 2880 h 2520"/>
            </a:gdLst>
            <a:ahLst/>
            <a:cxnLst/>
            <a:rect l="textAreaLeft" t="textAreaTop" r="textAreaRight" b="textAreaBottom"/>
            <a:pathLst>
              <a:path w="824" h="768">
                <a:moveTo>
                  <a:pt x="412" y="1"/>
                </a:moveTo>
                <a:cubicBezTo>
                  <a:pt x="186" y="1"/>
                  <a:pt x="0" y="172"/>
                  <a:pt x="0" y="385"/>
                </a:cubicBezTo>
                <a:cubicBezTo>
                  <a:pt x="0" y="596"/>
                  <a:pt x="184" y="767"/>
                  <a:pt x="412" y="767"/>
                </a:cubicBezTo>
                <a:cubicBezTo>
                  <a:pt x="639" y="767"/>
                  <a:pt x="823" y="596"/>
                  <a:pt x="823" y="385"/>
                </a:cubicBezTo>
                <a:cubicBezTo>
                  <a:pt x="823" y="172"/>
                  <a:pt x="638" y="1"/>
                  <a:pt x="412"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1440" bIns="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69" name="Google Shape;2072;p37">
            <a:extLst>
              <a:ext uri="{FF2B5EF4-FFF2-40B4-BE49-F238E27FC236}">
                <a16:creationId xmlns:a16="http://schemas.microsoft.com/office/drawing/2014/main" id="{50B67909-C3C2-4A78-8131-E0FFA5633F7C}"/>
              </a:ext>
            </a:extLst>
          </p:cNvPr>
          <p:cNvSpPr/>
          <p:nvPr/>
        </p:nvSpPr>
        <p:spPr>
          <a:xfrm>
            <a:off x="2232895" y="1874520"/>
            <a:ext cx="2880" cy="2520"/>
          </a:xfrm>
          <a:custGeom>
            <a:avLst/>
            <a:gdLst>
              <a:gd name="textAreaLeft" fmla="*/ 0 w 2880"/>
              <a:gd name="textAreaRight" fmla="*/ 3240 w 2880"/>
              <a:gd name="textAreaTop" fmla="*/ 0 h 2520"/>
              <a:gd name="textAreaBottom" fmla="*/ 2880 h 2520"/>
            </a:gdLst>
            <a:ahLst/>
            <a:cxnLst/>
            <a:rect l="textAreaLeft" t="textAreaTop" r="textAreaRight" b="textAreaBottom"/>
            <a:pathLst>
              <a:path w="823" h="767">
                <a:moveTo>
                  <a:pt x="411" y="0"/>
                </a:moveTo>
                <a:cubicBezTo>
                  <a:pt x="185" y="0"/>
                  <a:pt x="1" y="173"/>
                  <a:pt x="1" y="384"/>
                </a:cubicBezTo>
                <a:cubicBezTo>
                  <a:pt x="1" y="595"/>
                  <a:pt x="185" y="767"/>
                  <a:pt x="411" y="767"/>
                </a:cubicBezTo>
                <a:cubicBezTo>
                  <a:pt x="638" y="767"/>
                  <a:pt x="822" y="595"/>
                  <a:pt x="822" y="384"/>
                </a:cubicBezTo>
                <a:cubicBezTo>
                  <a:pt x="822" y="173"/>
                  <a:pt x="638" y="0"/>
                  <a:pt x="411" y="0"/>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1440" bIns="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70" name="Google Shape;2073;p37">
            <a:extLst>
              <a:ext uri="{FF2B5EF4-FFF2-40B4-BE49-F238E27FC236}">
                <a16:creationId xmlns:a16="http://schemas.microsoft.com/office/drawing/2014/main" id="{5D8647B0-C498-40C8-A033-99DE76B86317}"/>
              </a:ext>
            </a:extLst>
          </p:cNvPr>
          <p:cNvSpPr/>
          <p:nvPr/>
        </p:nvSpPr>
        <p:spPr>
          <a:xfrm>
            <a:off x="2248735" y="1854720"/>
            <a:ext cx="2880" cy="2520"/>
          </a:xfrm>
          <a:custGeom>
            <a:avLst/>
            <a:gdLst>
              <a:gd name="textAreaLeft" fmla="*/ 0 w 2880"/>
              <a:gd name="textAreaRight" fmla="*/ 3240 w 2880"/>
              <a:gd name="textAreaTop" fmla="*/ 0 h 2520"/>
              <a:gd name="textAreaBottom" fmla="*/ 2880 h 2520"/>
            </a:gdLst>
            <a:ahLst/>
            <a:cxnLst/>
            <a:rect l="textAreaLeft" t="textAreaTop" r="textAreaRight" b="textAreaBottom"/>
            <a:pathLst>
              <a:path w="822" h="768">
                <a:moveTo>
                  <a:pt x="412" y="1"/>
                </a:moveTo>
                <a:cubicBezTo>
                  <a:pt x="184" y="1"/>
                  <a:pt x="1" y="172"/>
                  <a:pt x="1" y="385"/>
                </a:cubicBezTo>
                <a:cubicBezTo>
                  <a:pt x="1" y="596"/>
                  <a:pt x="184" y="767"/>
                  <a:pt x="412" y="767"/>
                </a:cubicBezTo>
                <a:cubicBezTo>
                  <a:pt x="638" y="767"/>
                  <a:pt x="822" y="596"/>
                  <a:pt x="822" y="385"/>
                </a:cubicBezTo>
                <a:cubicBezTo>
                  <a:pt x="822" y="172"/>
                  <a:pt x="640" y="1"/>
                  <a:pt x="412"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40" bIns="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71" name="Google Shape;2074;p37">
            <a:extLst>
              <a:ext uri="{FF2B5EF4-FFF2-40B4-BE49-F238E27FC236}">
                <a16:creationId xmlns:a16="http://schemas.microsoft.com/office/drawing/2014/main" id="{8A9D840E-1420-4BE1-A30B-6C38A069D35E}"/>
              </a:ext>
            </a:extLst>
          </p:cNvPr>
          <p:cNvSpPr/>
          <p:nvPr/>
        </p:nvSpPr>
        <p:spPr>
          <a:xfrm>
            <a:off x="2248735" y="1874520"/>
            <a:ext cx="2880" cy="2520"/>
          </a:xfrm>
          <a:custGeom>
            <a:avLst/>
            <a:gdLst>
              <a:gd name="textAreaLeft" fmla="*/ 0 w 2880"/>
              <a:gd name="textAreaRight" fmla="*/ 3240 w 2880"/>
              <a:gd name="textAreaTop" fmla="*/ 0 h 2520"/>
              <a:gd name="textAreaBottom" fmla="*/ 2880 h 2520"/>
            </a:gdLst>
            <a:ahLst/>
            <a:cxnLst/>
            <a:rect l="textAreaLeft" t="textAreaTop" r="textAreaRight" b="textAreaBottom"/>
            <a:pathLst>
              <a:path w="822" h="767">
                <a:moveTo>
                  <a:pt x="412" y="0"/>
                </a:moveTo>
                <a:cubicBezTo>
                  <a:pt x="184" y="0"/>
                  <a:pt x="1" y="173"/>
                  <a:pt x="1" y="384"/>
                </a:cubicBezTo>
                <a:cubicBezTo>
                  <a:pt x="1" y="595"/>
                  <a:pt x="184" y="767"/>
                  <a:pt x="412" y="767"/>
                </a:cubicBezTo>
                <a:cubicBezTo>
                  <a:pt x="638" y="767"/>
                  <a:pt x="822" y="595"/>
                  <a:pt x="822" y="384"/>
                </a:cubicBezTo>
                <a:cubicBezTo>
                  <a:pt x="822" y="173"/>
                  <a:pt x="638" y="0"/>
                  <a:pt x="412" y="0"/>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1440" bIns="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72" name="Google Shape;2075;p37">
            <a:extLst>
              <a:ext uri="{FF2B5EF4-FFF2-40B4-BE49-F238E27FC236}">
                <a16:creationId xmlns:a16="http://schemas.microsoft.com/office/drawing/2014/main" id="{A93C5DEF-154B-4003-A0B5-625DF1D58840}"/>
              </a:ext>
            </a:extLst>
          </p:cNvPr>
          <p:cNvSpPr/>
          <p:nvPr/>
        </p:nvSpPr>
        <p:spPr>
          <a:xfrm>
            <a:off x="2264575" y="1854720"/>
            <a:ext cx="2880" cy="2520"/>
          </a:xfrm>
          <a:custGeom>
            <a:avLst/>
            <a:gdLst>
              <a:gd name="textAreaLeft" fmla="*/ 0 w 2880"/>
              <a:gd name="textAreaRight" fmla="*/ 3240 w 2880"/>
              <a:gd name="textAreaTop" fmla="*/ 0 h 2520"/>
              <a:gd name="textAreaBottom" fmla="*/ 2880 h 2520"/>
            </a:gdLst>
            <a:ahLst/>
            <a:cxnLst/>
            <a:rect l="textAreaLeft" t="textAreaTop" r="textAreaRight" b="textAreaBottom"/>
            <a:pathLst>
              <a:path w="823" h="768">
                <a:moveTo>
                  <a:pt x="412" y="1"/>
                </a:moveTo>
                <a:cubicBezTo>
                  <a:pt x="185" y="1"/>
                  <a:pt x="1" y="172"/>
                  <a:pt x="1" y="385"/>
                </a:cubicBezTo>
                <a:cubicBezTo>
                  <a:pt x="1" y="596"/>
                  <a:pt x="185" y="767"/>
                  <a:pt x="412" y="767"/>
                </a:cubicBezTo>
                <a:cubicBezTo>
                  <a:pt x="638" y="767"/>
                  <a:pt x="822" y="596"/>
                  <a:pt x="822" y="385"/>
                </a:cubicBezTo>
                <a:cubicBezTo>
                  <a:pt x="822" y="172"/>
                  <a:pt x="638" y="1"/>
                  <a:pt x="412"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1440" bIns="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73" name="Google Shape;2076;p37">
            <a:extLst>
              <a:ext uri="{FF2B5EF4-FFF2-40B4-BE49-F238E27FC236}">
                <a16:creationId xmlns:a16="http://schemas.microsoft.com/office/drawing/2014/main" id="{2DCA9A7C-B2ED-4222-855C-354D7016C39B}"/>
              </a:ext>
            </a:extLst>
          </p:cNvPr>
          <p:cNvSpPr/>
          <p:nvPr/>
        </p:nvSpPr>
        <p:spPr>
          <a:xfrm>
            <a:off x="2264575" y="1874520"/>
            <a:ext cx="2880" cy="2520"/>
          </a:xfrm>
          <a:custGeom>
            <a:avLst/>
            <a:gdLst>
              <a:gd name="textAreaLeft" fmla="*/ 0 w 2880"/>
              <a:gd name="textAreaRight" fmla="*/ 3240 w 2880"/>
              <a:gd name="textAreaTop" fmla="*/ 0 h 2520"/>
              <a:gd name="textAreaBottom" fmla="*/ 2880 h 2520"/>
            </a:gdLst>
            <a:ahLst/>
            <a:cxnLst/>
            <a:rect l="textAreaLeft" t="textAreaTop" r="textAreaRight" b="textAreaBottom"/>
            <a:pathLst>
              <a:path w="823" h="767">
                <a:moveTo>
                  <a:pt x="411" y="0"/>
                </a:moveTo>
                <a:cubicBezTo>
                  <a:pt x="185" y="0"/>
                  <a:pt x="1" y="173"/>
                  <a:pt x="1" y="384"/>
                </a:cubicBezTo>
                <a:cubicBezTo>
                  <a:pt x="1" y="595"/>
                  <a:pt x="185" y="767"/>
                  <a:pt x="411" y="767"/>
                </a:cubicBezTo>
                <a:cubicBezTo>
                  <a:pt x="638" y="767"/>
                  <a:pt x="822" y="595"/>
                  <a:pt x="822" y="384"/>
                </a:cubicBezTo>
                <a:cubicBezTo>
                  <a:pt x="822" y="173"/>
                  <a:pt x="638" y="0"/>
                  <a:pt x="411" y="0"/>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1440" bIns="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74" name="Google Shape;2077;p37">
            <a:extLst>
              <a:ext uri="{FF2B5EF4-FFF2-40B4-BE49-F238E27FC236}">
                <a16:creationId xmlns:a16="http://schemas.microsoft.com/office/drawing/2014/main" id="{328047CC-3208-4D84-87AA-9E19B6B1A301}"/>
              </a:ext>
            </a:extLst>
          </p:cNvPr>
          <p:cNvSpPr/>
          <p:nvPr/>
        </p:nvSpPr>
        <p:spPr>
          <a:xfrm>
            <a:off x="2280415" y="1854720"/>
            <a:ext cx="2880" cy="2520"/>
          </a:xfrm>
          <a:custGeom>
            <a:avLst/>
            <a:gdLst>
              <a:gd name="textAreaLeft" fmla="*/ 0 w 2880"/>
              <a:gd name="textAreaRight" fmla="*/ 3240 w 2880"/>
              <a:gd name="textAreaTop" fmla="*/ 0 h 2520"/>
              <a:gd name="textAreaBottom" fmla="*/ 2880 h 2520"/>
            </a:gdLst>
            <a:ahLst/>
            <a:cxnLst/>
            <a:rect l="textAreaLeft" t="textAreaTop" r="textAreaRight" b="textAreaBottom"/>
            <a:pathLst>
              <a:path w="821" h="768">
                <a:moveTo>
                  <a:pt x="411" y="1"/>
                </a:moveTo>
                <a:cubicBezTo>
                  <a:pt x="185" y="1"/>
                  <a:pt x="1" y="172"/>
                  <a:pt x="1" y="385"/>
                </a:cubicBezTo>
                <a:cubicBezTo>
                  <a:pt x="1" y="596"/>
                  <a:pt x="183" y="767"/>
                  <a:pt x="411" y="767"/>
                </a:cubicBezTo>
                <a:cubicBezTo>
                  <a:pt x="637" y="767"/>
                  <a:pt x="821" y="596"/>
                  <a:pt x="821" y="385"/>
                </a:cubicBezTo>
                <a:cubicBezTo>
                  <a:pt x="821" y="172"/>
                  <a:pt x="637" y="1"/>
                  <a:pt x="411"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1440" bIns="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75" name="Google Shape;2078;p37">
            <a:extLst>
              <a:ext uri="{FF2B5EF4-FFF2-40B4-BE49-F238E27FC236}">
                <a16:creationId xmlns:a16="http://schemas.microsoft.com/office/drawing/2014/main" id="{0FFA6C4D-E33D-4459-A07B-EBEA22856C98}"/>
              </a:ext>
            </a:extLst>
          </p:cNvPr>
          <p:cNvSpPr/>
          <p:nvPr/>
        </p:nvSpPr>
        <p:spPr>
          <a:xfrm>
            <a:off x="2280415" y="1874520"/>
            <a:ext cx="2880" cy="2520"/>
          </a:xfrm>
          <a:custGeom>
            <a:avLst/>
            <a:gdLst>
              <a:gd name="textAreaLeft" fmla="*/ 0 w 2880"/>
              <a:gd name="textAreaRight" fmla="*/ 3240 w 2880"/>
              <a:gd name="textAreaTop" fmla="*/ 0 h 2520"/>
              <a:gd name="textAreaBottom" fmla="*/ 2880 h 2520"/>
            </a:gdLst>
            <a:ahLst/>
            <a:cxnLst/>
            <a:rect l="textAreaLeft" t="textAreaTop" r="textAreaRight" b="textAreaBottom"/>
            <a:pathLst>
              <a:path w="821" h="766">
                <a:moveTo>
                  <a:pt x="411" y="1"/>
                </a:moveTo>
                <a:cubicBezTo>
                  <a:pt x="185" y="1"/>
                  <a:pt x="1" y="172"/>
                  <a:pt x="1" y="383"/>
                </a:cubicBezTo>
                <a:cubicBezTo>
                  <a:pt x="1" y="594"/>
                  <a:pt x="183" y="766"/>
                  <a:pt x="411" y="766"/>
                </a:cubicBezTo>
                <a:cubicBezTo>
                  <a:pt x="637" y="766"/>
                  <a:pt x="821" y="594"/>
                  <a:pt x="821" y="383"/>
                </a:cubicBezTo>
                <a:cubicBezTo>
                  <a:pt x="821" y="172"/>
                  <a:pt x="637" y="1"/>
                  <a:pt x="411"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1440" bIns="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76" name="Google Shape;2079;p37">
            <a:extLst>
              <a:ext uri="{FF2B5EF4-FFF2-40B4-BE49-F238E27FC236}">
                <a16:creationId xmlns:a16="http://schemas.microsoft.com/office/drawing/2014/main" id="{65BBAFC6-67E5-411F-B6A6-72409C6EADBF}"/>
              </a:ext>
            </a:extLst>
          </p:cNvPr>
          <p:cNvSpPr/>
          <p:nvPr/>
        </p:nvSpPr>
        <p:spPr>
          <a:xfrm>
            <a:off x="2295895" y="1854720"/>
            <a:ext cx="2880" cy="2520"/>
          </a:xfrm>
          <a:custGeom>
            <a:avLst/>
            <a:gdLst>
              <a:gd name="textAreaLeft" fmla="*/ 0 w 2880"/>
              <a:gd name="textAreaRight" fmla="*/ 3240 w 2880"/>
              <a:gd name="textAreaTop" fmla="*/ 0 h 2520"/>
              <a:gd name="textAreaBottom" fmla="*/ 2880 h 2520"/>
            </a:gdLst>
            <a:ahLst/>
            <a:cxnLst/>
            <a:rect l="textAreaLeft" t="textAreaTop" r="textAreaRight" b="textAreaBottom"/>
            <a:pathLst>
              <a:path w="821" h="768">
                <a:moveTo>
                  <a:pt x="411" y="1"/>
                </a:moveTo>
                <a:cubicBezTo>
                  <a:pt x="184" y="1"/>
                  <a:pt x="1" y="172"/>
                  <a:pt x="1" y="385"/>
                </a:cubicBezTo>
                <a:cubicBezTo>
                  <a:pt x="1" y="596"/>
                  <a:pt x="184" y="767"/>
                  <a:pt x="411" y="767"/>
                </a:cubicBezTo>
                <a:cubicBezTo>
                  <a:pt x="637" y="767"/>
                  <a:pt x="821" y="596"/>
                  <a:pt x="821" y="385"/>
                </a:cubicBezTo>
                <a:cubicBezTo>
                  <a:pt x="821" y="172"/>
                  <a:pt x="637" y="1"/>
                  <a:pt x="411"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1440" bIns="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77" name="Google Shape;2080;p37">
            <a:extLst>
              <a:ext uri="{FF2B5EF4-FFF2-40B4-BE49-F238E27FC236}">
                <a16:creationId xmlns:a16="http://schemas.microsoft.com/office/drawing/2014/main" id="{34C7D1B0-033D-4A23-A7A6-C3C617A5785F}"/>
              </a:ext>
            </a:extLst>
          </p:cNvPr>
          <p:cNvSpPr/>
          <p:nvPr/>
        </p:nvSpPr>
        <p:spPr>
          <a:xfrm>
            <a:off x="2295895" y="1874520"/>
            <a:ext cx="2880" cy="2520"/>
          </a:xfrm>
          <a:custGeom>
            <a:avLst/>
            <a:gdLst>
              <a:gd name="textAreaLeft" fmla="*/ 0 w 2880"/>
              <a:gd name="textAreaRight" fmla="*/ 3240 w 2880"/>
              <a:gd name="textAreaTop" fmla="*/ 0 h 2520"/>
              <a:gd name="textAreaBottom" fmla="*/ 2880 h 2520"/>
            </a:gdLst>
            <a:ahLst/>
            <a:cxnLst/>
            <a:rect l="textAreaLeft" t="textAreaTop" r="textAreaRight" b="textAreaBottom"/>
            <a:pathLst>
              <a:path w="822" h="767">
                <a:moveTo>
                  <a:pt x="412" y="0"/>
                </a:moveTo>
                <a:cubicBezTo>
                  <a:pt x="185" y="0"/>
                  <a:pt x="0" y="173"/>
                  <a:pt x="0" y="384"/>
                </a:cubicBezTo>
                <a:cubicBezTo>
                  <a:pt x="0" y="595"/>
                  <a:pt x="185" y="767"/>
                  <a:pt x="412" y="767"/>
                </a:cubicBezTo>
                <a:cubicBezTo>
                  <a:pt x="638" y="767"/>
                  <a:pt x="822" y="595"/>
                  <a:pt x="822" y="384"/>
                </a:cubicBezTo>
                <a:cubicBezTo>
                  <a:pt x="822" y="173"/>
                  <a:pt x="638" y="0"/>
                  <a:pt x="412" y="0"/>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1440" bIns="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78" name="Google Shape;2081;p37">
            <a:extLst>
              <a:ext uri="{FF2B5EF4-FFF2-40B4-BE49-F238E27FC236}">
                <a16:creationId xmlns:a16="http://schemas.microsoft.com/office/drawing/2014/main" id="{3D89FA28-DB38-4EE4-A229-45AC34B574CE}"/>
              </a:ext>
            </a:extLst>
          </p:cNvPr>
          <p:cNvSpPr/>
          <p:nvPr/>
        </p:nvSpPr>
        <p:spPr>
          <a:xfrm>
            <a:off x="2311375" y="1854720"/>
            <a:ext cx="2880" cy="2520"/>
          </a:xfrm>
          <a:custGeom>
            <a:avLst/>
            <a:gdLst>
              <a:gd name="textAreaLeft" fmla="*/ 0 w 2880"/>
              <a:gd name="textAreaRight" fmla="*/ 3240 w 2880"/>
              <a:gd name="textAreaTop" fmla="*/ 0 h 2520"/>
              <a:gd name="textAreaBottom" fmla="*/ 2880 h 2520"/>
            </a:gdLst>
            <a:ahLst/>
            <a:cxnLst/>
            <a:rect l="textAreaLeft" t="textAreaTop" r="textAreaRight" b="textAreaBottom"/>
            <a:pathLst>
              <a:path w="821" h="768">
                <a:moveTo>
                  <a:pt x="410" y="1"/>
                </a:moveTo>
                <a:cubicBezTo>
                  <a:pt x="184" y="1"/>
                  <a:pt x="0" y="172"/>
                  <a:pt x="0" y="385"/>
                </a:cubicBezTo>
                <a:cubicBezTo>
                  <a:pt x="0" y="596"/>
                  <a:pt x="184" y="767"/>
                  <a:pt x="410" y="767"/>
                </a:cubicBezTo>
                <a:cubicBezTo>
                  <a:pt x="637" y="767"/>
                  <a:pt x="820" y="596"/>
                  <a:pt x="820" y="385"/>
                </a:cubicBezTo>
                <a:cubicBezTo>
                  <a:pt x="820" y="172"/>
                  <a:pt x="638" y="1"/>
                  <a:pt x="410"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1440" bIns="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79" name="Google Shape;2082;p37">
            <a:extLst>
              <a:ext uri="{FF2B5EF4-FFF2-40B4-BE49-F238E27FC236}">
                <a16:creationId xmlns:a16="http://schemas.microsoft.com/office/drawing/2014/main" id="{E85A0523-AB50-4031-B746-BBA73B13C933}"/>
              </a:ext>
            </a:extLst>
          </p:cNvPr>
          <p:cNvSpPr/>
          <p:nvPr/>
        </p:nvSpPr>
        <p:spPr>
          <a:xfrm>
            <a:off x="2311375" y="1874520"/>
            <a:ext cx="2880" cy="2520"/>
          </a:xfrm>
          <a:custGeom>
            <a:avLst/>
            <a:gdLst>
              <a:gd name="textAreaLeft" fmla="*/ 0 w 2880"/>
              <a:gd name="textAreaRight" fmla="*/ 3240 w 2880"/>
              <a:gd name="textAreaTop" fmla="*/ 0 h 2520"/>
              <a:gd name="textAreaBottom" fmla="*/ 2880 h 2520"/>
            </a:gdLst>
            <a:ahLst/>
            <a:cxnLst/>
            <a:rect l="textAreaLeft" t="textAreaTop" r="textAreaRight" b="textAreaBottom"/>
            <a:pathLst>
              <a:path w="821" h="767">
                <a:moveTo>
                  <a:pt x="410" y="0"/>
                </a:moveTo>
                <a:cubicBezTo>
                  <a:pt x="184" y="0"/>
                  <a:pt x="0" y="173"/>
                  <a:pt x="0" y="384"/>
                </a:cubicBezTo>
                <a:cubicBezTo>
                  <a:pt x="0" y="595"/>
                  <a:pt x="184" y="767"/>
                  <a:pt x="410" y="767"/>
                </a:cubicBezTo>
                <a:cubicBezTo>
                  <a:pt x="637" y="767"/>
                  <a:pt x="820" y="595"/>
                  <a:pt x="820" y="384"/>
                </a:cubicBezTo>
                <a:cubicBezTo>
                  <a:pt x="820" y="173"/>
                  <a:pt x="637" y="0"/>
                  <a:pt x="410" y="0"/>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1440" bIns="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80" name="Google Shape;2083;p37">
            <a:extLst>
              <a:ext uri="{FF2B5EF4-FFF2-40B4-BE49-F238E27FC236}">
                <a16:creationId xmlns:a16="http://schemas.microsoft.com/office/drawing/2014/main" id="{35260110-D2DD-4250-9B14-6E7D8A7401AF}"/>
              </a:ext>
            </a:extLst>
          </p:cNvPr>
          <p:cNvSpPr/>
          <p:nvPr/>
        </p:nvSpPr>
        <p:spPr>
          <a:xfrm>
            <a:off x="2111575" y="1850040"/>
            <a:ext cx="28080" cy="16560"/>
          </a:xfrm>
          <a:custGeom>
            <a:avLst/>
            <a:gdLst>
              <a:gd name="textAreaLeft" fmla="*/ 0 w 28080"/>
              <a:gd name="textAreaRight" fmla="*/ 28440 w 28080"/>
              <a:gd name="textAreaTop" fmla="*/ 0 h 16560"/>
              <a:gd name="textAreaBottom" fmla="*/ 16920 h 16560"/>
            </a:gdLst>
            <a:ahLst/>
            <a:cxnLst/>
            <a:rect l="textAreaLeft" t="textAreaTop" r="textAreaRight" b="textAreaBottom"/>
            <a:pathLst>
              <a:path w="7493" h="4511">
                <a:moveTo>
                  <a:pt x="3272" y="0"/>
                </a:moveTo>
                <a:cubicBezTo>
                  <a:pt x="3223" y="0"/>
                  <a:pt x="3173" y="2"/>
                  <a:pt x="3124" y="7"/>
                </a:cubicBezTo>
                <a:cubicBezTo>
                  <a:pt x="2215" y="89"/>
                  <a:pt x="1468" y="932"/>
                  <a:pt x="1550" y="1781"/>
                </a:cubicBezTo>
                <a:cubicBezTo>
                  <a:pt x="1454" y="1737"/>
                  <a:pt x="1349" y="1716"/>
                  <a:pt x="1244" y="1716"/>
                </a:cubicBezTo>
                <a:cubicBezTo>
                  <a:pt x="960" y="1716"/>
                  <a:pt x="669" y="1865"/>
                  <a:pt x="512" y="2094"/>
                </a:cubicBezTo>
                <a:cubicBezTo>
                  <a:pt x="0" y="2834"/>
                  <a:pt x="753" y="3966"/>
                  <a:pt x="1522" y="4261"/>
                </a:cubicBezTo>
                <a:cubicBezTo>
                  <a:pt x="2019" y="4453"/>
                  <a:pt x="2662" y="4511"/>
                  <a:pt x="3314" y="4511"/>
                </a:cubicBezTo>
                <a:cubicBezTo>
                  <a:pt x="3996" y="4511"/>
                  <a:pt x="4688" y="4448"/>
                  <a:pt x="5234" y="4409"/>
                </a:cubicBezTo>
                <a:cubicBezTo>
                  <a:pt x="5695" y="4378"/>
                  <a:pt x="6173" y="4320"/>
                  <a:pt x="6561" y="4087"/>
                </a:cubicBezTo>
                <a:cubicBezTo>
                  <a:pt x="7052" y="3790"/>
                  <a:pt x="7322" y="3249"/>
                  <a:pt x="7415" y="2711"/>
                </a:cubicBezTo>
                <a:cubicBezTo>
                  <a:pt x="7492" y="2258"/>
                  <a:pt x="7458" y="1775"/>
                  <a:pt x="7228" y="1372"/>
                </a:cubicBezTo>
                <a:cubicBezTo>
                  <a:pt x="6997" y="968"/>
                  <a:pt x="6546" y="658"/>
                  <a:pt x="6055" y="654"/>
                </a:cubicBezTo>
                <a:cubicBezTo>
                  <a:pt x="6053" y="654"/>
                  <a:pt x="6052" y="654"/>
                  <a:pt x="6050" y="654"/>
                </a:cubicBezTo>
                <a:cubicBezTo>
                  <a:pt x="5561" y="654"/>
                  <a:pt x="5075" y="1009"/>
                  <a:pt x="5037" y="1464"/>
                </a:cubicBezTo>
                <a:cubicBezTo>
                  <a:pt x="4946" y="663"/>
                  <a:pt x="4129" y="0"/>
                  <a:pt x="3272"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81" name="Google Shape;2084;p37">
            <a:extLst>
              <a:ext uri="{FF2B5EF4-FFF2-40B4-BE49-F238E27FC236}">
                <a16:creationId xmlns:a16="http://schemas.microsoft.com/office/drawing/2014/main" id="{29B955CE-C3DB-49BC-849C-663CFDB72BC3}"/>
              </a:ext>
            </a:extLst>
          </p:cNvPr>
          <p:cNvSpPr/>
          <p:nvPr/>
        </p:nvSpPr>
        <p:spPr>
          <a:xfrm>
            <a:off x="2113375" y="1865520"/>
            <a:ext cx="25200" cy="5400"/>
          </a:xfrm>
          <a:custGeom>
            <a:avLst/>
            <a:gdLst>
              <a:gd name="textAreaLeft" fmla="*/ 0 w 25200"/>
              <a:gd name="textAreaRight" fmla="*/ 25560 w 25200"/>
              <a:gd name="textAreaTop" fmla="*/ 0 h 5400"/>
              <a:gd name="textAreaBottom" fmla="*/ 5760 h 5400"/>
            </a:gdLst>
            <a:ahLst/>
            <a:cxnLst/>
            <a:rect l="textAreaLeft" t="textAreaTop" r="textAreaRight" b="textAreaBottom"/>
            <a:pathLst>
              <a:path w="6745" h="1482">
                <a:moveTo>
                  <a:pt x="0" y="1"/>
                </a:moveTo>
                <a:lnTo>
                  <a:pt x="0" y="1481"/>
                </a:lnTo>
                <a:lnTo>
                  <a:pt x="6745" y="1481"/>
                </a:lnTo>
                <a:lnTo>
                  <a:pt x="6745" y="1"/>
                </a:lnTo>
                <a:close/>
              </a:path>
            </a:pathLst>
          </a:custGeom>
          <a:solidFill>
            <a:srgbClr val="F9BF3E"/>
          </a:solidFill>
          <a:ln w="0">
            <a:noFill/>
          </a:ln>
        </p:spPr>
        <p:style>
          <a:lnRef idx="0">
            <a:scrgbClr r="0" g="0" b="0"/>
          </a:lnRef>
          <a:fillRef idx="0">
            <a:scrgbClr r="0" g="0" b="0"/>
          </a:fillRef>
          <a:effectRef idx="0">
            <a:scrgbClr r="0" g="0" b="0"/>
          </a:effectRef>
          <a:fontRef idx="minor"/>
        </p:style>
        <p:txBody>
          <a:bodyPr tIns="2880" bIns="28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82" name="Google Shape;2085;p37">
            <a:extLst>
              <a:ext uri="{FF2B5EF4-FFF2-40B4-BE49-F238E27FC236}">
                <a16:creationId xmlns:a16="http://schemas.microsoft.com/office/drawing/2014/main" id="{DE701ECC-7397-4ED4-8E6D-BDB96DE4A7FD}"/>
              </a:ext>
            </a:extLst>
          </p:cNvPr>
          <p:cNvSpPr/>
          <p:nvPr/>
        </p:nvSpPr>
        <p:spPr>
          <a:xfrm>
            <a:off x="2194015" y="1850040"/>
            <a:ext cx="28080" cy="16560"/>
          </a:xfrm>
          <a:custGeom>
            <a:avLst/>
            <a:gdLst>
              <a:gd name="textAreaLeft" fmla="*/ 0 w 28080"/>
              <a:gd name="textAreaRight" fmla="*/ 28440 w 28080"/>
              <a:gd name="textAreaTop" fmla="*/ 0 h 16560"/>
              <a:gd name="textAreaBottom" fmla="*/ 16920 h 16560"/>
            </a:gdLst>
            <a:ahLst/>
            <a:cxnLst/>
            <a:rect l="textAreaLeft" t="textAreaTop" r="textAreaRight" b="textAreaBottom"/>
            <a:pathLst>
              <a:path w="7493" h="4511">
                <a:moveTo>
                  <a:pt x="3272" y="0"/>
                </a:moveTo>
                <a:cubicBezTo>
                  <a:pt x="3223" y="0"/>
                  <a:pt x="3173" y="2"/>
                  <a:pt x="3124" y="7"/>
                </a:cubicBezTo>
                <a:cubicBezTo>
                  <a:pt x="2215" y="89"/>
                  <a:pt x="1466" y="932"/>
                  <a:pt x="1550" y="1781"/>
                </a:cubicBezTo>
                <a:cubicBezTo>
                  <a:pt x="1454" y="1737"/>
                  <a:pt x="1349" y="1716"/>
                  <a:pt x="1244" y="1716"/>
                </a:cubicBezTo>
                <a:cubicBezTo>
                  <a:pt x="959" y="1716"/>
                  <a:pt x="668" y="1865"/>
                  <a:pt x="511" y="2094"/>
                </a:cubicBezTo>
                <a:cubicBezTo>
                  <a:pt x="1" y="2834"/>
                  <a:pt x="753" y="3966"/>
                  <a:pt x="1522" y="4261"/>
                </a:cubicBezTo>
                <a:cubicBezTo>
                  <a:pt x="2019" y="4453"/>
                  <a:pt x="2662" y="4511"/>
                  <a:pt x="3314" y="4511"/>
                </a:cubicBezTo>
                <a:cubicBezTo>
                  <a:pt x="3996" y="4511"/>
                  <a:pt x="4688" y="4448"/>
                  <a:pt x="5234" y="4409"/>
                </a:cubicBezTo>
                <a:cubicBezTo>
                  <a:pt x="5695" y="4378"/>
                  <a:pt x="6173" y="4320"/>
                  <a:pt x="6561" y="4087"/>
                </a:cubicBezTo>
                <a:cubicBezTo>
                  <a:pt x="7052" y="3790"/>
                  <a:pt x="7322" y="3249"/>
                  <a:pt x="7414" y="2711"/>
                </a:cubicBezTo>
                <a:cubicBezTo>
                  <a:pt x="7492" y="2258"/>
                  <a:pt x="7458" y="1775"/>
                  <a:pt x="7228" y="1372"/>
                </a:cubicBezTo>
                <a:cubicBezTo>
                  <a:pt x="6997" y="968"/>
                  <a:pt x="6545" y="658"/>
                  <a:pt x="6054" y="654"/>
                </a:cubicBezTo>
                <a:cubicBezTo>
                  <a:pt x="6052" y="654"/>
                  <a:pt x="6050" y="654"/>
                  <a:pt x="6048" y="654"/>
                </a:cubicBezTo>
                <a:cubicBezTo>
                  <a:pt x="5559" y="654"/>
                  <a:pt x="5074" y="1009"/>
                  <a:pt x="5035" y="1464"/>
                </a:cubicBezTo>
                <a:cubicBezTo>
                  <a:pt x="4947" y="663"/>
                  <a:pt x="4129" y="0"/>
                  <a:pt x="3272"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83" name="Google Shape;2086;p37">
            <a:extLst>
              <a:ext uri="{FF2B5EF4-FFF2-40B4-BE49-F238E27FC236}">
                <a16:creationId xmlns:a16="http://schemas.microsoft.com/office/drawing/2014/main" id="{BA2A5397-749E-409E-B402-506CEB8E079F}"/>
              </a:ext>
            </a:extLst>
          </p:cNvPr>
          <p:cNvSpPr/>
          <p:nvPr/>
        </p:nvSpPr>
        <p:spPr>
          <a:xfrm>
            <a:off x="2195815" y="1865520"/>
            <a:ext cx="25200" cy="5400"/>
          </a:xfrm>
          <a:custGeom>
            <a:avLst/>
            <a:gdLst>
              <a:gd name="textAreaLeft" fmla="*/ 0 w 25200"/>
              <a:gd name="textAreaRight" fmla="*/ 25560 w 25200"/>
              <a:gd name="textAreaTop" fmla="*/ 0 h 5400"/>
              <a:gd name="textAreaBottom" fmla="*/ 5760 h 5400"/>
            </a:gdLst>
            <a:ahLst/>
            <a:cxnLst/>
            <a:rect l="textAreaLeft" t="textAreaTop" r="textAreaRight" b="textAreaBottom"/>
            <a:pathLst>
              <a:path w="6744" h="1482">
                <a:moveTo>
                  <a:pt x="0" y="1"/>
                </a:moveTo>
                <a:lnTo>
                  <a:pt x="0" y="1481"/>
                </a:lnTo>
                <a:lnTo>
                  <a:pt x="6743" y="1481"/>
                </a:lnTo>
                <a:lnTo>
                  <a:pt x="6743" y="1"/>
                </a:lnTo>
                <a:close/>
              </a:path>
            </a:pathLst>
          </a:custGeom>
          <a:solidFill>
            <a:srgbClr val="F9BF3E"/>
          </a:solidFill>
          <a:ln w="0">
            <a:noFill/>
          </a:ln>
        </p:spPr>
        <p:style>
          <a:lnRef idx="0">
            <a:scrgbClr r="0" g="0" b="0"/>
          </a:lnRef>
          <a:fillRef idx="0">
            <a:scrgbClr r="0" g="0" b="0"/>
          </a:fillRef>
          <a:effectRef idx="0">
            <a:scrgbClr r="0" g="0" b="0"/>
          </a:effectRef>
          <a:fontRef idx="minor"/>
        </p:style>
        <p:txBody>
          <a:bodyPr tIns="2880" bIns="28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84" name="Google Shape;2087;p37">
            <a:extLst>
              <a:ext uri="{FF2B5EF4-FFF2-40B4-BE49-F238E27FC236}">
                <a16:creationId xmlns:a16="http://schemas.microsoft.com/office/drawing/2014/main" id="{7D4A1685-6B88-4BC6-95F2-102BAB868CF5}"/>
              </a:ext>
            </a:extLst>
          </p:cNvPr>
          <p:cNvSpPr/>
          <p:nvPr/>
        </p:nvSpPr>
        <p:spPr>
          <a:xfrm>
            <a:off x="1829335" y="1702440"/>
            <a:ext cx="55440" cy="40320"/>
          </a:xfrm>
          <a:custGeom>
            <a:avLst/>
            <a:gdLst>
              <a:gd name="textAreaLeft" fmla="*/ 0 w 55440"/>
              <a:gd name="textAreaRight" fmla="*/ 55800 w 55440"/>
              <a:gd name="textAreaTop" fmla="*/ 0 h 40320"/>
              <a:gd name="textAreaBottom" fmla="*/ 40680 h 40320"/>
            </a:gdLst>
            <a:ahLst/>
            <a:cxnLst/>
            <a:rect l="textAreaLeft" t="textAreaTop" r="textAreaRight" b="textAreaBottom"/>
            <a:pathLst>
              <a:path w="14753" h="10745">
                <a:moveTo>
                  <a:pt x="6702" y="0"/>
                </a:moveTo>
                <a:cubicBezTo>
                  <a:pt x="6591" y="0"/>
                  <a:pt x="6481" y="6"/>
                  <a:pt x="6370" y="18"/>
                </a:cubicBezTo>
                <a:cubicBezTo>
                  <a:pt x="5745" y="91"/>
                  <a:pt x="5158" y="361"/>
                  <a:pt x="4696" y="789"/>
                </a:cubicBezTo>
                <a:cubicBezTo>
                  <a:pt x="4382" y="1078"/>
                  <a:pt x="4136" y="1436"/>
                  <a:pt x="3996" y="1839"/>
                </a:cubicBezTo>
                <a:cubicBezTo>
                  <a:pt x="3802" y="1724"/>
                  <a:pt x="3591" y="1672"/>
                  <a:pt x="3377" y="1672"/>
                </a:cubicBezTo>
                <a:cubicBezTo>
                  <a:pt x="2709" y="1672"/>
                  <a:pt x="2014" y="2174"/>
                  <a:pt x="1751" y="2817"/>
                </a:cubicBezTo>
                <a:cubicBezTo>
                  <a:pt x="1404" y="3667"/>
                  <a:pt x="1599" y="4628"/>
                  <a:pt x="1840" y="5511"/>
                </a:cubicBezTo>
                <a:cubicBezTo>
                  <a:pt x="1012" y="5578"/>
                  <a:pt x="317" y="6282"/>
                  <a:pt x="159" y="7082"/>
                </a:cubicBezTo>
                <a:cubicBezTo>
                  <a:pt x="0" y="7883"/>
                  <a:pt x="322" y="8731"/>
                  <a:pt x="887" y="9328"/>
                </a:cubicBezTo>
                <a:cubicBezTo>
                  <a:pt x="1870" y="10365"/>
                  <a:pt x="3237" y="10573"/>
                  <a:pt x="4602" y="10647"/>
                </a:cubicBezTo>
                <a:cubicBezTo>
                  <a:pt x="5396" y="10691"/>
                  <a:pt x="6194" y="10715"/>
                  <a:pt x="6989" y="10726"/>
                </a:cubicBezTo>
                <a:cubicBezTo>
                  <a:pt x="7240" y="10731"/>
                  <a:pt x="7489" y="10734"/>
                  <a:pt x="7739" y="10734"/>
                </a:cubicBezTo>
                <a:cubicBezTo>
                  <a:pt x="8261" y="10741"/>
                  <a:pt x="8784" y="10742"/>
                  <a:pt x="9305" y="10745"/>
                </a:cubicBezTo>
                <a:cubicBezTo>
                  <a:pt x="9380" y="10745"/>
                  <a:pt x="9455" y="10745"/>
                  <a:pt x="9531" y="10745"/>
                </a:cubicBezTo>
                <a:cubicBezTo>
                  <a:pt x="10277" y="10745"/>
                  <a:pt x="11026" y="10733"/>
                  <a:pt x="11756" y="10586"/>
                </a:cubicBezTo>
                <a:cubicBezTo>
                  <a:pt x="12560" y="10424"/>
                  <a:pt x="13348" y="10084"/>
                  <a:pt x="13906" y="9494"/>
                </a:cubicBezTo>
                <a:cubicBezTo>
                  <a:pt x="13918" y="9482"/>
                  <a:pt x="13929" y="9470"/>
                  <a:pt x="13940" y="9456"/>
                </a:cubicBezTo>
                <a:cubicBezTo>
                  <a:pt x="14475" y="8869"/>
                  <a:pt x="14752" y="8026"/>
                  <a:pt x="14526" y="7272"/>
                </a:cubicBezTo>
                <a:cubicBezTo>
                  <a:pt x="14317" y="6568"/>
                  <a:pt x="13619" y="6006"/>
                  <a:pt x="12884" y="6006"/>
                </a:cubicBezTo>
                <a:cubicBezTo>
                  <a:pt x="12812" y="6006"/>
                  <a:pt x="12740" y="6012"/>
                  <a:pt x="12668" y="6023"/>
                </a:cubicBezTo>
                <a:cubicBezTo>
                  <a:pt x="12970" y="5363"/>
                  <a:pt x="12757" y="4513"/>
                  <a:pt x="12178" y="4063"/>
                </a:cubicBezTo>
                <a:cubicBezTo>
                  <a:pt x="11885" y="3835"/>
                  <a:pt x="11511" y="3720"/>
                  <a:pt x="11137" y="3720"/>
                </a:cubicBezTo>
                <a:cubicBezTo>
                  <a:pt x="10773" y="3720"/>
                  <a:pt x="10410" y="3828"/>
                  <a:pt x="10120" y="4044"/>
                </a:cubicBezTo>
                <a:cubicBezTo>
                  <a:pt x="10216" y="3009"/>
                  <a:pt x="9904" y="1927"/>
                  <a:pt x="9207" y="1143"/>
                </a:cubicBezTo>
                <a:cubicBezTo>
                  <a:pt x="8584" y="442"/>
                  <a:pt x="7648" y="0"/>
                  <a:pt x="6702"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0160" bIns="201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85" name="Google Shape;2088;p37">
            <a:extLst>
              <a:ext uri="{FF2B5EF4-FFF2-40B4-BE49-F238E27FC236}">
                <a16:creationId xmlns:a16="http://schemas.microsoft.com/office/drawing/2014/main" id="{2A1092DA-4EFD-4CD3-BC25-9EF06F590DA7}"/>
              </a:ext>
            </a:extLst>
          </p:cNvPr>
          <p:cNvSpPr/>
          <p:nvPr/>
        </p:nvSpPr>
        <p:spPr>
          <a:xfrm>
            <a:off x="1847335" y="1702440"/>
            <a:ext cx="37800" cy="35280"/>
          </a:xfrm>
          <a:custGeom>
            <a:avLst/>
            <a:gdLst>
              <a:gd name="textAreaLeft" fmla="*/ 0 w 37800"/>
              <a:gd name="textAreaRight" fmla="*/ 38160 w 37800"/>
              <a:gd name="textAreaTop" fmla="*/ 0 h 35280"/>
              <a:gd name="textAreaBottom" fmla="*/ 35640 h 35280"/>
            </a:gdLst>
            <a:ahLst/>
            <a:cxnLst/>
            <a:rect l="textAreaLeft" t="textAreaTop" r="textAreaRight" b="textAreaBottom"/>
            <a:pathLst>
              <a:path w="10056" h="9456">
                <a:moveTo>
                  <a:pt x="2004" y="0"/>
                </a:moveTo>
                <a:cubicBezTo>
                  <a:pt x="1894" y="0"/>
                  <a:pt x="1784" y="6"/>
                  <a:pt x="1675" y="18"/>
                </a:cubicBezTo>
                <a:cubicBezTo>
                  <a:pt x="1050" y="91"/>
                  <a:pt x="463" y="361"/>
                  <a:pt x="1" y="790"/>
                </a:cubicBezTo>
                <a:cubicBezTo>
                  <a:pt x="312" y="781"/>
                  <a:pt x="671" y="733"/>
                  <a:pt x="949" y="733"/>
                </a:cubicBezTo>
                <a:cubicBezTo>
                  <a:pt x="1038" y="733"/>
                  <a:pt x="1120" y="738"/>
                  <a:pt x="1188" y="751"/>
                </a:cubicBezTo>
                <a:cubicBezTo>
                  <a:pt x="1802" y="863"/>
                  <a:pt x="2392" y="1110"/>
                  <a:pt x="2888" y="1484"/>
                </a:cubicBezTo>
                <a:cubicBezTo>
                  <a:pt x="4087" y="2384"/>
                  <a:pt x="4700" y="3976"/>
                  <a:pt x="4406" y="5428"/>
                </a:cubicBezTo>
                <a:cubicBezTo>
                  <a:pt x="4594" y="5372"/>
                  <a:pt x="4789" y="5345"/>
                  <a:pt x="4984" y="5345"/>
                </a:cubicBezTo>
                <a:cubicBezTo>
                  <a:pt x="5522" y="5345"/>
                  <a:pt x="6061" y="5549"/>
                  <a:pt x="6446" y="5918"/>
                </a:cubicBezTo>
                <a:cubicBezTo>
                  <a:pt x="6971" y="6422"/>
                  <a:pt x="7188" y="7213"/>
                  <a:pt x="6991" y="7907"/>
                </a:cubicBezTo>
                <a:cubicBezTo>
                  <a:pt x="7133" y="7850"/>
                  <a:pt x="7279" y="7825"/>
                  <a:pt x="7424" y="7825"/>
                </a:cubicBezTo>
                <a:cubicBezTo>
                  <a:pt x="8084" y="7825"/>
                  <a:pt x="8736" y="8357"/>
                  <a:pt x="9047" y="8970"/>
                </a:cubicBezTo>
                <a:cubicBezTo>
                  <a:pt x="9127" y="9125"/>
                  <a:pt x="9193" y="9289"/>
                  <a:pt x="9243" y="9456"/>
                </a:cubicBezTo>
                <a:cubicBezTo>
                  <a:pt x="9778" y="8869"/>
                  <a:pt x="10055" y="8026"/>
                  <a:pt x="9830" y="7272"/>
                </a:cubicBezTo>
                <a:cubicBezTo>
                  <a:pt x="9621" y="6569"/>
                  <a:pt x="8925" y="6007"/>
                  <a:pt x="8190" y="6007"/>
                </a:cubicBezTo>
                <a:cubicBezTo>
                  <a:pt x="8118" y="6007"/>
                  <a:pt x="8045" y="6013"/>
                  <a:pt x="7972" y="6024"/>
                </a:cubicBezTo>
                <a:cubicBezTo>
                  <a:pt x="8274" y="5363"/>
                  <a:pt x="8061" y="4514"/>
                  <a:pt x="7483" y="4065"/>
                </a:cubicBezTo>
                <a:cubicBezTo>
                  <a:pt x="7189" y="3836"/>
                  <a:pt x="6815" y="3722"/>
                  <a:pt x="6440" y="3722"/>
                </a:cubicBezTo>
                <a:cubicBezTo>
                  <a:pt x="6077" y="3722"/>
                  <a:pt x="5714" y="3829"/>
                  <a:pt x="5425" y="4045"/>
                </a:cubicBezTo>
                <a:cubicBezTo>
                  <a:pt x="5521" y="3009"/>
                  <a:pt x="5207" y="1927"/>
                  <a:pt x="4512" y="1144"/>
                </a:cubicBezTo>
                <a:cubicBezTo>
                  <a:pt x="3887" y="441"/>
                  <a:pt x="2950" y="0"/>
                  <a:pt x="200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7640" bIns="176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86" name="Google Shape;2089;p37">
            <a:extLst>
              <a:ext uri="{FF2B5EF4-FFF2-40B4-BE49-F238E27FC236}">
                <a16:creationId xmlns:a16="http://schemas.microsoft.com/office/drawing/2014/main" id="{CBA515A6-0E38-445F-8B9C-C3696EBE84B7}"/>
              </a:ext>
            </a:extLst>
          </p:cNvPr>
          <p:cNvSpPr/>
          <p:nvPr/>
        </p:nvSpPr>
        <p:spPr>
          <a:xfrm>
            <a:off x="1837615" y="1715400"/>
            <a:ext cx="30240" cy="27720"/>
          </a:xfrm>
          <a:custGeom>
            <a:avLst/>
            <a:gdLst>
              <a:gd name="textAreaLeft" fmla="*/ 0 w 30240"/>
              <a:gd name="textAreaRight" fmla="*/ 30600 w 30240"/>
              <a:gd name="textAreaTop" fmla="*/ 0 h 27720"/>
              <a:gd name="textAreaBottom" fmla="*/ 28080 h 27720"/>
            </a:gdLst>
            <a:ahLst/>
            <a:cxnLst/>
            <a:rect l="textAreaLeft" t="textAreaTop" r="textAreaRight" b="textAreaBottom"/>
            <a:pathLst>
              <a:path w="8071" h="7382">
                <a:moveTo>
                  <a:pt x="4624" y="1"/>
                </a:moveTo>
                <a:cubicBezTo>
                  <a:pt x="4533" y="1"/>
                  <a:pt x="4437" y="75"/>
                  <a:pt x="4431" y="174"/>
                </a:cubicBezTo>
                <a:cubicBezTo>
                  <a:pt x="4374" y="1040"/>
                  <a:pt x="4613" y="1956"/>
                  <a:pt x="4703" y="2819"/>
                </a:cubicBezTo>
                <a:cubicBezTo>
                  <a:pt x="4795" y="3707"/>
                  <a:pt x="4846" y="4597"/>
                  <a:pt x="4869" y="5488"/>
                </a:cubicBezTo>
                <a:cubicBezTo>
                  <a:pt x="4871" y="5550"/>
                  <a:pt x="4871" y="5612"/>
                  <a:pt x="4872" y="5673"/>
                </a:cubicBezTo>
                <a:cubicBezTo>
                  <a:pt x="4671" y="5458"/>
                  <a:pt x="4461" y="5250"/>
                  <a:pt x="4274" y="5023"/>
                </a:cubicBezTo>
                <a:cubicBezTo>
                  <a:pt x="3890" y="4557"/>
                  <a:pt x="3541" y="4065"/>
                  <a:pt x="3228" y="3549"/>
                </a:cubicBezTo>
                <a:cubicBezTo>
                  <a:pt x="2645" y="2586"/>
                  <a:pt x="2234" y="1564"/>
                  <a:pt x="1773" y="543"/>
                </a:cubicBezTo>
                <a:cubicBezTo>
                  <a:pt x="1751" y="494"/>
                  <a:pt x="1703" y="472"/>
                  <a:pt x="1653" y="472"/>
                </a:cubicBezTo>
                <a:cubicBezTo>
                  <a:pt x="1571" y="472"/>
                  <a:pt x="1483" y="530"/>
                  <a:pt x="1495" y="618"/>
                </a:cubicBezTo>
                <a:cubicBezTo>
                  <a:pt x="1639" y="1752"/>
                  <a:pt x="2118" y="2868"/>
                  <a:pt x="2702" y="3851"/>
                </a:cubicBezTo>
                <a:cubicBezTo>
                  <a:pt x="3186" y="4667"/>
                  <a:pt x="3803" y="5632"/>
                  <a:pt x="4558" y="6286"/>
                </a:cubicBezTo>
                <a:cubicBezTo>
                  <a:pt x="3816" y="6218"/>
                  <a:pt x="3062" y="6012"/>
                  <a:pt x="2385" y="5771"/>
                </a:cubicBezTo>
                <a:cubicBezTo>
                  <a:pt x="1562" y="5476"/>
                  <a:pt x="947" y="4934"/>
                  <a:pt x="217" y="4489"/>
                </a:cubicBezTo>
                <a:cubicBezTo>
                  <a:pt x="195" y="4475"/>
                  <a:pt x="172" y="4469"/>
                  <a:pt x="150" y="4469"/>
                </a:cubicBezTo>
                <a:cubicBezTo>
                  <a:pt x="69" y="4469"/>
                  <a:pt x="0" y="4552"/>
                  <a:pt x="20" y="4637"/>
                </a:cubicBezTo>
                <a:cubicBezTo>
                  <a:pt x="221" y="5544"/>
                  <a:pt x="1158" y="6094"/>
                  <a:pt x="1969" y="6430"/>
                </a:cubicBezTo>
                <a:cubicBezTo>
                  <a:pt x="2778" y="6763"/>
                  <a:pt x="3780" y="7067"/>
                  <a:pt x="4711" y="7067"/>
                </a:cubicBezTo>
                <a:cubicBezTo>
                  <a:pt x="4766" y="7067"/>
                  <a:pt x="4820" y="7066"/>
                  <a:pt x="4873" y="7064"/>
                </a:cubicBezTo>
                <a:lnTo>
                  <a:pt x="4873" y="7064"/>
                </a:lnTo>
                <a:cubicBezTo>
                  <a:pt x="4871" y="7168"/>
                  <a:pt x="4868" y="7271"/>
                  <a:pt x="4865" y="7374"/>
                </a:cubicBezTo>
                <a:cubicBezTo>
                  <a:pt x="5115" y="7379"/>
                  <a:pt x="5366" y="7382"/>
                  <a:pt x="5615" y="7382"/>
                </a:cubicBezTo>
                <a:cubicBezTo>
                  <a:pt x="5617" y="7256"/>
                  <a:pt x="5617" y="7128"/>
                  <a:pt x="5615" y="7002"/>
                </a:cubicBezTo>
                <a:cubicBezTo>
                  <a:pt x="6208" y="6576"/>
                  <a:pt x="6734" y="6065"/>
                  <a:pt x="7181" y="5490"/>
                </a:cubicBezTo>
                <a:cubicBezTo>
                  <a:pt x="7570" y="4989"/>
                  <a:pt x="8071" y="4295"/>
                  <a:pt x="8052" y="3637"/>
                </a:cubicBezTo>
                <a:cubicBezTo>
                  <a:pt x="8048" y="3547"/>
                  <a:pt x="7978" y="3495"/>
                  <a:pt x="7902" y="3495"/>
                </a:cubicBezTo>
                <a:cubicBezTo>
                  <a:pt x="7866" y="3495"/>
                  <a:pt x="7827" y="3507"/>
                  <a:pt x="7795" y="3534"/>
                </a:cubicBezTo>
                <a:cubicBezTo>
                  <a:pt x="7303" y="3942"/>
                  <a:pt x="7004" y="4624"/>
                  <a:pt x="6598" y="5117"/>
                </a:cubicBezTo>
                <a:cubicBezTo>
                  <a:pt x="6298" y="5481"/>
                  <a:pt x="5958" y="5806"/>
                  <a:pt x="5597" y="6111"/>
                </a:cubicBezTo>
                <a:cubicBezTo>
                  <a:pt x="5591" y="5863"/>
                  <a:pt x="5582" y="5616"/>
                  <a:pt x="5571" y="5373"/>
                </a:cubicBezTo>
                <a:cubicBezTo>
                  <a:pt x="5534" y="4442"/>
                  <a:pt x="5447" y="3512"/>
                  <a:pt x="5322" y="2588"/>
                </a:cubicBezTo>
                <a:cubicBezTo>
                  <a:pt x="5212" y="1767"/>
                  <a:pt x="5128" y="839"/>
                  <a:pt x="4760" y="87"/>
                </a:cubicBezTo>
                <a:cubicBezTo>
                  <a:pt x="4729" y="26"/>
                  <a:pt x="4678" y="1"/>
                  <a:pt x="4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4040" bIns="140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87" name="Google Shape;2090;p37">
            <a:extLst>
              <a:ext uri="{FF2B5EF4-FFF2-40B4-BE49-F238E27FC236}">
                <a16:creationId xmlns:a16="http://schemas.microsoft.com/office/drawing/2014/main" id="{CD21325D-9C14-423A-AFAF-D20E5B9D45CF}"/>
              </a:ext>
            </a:extLst>
          </p:cNvPr>
          <p:cNvSpPr/>
          <p:nvPr/>
        </p:nvSpPr>
        <p:spPr>
          <a:xfrm>
            <a:off x="1573735" y="1816200"/>
            <a:ext cx="889560" cy="351360"/>
          </a:xfrm>
          <a:custGeom>
            <a:avLst/>
            <a:gdLst>
              <a:gd name="textAreaLeft" fmla="*/ 0 w 889560"/>
              <a:gd name="textAreaRight" fmla="*/ 889920 w 889560"/>
              <a:gd name="textAreaTop" fmla="*/ 0 h 351360"/>
              <a:gd name="textAreaBottom" fmla="*/ 351720 h 351360"/>
            </a:gdLst>
            <a:ahLst/>
            <a:cxnLst/>
            <a:rect l="textAreaLeft" t="textAreaTop" r="textAreaRight" b="textAreaBottom"/>
            <a:pathLst>
              <a:path w="225470" h="92866">
                <a:moveTo>
                  <a:pt x="29732" y="1"/>
                </a:moveTo>
                <a:cubicBezTo>
                  <a:pt x="19417" y="1"/>
                  <a:pt x="9078" y="1049"/>
                  <a:pt x="0" y="3964"/>
                </a:cubicBezTo>
                <a:cubicBezTo>
                  <a:pt x="432" y="6388"/>
                  <a:pt x="950" y="8782"/>
                  <a:pt x="1556" y="11146"/>
                </a:cubicBezTo>
                <a:cubicBezTo>
                  <a:pt x="1687" y="11654"/>
                  <a:pt x="1821" y="12162"/>
                  <a:pt x="1959" y="12668"/>
                </a:cubicBezTo>
                <a:cubicBezTo>
                  <a:pt x="6268" y="28488"/>
                  <a:pt x="14371" y="42897"/>
                  <a:pt x="25314" y="54997"/>
                </a:cubicBezTo>
                <a:cubicBezTo>
                  <a:pt x="46250" y="78153"/>
                  <a:pt x="77587" y="92866"/>
                  <a:pt x="112603" y="92866"/>
                </a:cubicBezTo>
                <a:cubicBezTo>
                  <a:pt x="156940" y="92866"/>
                  <a:pt x="195375" y="69281"/>
                  <a:pt x="214277" y="34826"/>
                </a:cubicBezTo>
                <a:cubicBezTo>
                  <a:pt x="218099" y="27864"/>
                  <a:pt x="221123" y="20456"/>
                  <a:pt x="223233" y="12707"/>
                </a:cubicBezTo>
                <a:cubicBezTo>
                  <a:pt x="224160" y="9317"/>
                  <a:pt x="224907" y="5881"/>
                  <a:pt x="225470" y="2410"/>
                </a:cubicBezTo>
                <a:lnTo>
                  <a:pt x="225470" y="2410"/>
                </a:lnTo>
                <a:cubicBezTo>
                  <a:pt x="203640" y="11131"/>
                  <a:pt x="180501" y="16911"/>
                  <a:pt x="156896" y="17236"/>
                </a:cubicBezTo>
                <a:cubicBezTo>
                  <a:pt x="156208" y="17247"/>
                  <a:pt x="155519" y="17252"/>
                  <a:pt x="154829" y="17252"/>
                </a:cubicBezTo>
                <a:cubicBezTo>
                  <a:pt x="154515" y="17252"/>
                  <a:pt x="154202" y="17251"/>
                  <a:pt x="153888" y="17249"/>
                </a:cubicBezTo>
                <a:cubicBezTo>
                  <a:pt x="151726" y="17235"/>
                  <a:pt x="149568" y="17177"/>
                  <a:pt x="147416" y="17074"/>
                </a:cubicBezTo>
                <a:cubicBezTo>
                  <a:pt x="119351" y="15771"/>
                  <a:pt x="92062" y="7474"/>
                  <a:pt x="64263" y="3071"/>
                </a:cubicBezTo>
                <a:cubicBezTo>
                  <a:pt x="54229" y="1483"/>
                  <a:pt x="41998" y="1"/>
                  <a:pt x="2973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88" name="Google Shape;2091;p37">
            <a:extLst>
              <a:ext uri="{FF2B5EF4-FFF2-40B4-BE49-F238E27FC236}">
                <a16:creationId xmlns:a16="http://schemas.microsoft.com/office/drawing/2014/main" id="{2D0795AF-D4BD-40F6-922D-06A31198457F}"/>
              </a:ext>
            </a:extLst>
          </p:cNvPr>
          <p:cNvSpPr/>
          <p:nvPr/>
        </p:nvSpPr>
        <p:spPr>
          <a:xfrm>
            <a:off x="1570855" y="1798200"/>
            <a:ext cx="896040" cy="139680"/>
          </a:xfrm>
          <a:custGeom>
            <a:avLst/>
            <a:gdLst>
              <a:gd name="textAreaLeft" fmla="*/ 0 w 896040"/>
              <a:gd name="textAreaRight" fmla="*/ 896400 w 896040"/>
              <a:gd name="textAreaTop" fmla="*/ 0 h 139680"/>
              <a:gd name="textAreaBottom" fmla="*/ 140040 h 139680"/>
            </a:gdLst>
            <a:ahLst/>
            <a:cxnLst/>
            <a:rect l="textAreaLeft" t="textAreaTop" r="textAreaRight" b="textAreaBottom"/>
            <a:pathLst>
              <a:path w="225470" h="30867">
                <a:moveTo>
                  <a:pt x="29732" y="1"/>
                </a:moveTo>
                <a:cubicBezTo>
                  <a:pt x="19417" y="1"/>
                  <a:pt x="9078" y="1049"/>
                  <a:pt x="0" y="3964"/>
                </a:cubicBezTo>
                <a:cubicBezTo>
                  <a:pt x="432" y="6388"/>
                  <a:pt x="950" y="8782"/>
                  <a:pt x="1556" y="11146"/>
                </a:cubicBezTo>
                <a:cubicBezTo>
                  <a:pt x="1687" y="11654"/>
                  <a:pt x="1821" y="12162"/>
                  <a:pt x="1959" y="12668"/>
                </a:cubicBezTo>
                <a:cubicBezTo>
                  <a:pt x="6658" y="10925"/>
                  <a:pt x="11704" y="9895"/>
                  <a:pt x="16744" y="9424"/>
                </a:cubicBezTo>
                <a:cubicBezTo>
                  <a:pt x="19431" y="9171"/>
                  <a:pt x="22124" y="9065"/>
                  <a:pt x="24820" y="9065"/>
                </a:cubicBezTo>
                <a:cubicBezTo>
                  <a:pt x="31311" y="9065"/>
                  <a:pt x="37817" y="9677"/>
                  <a:pt x="44283" y="10322"/>
                </a:cubicBezTo>
                <a:cubicBezTo>
                  <a:pt x="56868" y="11575"/>
                  <a:pt x="69465" y="12952"/>
                  <a:pt x="81832" y="15465"/>
                </a:cubicBezTo>
                <a:cubicBezTo>
                  <a:pt x="102700" y="19707"/>
                  <a:pt x="123142" y="27208"/>
                  <a:pt x="144108" y="29885"/>
                </a:cubicBezTo>
                <a:cubicBezTo>
                  <a:pt x="148578" y="30454"/>
                  <a:pt x="153068" y="30805"/>
                  <a:pt x="157593" y="30860"/>
                </a:cubicBezTo>
                <a:cubicBezTo>
                  <a:pt x="157979" y="30864"/>
                  <a:pt x="158365" y="30867"/>
                  <a:pt x="158751" y="30867"/>
                </a:cubicBezTo>
                <a:cubicBezTo>
                  <a:pt x="159952" y="30867"/>
                  <a:pt x="161157" y="30844"/>
                  <a:pt x="162364" y="30801"/>
                </a:cubicBezTo>
                <a:cubicBezTo>
                  <a:pt x="183858" y="30023"/>
                  <a:pt x="203969" y="22063"/>
                  <a:pt x="223233" y="12707"/>
                </a:cubicBezTo>
                <a:cubicBezTo>
                  <a:pt x="224160" y="9317"/>
                  <a:pt x="224907" y="5881"/>
                  <a:pt x="225470" y="2410"/>
                </a:cubicBezTo>
                <a:lnTo>
                  <a:pt x="225470" y="2410"/>
                </a:lnTo>
                <a:cubicBezTo>
                  <a:pt x="203640" y="11131"/>
                  <a:pt x="180501" y="16911"/>
                  <a:pt x="156896" y="17236"/>
                </a:cubicBezTo>
                <a:cubicBezTo>
                  <a:pt x="156208" y="17247"/>
                  <a:pt x="155519" y="17252"/>
                  <a:pt x="154829" y="17252"/>
                </a:cubicBezTo>
                <a:cubicBezTo>
                  <a:pt x="154515" y="17252"/>
                  <a:pt x="154202" y="17251"/>
                  <a:pt x="153888" y="17249"/>
                </a:cubicBezTo>
                <a:cubicBezTo>
                  <a:pt x="151726" y="17235"/>
                  <a:pt x="149568" y="17177"/>
                  <a:pt x="147416" y="17074"/>
                </a:cubicBezTo>
                <a:cubicBezTo>
                  <a:pt x="119351" y="15771"/>
                  <a:pt x="92062" y="7474"/>
                  <a:pt x="64263" y="3071"/>
                </a:cubicBezTo>
                <a:cubicBezTo>
                  <a:pt x="54229" y="1483"/>
                  <a:pt x="41998" y="1"/>
                  <a:pt x="29732" y="1"/>
                </a:cubicBezTo>
                <a:close/>
              </a:path>
            </a:pathLst>
          </a:custGeom>
          <a:solidFill>
            <a:srgbClr val="ADDBD7"/>
          </a:solidFill>
          <a:ln w="0">
            <a:noFill/>
          </a:ln>
        </p:spPr>
        <p:style>
          <a:lnRef idx="0">
            <a:scrgbClr r="0" g="0" b="0"/>
          </a:lnRef>
          <a:fillRef idx="0">
            <a:scrgbClr r="0" g="0" b="0"/>
          </a:fillRef>
          <a:effectRef idx="0">
            <a:scrgbClr r="0" g="0" b="0"/>
          </a:effectRef>
          <a:fontRef idx="minor"/>
        </p:style>
        <p:txBody>
          <a:bodyPr tIns="69840" bIns="698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89" name="Google Shape;2092;p37">
            <a:extLst>
              <a:ext uri="{FF2B5EF4-FFF2-40B4-BE49-F238E27FC236}">
                <a16:creationId xmlns:a16="http://schemas.microsoft.com/office/drawing/2014/main" id="{14708F95-C03F-4289-9984-C4A25625DAA5}"/>
              </a:ext>
            </a:extLst>
          </p:cNvPr>
          <p:cNvSpPr/>
          <p:nvPr/>
        </p:nvSpPr>
        <p:spPr>
          <a:xfrm>
            <a:off x="1672735" y="1932120"/>
            <a:ext cx="754920" cy="235440"/>
          </a:xfrm>
          <a:custGeom>
            <a:avLst/>
            <a:gdLst>
              <a:gd name="textAreaLeft" fmla="*/ 0 w 754920"/>
              <a:gd name="textAreaRight" fmla="*/ 755280 w 754920"/>
              <a:gd name="textAreaTop" fmla="*/ 0 h 235440"/>
              <a:gd name="textAreaBottom" fmla="*/ 235800 h 235440"/>
            </a:gdLst>
            <a:ahLst/>
            <a:cxnLst/>
            <a:rect l="textAreaLeft" t="textAreaTop" r="textAreaRight" b="textAreaBottom"/>
            <a:pathLst>
              <a:path w="188966" h="58042">
                <a:moveTo>
                  <a:pt x="188965" y="1"/>
                </a:moveTo>
                <a:lnTo>
                  <a:pt x="188965" y="1"/>
                </a:lnTo>
                <a:cubicBezTo>
                  <a:pt x="174312" y="7792"/>
                  <a:pt x="158909" y="14212"/>
                  <a:pt x="142315" y="17428"/>
                </a:cubicBezTo>
                <a:cubicBezTo>
                  <a:pt x="131996" y="19425"/>
                  <a:pt x="121567" y="20123"/>
                  <a:pt x="111072" y="20123"/>
                </a:cubicBezTo>
                <a:cubicBezTo>
                  <a:pt x="86795" y="20123"/>
                  <a:pt x="62162" y="16391"/>
                  <a:pt x="37717" y="16391"/>
                </a:cubicBezTo>
                <a:cubicBezTo>
                  <a:pt x="33166" y="16391"/>
                  <a:pt x="28620" y="16520"/>
                  <a:pt x="24085" y="16827"/>
                </a:cubicBezTo>
                <a:cubicBezTo>
                  <a:pt x="15987" y="17372"/>
                  <a:pt x="7939" y="18489"/>
                  <a:pt x="0" y="20171"/>
                </a:cubicBezTo>
                <a:cubicBezTo>
                  <a:pt x="3325" y="23845"/>
                  <a:pt x="6891" y="27292"/>
                  <a:pt x="10678" y="30489"/>
                </a:cubicBezTo>
                <a:cubicBezTo>
                  <a:pt x="13369" y="32765"/>
                  <a:pt x="16170" y="34916"/>
                  <a:pt x="19083" y="36943"/>
                </a:cubicBezTo>
                <a:cubicBezTo>
                  <a:pt x="25146" y="41163"/>
                  <a:pt x="31599" y="44794"/>
                  <a:pt x="38354" y="47784"/>
                </a:cubicBezTo>
                <a:cubicBezTo>
                  <a:pt x="42921" y="49809"/>
                  <a:pt x="47613" y="51542"/>
                  <a:pt x="52401" y="52974"/>
                </a:cubicBezTo>
                <a:cubicBezTo>
                  <a:pt x="61589" y="55723"/>
                  <a:pt x="71286" y="57415"/>
                  <a:pt x="81325" y="57898"/>
                </a:cubicBezTo>
                <a:cubicBezTo>
                  <a:pt x="83299" y="57994"/>
                  <a:pt x="85289" y="58042"/>
                  <a:pt x="87291" y="58042"/>
                </a:cubicBezTo>
                <a:cubicBezTo>
                  <a:pt x="128121" y="58042"/>
                  <a:pt x="163945" y="38041"/>
                  <a:pt x="184121" y="7968"/>
                </a:cubicBezTo>
                <a:cubicBezTo>
                  <a:pt x="185854" y="5383"/>
                  <a:pt x="187469" y="2727"/>
                  <a:pt x="188965"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90" name="Google Shape;2093;p37">
            <a:extLst>
              <a:ext uri="{FF2B5EF4-FFF2-40B4-BE49-F238E27FC236}">
                <a16:creationId xmlns:a16="http://schemas.microsoft.com/office/drawing/2014/main" id="{EE046C4C-C16A-40F8-834C-C61070167C4A}"/>
              </a:ext>
            </a:extLst>
          </p:cNvPr>
          <p:cNvSpPr/>
          <p:nvPr/>
        </p:nvSpPr>
        <p:spPr>
          <a:xfrm>
            <a:off x="1687495" y="1948320"/>
            <a:ext cx="715320" cy="139680"/>
          </a:xfrm>
          <a:custGeom>
            <a:avLst/>
            <a:gdLst>
              <a:gd name="textAreaLeft" fmla="*/ 0 w 715320"/>
              <a:gd name="textAreaRight" fmla="*/ 715680 w 715320"/>
              <a:gd name="textAreaTop" fmla="*/ 0 h 139680"/>
              <a:gd name="textAreaBottom" fmla="*/ 140040 h 139680"/>
            </a:gdLst>
            <a:ahLst/>
            <a:cxnLst/>
            <a:rect l="textAreaLeft" t="textAreaTop" r="textAreaRight" b="textAreaBottom"/>
            <a:pathLst>
              <a:path w="188966" h="36943">
                <a:moveTo>
                  <a:pt x="188965" y="1"/>
                </a:moveTo>
                <a:lnTo>
                  <a:pt x="188965" y="1"/>
                </a:lnTo>
                <a:cubicBezTo>
                  <a:pt x="174312" y="7792"/>
                  <a:pt x="158909" y="14212"/>
                  <a:pt x="142315" y="17428"/>
                </a:cubicBezTo>
                <a:cubicBezTo>
                  <a:pt x="131996" y="19425"/>
                  <a:pt x="121567" y="20123"/>
                  <a:pt x="111072" y="20123"/>
                </a:cubicBezTo>
                <a:cubicBezTo>
                  <a:pt x="86795" y="20123"/>
                  <a:pt x="62162" y="16391"/>
                  <a:pt x="37717" y="16391"/>
                </a:cubicBezTo>
                <a:cubicBezTo>
                  <a:pt x="33166" y="16391"/>
                  <a:pt x="28620" y="16520"/>
                  <a:pt x="24085" y="16827"/>
                </a:cubicBezTo>
                <a:cubicBezTo>
                  <a:pt x="15987" y="17372"/>
                  <a:pt x="7939" y="18489"/>
                  <a:pt x="0" y="20170"/>
                </a:cubicBezTo>
                <a:cubicBezTo>
                  <a:pt x="3325" y="23845"/>
                  <a:pt x="6891" y="27292"/>
                  <a:pt x="10678" y="30488"/>
                </a:cubicBezTo>
                <a:cubicBezTo>
                  <a:pt x="13369" y="32765"/>
                  <a:pt x="16170" y="34916"/>
                  <a:pt x="19083" y="36943"/>
                </a:cubicBezTo>
                <a:cubicBezTo>
                  <a:pt x="21387" y="35657"/>
                  <a:pt x="23749" y="34476"/>
                  <a:pt x="26168" y="33400"/>
                </a:cubicBezTo>
                <a:cubicBezTo>
                  <a:pt x="32345" y="30654"/>
                  <a:pt x="38863" y="28585"/>
                  <a:pt x="45528" y="27142"/>
                </a:cubicBezTo>
                <a:cubicBezTo>
                  <a:pt x="54653" y="25171"/>
                  <a:pt x="64008" y="24355"/>
                  <a:pt x="73383" y="24355"/>
                </a:cubicBezTo>
                <a:cubicBezTo>
                  <a:pt x="79395" y="24355"/>
                  <a:pt x="85415" y="24690"/>
                  <a:pt x="91389" y="25273"/>
                </a:cubicBezTo>
                <a:cubicBezTo>
                  <a:pt x="96971" y="25818"/>
                  <a:pt x="102532" y="26576"/>
                  <a:pt x="108134" y="26868"/>
                </a:cubicBezTo>
                <a:cubicBezTo>
                  <a:pt x="109916" y="26960"/>
                  <a:pt x="111698" y="27005"/>
                  <a:pt x="113477" y="27005"/>
                </a:cubicBezTo>
                <a:cubicBezTo>
                  <a:pt x="130009" y="27005"/>
                  <a:pt x="146413" y="23138"/>
                  <a:pt x="161920" y="17670"/>
                </a:cubicBezTo>
                <a:cubicBezTo>
                  <a:pt x="169556" y="14978"/>
                  <a:pt x="177102" y="11846"/>
                  <a:pt x="184121" y="7968"/>
                </a:cubicBezTo>
                <a:cubicBezTo>
                  <a:pt x="185854" y="5383"/>
                  <a:pt x="187469" y="2727"/>
                  <a:pt x="188965"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69840" bIns="698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91" name="Google Shape;2094;p37">
            <a:extLst>
              <a:ext uri="{FF2B5EF4-FFF2-40B4-BE49-F238E27FC236}">
                <a16:creationId xmlns:a16="http://schemas.microsoft.com/office/drawing/2014/main" id="{6D1B7684-52CD-4E53-9F93-145C12806E5B}"/>
              </a:ext>
            </a:extLst>
          </p:cNvPr>
          <p:cNvSpPr/>
          <p:nvPr/>
        </p:nvSpPr>
        <p:spPr>
          <a:xfrm>
            <a:off x="1964695" y="1883160"/>
            <a:ext cx="99000" cy="124560"/>
          </a:xfrm>
          <a:custGeom>
            <a:avLst/>
            <a:gdLst>
              <a:gd name="textAreaLeft" fmla="*/ 0 w 99000"/>
              <a:gd name="textAreaRight" fmla="*/ 99360 w 99000"/>
              <a:gd name="textAreaTop" fmla="*/ 0 h 124560"/>
              <a:gd name="textAreaBottom" fmla="*/ 124920 h 124560"/>
            </a:gdLst>
            <a:ahLst/>
            <a:cxnLst/>
            <a:rect l="textAreaLeft" t="textAreaTop" r="textAreaRight" b="textAreaBottom"/>
            <a:pathLst>
              <a:path w="26232" h="33012">
                <a:moveTo>
                  <a:pt x="15024" y="0"/>
                </a:moveTo>
                <a:cubicBezTo>
                  <a:pt x="14881" y="0"/>
                  <a:pt x="14738" y="4"/>
                  <a:pt x="14595" y="11"/>
                </a:cubicBezTo>
                <a:cubicBezTo>
                  <a:pt x="11332" y="177"/>
                  <a:pt x="8290" y="2128"/>
                  <a:pt x="6778" y="4829"/>
                </a:cubicBezTo>
                <a:cubicBezTo>
                  <a:pt x="6205" y="5853"/>
                  <a:pt x="5832" y="6973"/>
                  <a:pt x="5174" y="7951"/>
                </a:cubicBezTo>
                <a:cubicBezTo>
                  <a:pt x="4480" y="8981"/>
                  <a:pt x="3497" y="9813"/>
                  <a:pt x="2700" y="10775"/>
                </a:cubicBezTo>
                <a:cubicBezTo>
                  <a:pt x="759" y="13123"/>
                  <a:pt x="1" y="16289"/>
                  <a:pt x="686" y="19183"/>
                </a:cubicBezTo>
                <a:cubicBezTo>
                  <a:pt x="1372" y="22079"/>
                  <a:pt x="3490" y="24651"/>
                  <a:pt x="6312" y="26017"/>
                </a:cubicBezTo>
                <a:cubicBezTo>
                  <a:pt x="6383" y="27861"/>
                  <a:pt x="7262" y="29668"/>
                  <a:pt x="8702" y="30932"/>
                </a:cubicBezTo>
                <a:cubicBezTo>
                  <a:pt x="10265" y="32303"/>
                  <a:pt x="12587" y="33011"/>
                  <a:pt x="14868" y="33011"/>
                </a:cubicBezTo>
                <a:cubicBezTo>
                  <a:pt x="15116" y="33011"/>
                  <a:pt x="15363" y="33003"/>
                  <a:pt x="15609" y="32986"/>
                </a:cubicBezTo>
                <a:cubicBezTo>
                  <a:pt x="16897" y="32898"/>
                  <a:pt x="18143" y="32579"/>
                  <a:pt x="19196" y="32019"/>
                </a:cubicBezTo>
                <a:cubicBezTo>
                  <a:pt x="20702" y="31217"/>
                  <a:pt x="21930" y="30018"/>
                  <a:pt x="22911" y="28683"/>
                </a:cubicBezTo>
                <a:cubicBezTo>
                  <a:pt x="25273" y="25470"/>
                  <a:pt x="26231" y="21384"/>
                  <a:pt x="25527" y="17542"/>
                </a:cubicBezTo>
                <a:cubicBezTo>
                  <a:pt x="25178" y="15650"/>
                  <a:pt x="24449" y="13832"/>
                  <a:pt x="24098" y="11939"/>
                </a:cubicBezTo>
                <a:cubicBezTo>
                  <a:pt x="23621" y="9380"/>
                  <a:pt x="23821" y="6647"/>
                  <a:pt x="22610" y="4306"/>
                </a:cubicBezTo>
                <a:cubicBezTo>
                  <a:pt x="21412" y="1989"/>
                  <a:pt x="18845" y="401"/>
                  <a:pt x="16111" y="67"/>
                </a:cubicBezTo>
                <a:cubicBezTo>
                  <a:pt x="15750" y="23"/>
                  <a:pt x="15387" y="0"/>
                  <a:pt x="15024"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62280" bIns="622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92" name="Google Shape;2095;p37">
            <a:extLst>
              <a:ext uri="{FF2B5EF4-FFF2-40B4-BE49-F238E27FC236}">
                <a16:creationId xmlns:a16="http://schemas.microsoft.com/office/drawing/2014/main" id="{AD91E234-A19F-4BB8-9BF6-7273674793EE}"/>
              </a:ext>
            </a:extLst>
          </p:cNvPr>
          <p:cNvSpPr/>
          <p:nvPr/>
        </p:nvSpPr>
        <p:spPr>
          <a:xfrm>
            <a:off x="1987375" y="1928160"/>
            <a:ext cx="63000" cy="93600"/>
          </a:xfrm>
          <a:custGeom>
            <a:avLst/>
            <a:gdLst>
              <a:gd name="textAreaLeft" fmla="*/ 0 w 63000"/>
              <a:gd name="textAreaRight" fmla="*/ 63360 w 63000"/>
              <a:gd name="textAreaTop" fmla="*/ 0 h 93600"/>
              <a:gd name="textAreaBottom" fmla="*/ 93960 h 93600"/>
            </a:gdLst>
            <a:ahLst/>
            <a:cxnLst/>
            <a:rect l="textAreaLeft" t="textAreaTop" r="textAreaRight" b="textAreaBottom"/>
            <a:pathLst>
              <a:path w="16689" h="24816">
                <a:moveTo>
                  <a:pt x="8149" y="1"/>
                </a:moveTo>
                <a:cubicBezTo>
                  <a:pt x="7975" y="1"/>
                  <a:pt x="7807" y="89"/>
                  <a:pt x="7772" y="278"/>
                </a:cubicBezTo>
                <a:cubicBezTo>
                  <a:pt x="7422" y="2144"/>
                  <a:pt x="7691" y="4166"/>
                  <a:pt x="7707" y="6054"/>
                </a:cubicBezTo>
                <a:cubicBezTo>
                  <a:pt x="7717" y="7290"/>
                  <a:pt x="7733" y="8526"/>
                  <a:pt x="7743" y="9762"/>
                </a:cubicBezTo>
                <a:cubicBezTo>
                  <a:pt x="6532" y="8643"/>
                  <a:pt x="5375" y="7521"/>
                  <a:pt x="4363" y="6193"/>
                </a:cubicBezTo>
                <a:cubicBezTo>
                  <a:pt x="3733" y="5365"/>
                  <a:pt x="3159" y="4494"/>
                  <a:pt x="2610" y="3618"/>
                </a:cubicBezTo>
                <a:cubicBezTo>
                  <a:pt x="2533" y="3494"/>
                  <a:pt x="1993" y="2420"/>
                  <a:pt x="1590" y="2420"/>
                </a:cubicBezTo>
                <a:cubicBezTo>
                  <a:pt x="1532" y="2420"/>
                  <a:pt x="1476" y="2443"/>
                  <a:pt x="1425" y="2495"/>
                </a:cubicBezTo>
                <a:cubicBezTo>
                  <a:pt x="941" y="2991"/>
                  <a:pt x="1668" y="4037"/>
                  <a:pt x="1912" y="4542"/>
                </a:cubicBezTo>
                <a:cubicBezTo>
                  <a:pt x="2374" y="5500"/>
                  <a:pt x="2976" y="6413"/>
                  <a:pt x="3619" y="7276"/>
                </a:cubicBezTo>
                <a:cubicBezTo>
                  <a:pt x="3693" y="7376"/>
                  <a:pt x="3768" y="7476"/>
                  <a:pt x="3844" y="7576"/>
                </a:cubicBezTo>
                <a:cubicBezTo>
                  <a:pt x="3749" y="7576"/>
                  <a:pt x="3655" y="7577"/>
                  <a:pt x="3560" y="7577"/>
                </a:cubicBezTo>
                <a:cubicBezTo>
                  <a:pt x="3232" y="7577"/>
                  <a:pt x="2904" y="7573"/>
                  <a:pt x="2575" y="7553"/>
                </a:cubicBezTo>
                <a:cubicBezTo>
                  <a:pt x="2125" y="7525"/>
                  <a:pt x="1644" y="7449"/>
                  <a:pt x="1176" y="7449"/>
                </a:cubicBezTo>
                <a:cubicBezTo>
                  <a:pt x="911" y="7449"/>
                  <a:pt x="650" y="7474"/>
                  <a:pt x="401" y="7545"/>
                </a:cubicBezTo>
                <a:cubicBezTo>
                  <a:pt x="133" y="7621"/>
                  <a:pt x="0" y="7966"/>
                  <a:pt x="228" y="8156"/>
                </a:cubicBezTo>
                <a:cubicBezTo>
                  <a:pt x="819" y="8650"/>
                  <a:pt x="1670" y="8753"/>
                  <a:pt x="2437" y="8829"/>
                </a:cubicBezTo>
                <a:cubicBezTo>
                  <a:pt x="2846" y="8870"/>
                  <a:pt x="3259" y="8896"/>
                  <a:pt x="3672" y="8896"/>
                </a:cubicBezTo>
                <a:cubicBezTo>
                  <a:pt x="4067" y="8896"/>
                  <a:pt x="4463" y="8872"/>
                  <a:pt x="4853" y="8814"/>
                </a:cubicBezTo>
                <a:cubicBezTo>
                  <a:pt x="5719" y="9808"/>
                  <a:pt x="6689" y="10752"/>
                  <a:pt x="7749" y="11514"/>
                </a:cubicBezTo>
                <a:cubicBezTo>
                  <a:pt x="7749" y="11728"/>
                  <a:pt x="7750" y="11942"/>
                  <a:pt x="7749" y="12156"/>
                </a:cubicBezTo>
                <a:cubicBezTo>
                  <a:pt x="7731" y="16176"/>
                  <a:pt x="7598" y="20194"/>
                  <a:pt x="7389" y="24209"/>
                </a:cubicBezTo>
                <a:cubicBezTo>
                  <a:pt x="7369" y="24614"/>
                  <a:pt x="7693" y="24815"/>
                  <a:pt x="8029" y="24815"/>
                </a:cubicBezTo>
                <a:cubicBezTo>
                  <a:pt x="8365" y="24815"/>
                  <a:pt x="8713" y="24613"/>
                  <a:pt x="8737" y="24209"/>
                </a:cubicBezTo>
                <a:cubicBezTo>
                  <a:pt x="8940" y="20825"/>
                  <a:pt x="9051" y="17436"/>
                  <a:pt x="9088" y="14045"/>
                </a:cubicBezTo>
                <a:cubicBezTo>
                  <a:pt x="10865" y="13205"/>
                  <a:pt x="12483" y="11942"/>
                  <a:pt x="13784" y="10551"/>
                </a:cubicBezTo>
                <a:cubicBezTo>
                  <a:pt x="14438" y="9855"/>
                  <a:pt x="15079" y="9101"/>
                  <a:pt x="15569" y="8295"/>
                </a:cubicBezTo>
                <a:cubicBezTo>
                  <a:pt x="15922" y="7716"/>
                  <a:pt x="16688" y="6596"/>
                  <a:pt x="16389" y="5923"/>
                </a:cubicBezTo>
                <a:cubicBezTo>
                  <a:pt x="16361" y="5860"/>
                  <a:pt x="16302" y="5806"/>
                  <a:pt x="16229" y="5806"/>
                </a:cubicBezTo>
                <a:cubicBezTo>
                  <a:pt x="16214" y="5806"/>
                  <a:pt x="16199" y="5808"/>
                  <a:pt x="16184" y="5813"/>
                </a:cubicBezTo>
                <a:cubicBezTo>
                  <a:pt x="15515" y="6016"/>
                  <a:pt x="15116" y="6947"/>
                  <a:pt x="14732" y="7453"/>
                </a:cubicBezTo>
                <a:cubicBezTo>
                  <a:pt x="14275" y="8051"/>
                  <a:pt x="13818" y="8643"/>
                  <a:pt x="13315" y="9204"/>
                </a:cubicBezTo>
                <a:cubicBezTo>
                  <a:pt x="13212" y="8454"/>
                  <a:pt x="13125" y="7705"/>
                  <a:pt x="13031" y="6948"/>
                </a:cubicBezTo>
                <a:cubicBezTo>
                  <a:pt x="12997" y="6669"/>
                  <a:pt x="12746" y="6498"/>
                  <a:pt x="12505" y="6498"/>
                </a:cubicBezTo>
                <a:cubicBezTo>
                  <a:pt x="12320" y="6498"/>
                  <a:pt x="12140" y="6598"/>
                  <a:pt x="12065" y="6826"/>
                </a:cubicBezTo>
                <a:cubicBezTo>
                  <a:pt x="11703" y="7923"/>
                  <a:pt x="11749" y="9274"/>
                  <a:pt x="12132" y="10372"/>
                </a:cubicBezTo>
                <a:cubicBezTo>
                  <a:pt x="11200" y="11197"/>
                  <a:pt x="10185" y="11902"/>
                  <a:pt x="9100" y="12545"/>
                </a:cubicBezTo>
                <a:cubicBezTo>
                  <a:pt x="9100" y="12415"/>
                  <a:pt x="9103" y="12285"/>
                  <a:pt x="9103" y="12156"/>
                </a:cubicBezTo>
                <a:cubicBezTo>
                  <a:pt x="9110" y="10169"/>
                  <a:pt x="9109" y="8181"/>
                  <a:pt x="9037" y="6195"/>
                </a:cubicBezTo>
                <a:cubicBezTo>
                  <a:pt x="9029" y="5939"/>
                  <a:pt x="9024" y="5678"/>
                  <a:pt x="9020" y="5414"/>
                </a:cubicBezTo>
                <a:cubicBezTo>
                  <a:pt x="9050" y="5374"/>
                  <a:pt x="9074" y="5330"/>
                  <a:pt x="9095" y="5284"/>
                </a:cubicBezTo>
                <a:cubicBezTo>
                  <a:pt x="9099" y="5273"/>
                  <a:pt x="9495" y="5081"/>
                  <a:pt x="9575" y="5026"/>
                </a:cubicBezTo>
                <a:cubicBezTo>
                  <a:pt x="9744" y="4909"/>
                  <a:pt x="9908" y="4787"/>
                  <a:pt x="10067" y="4660"/>
                </a:cubicBezTo>
                <a:cubicBezTo>
                  <a:pt x="10437" y="4361"/>
                  <a:pt x="10777" y="4028"/>
                  <a:pt x="11084" y="3663"/>
                </a:cubicBezTo>
                <a:cubicBezTo>
                  <a:pt x="11660" y="2982"/>
                  <a:pt x="12105" y="2205"/>
                  <a:pt x="12231" y="1338"/>
                </a:cubicBezTo>
                <a:cubicBezTo>
                  <a:pt x="12258" y="1154"/>
                  <a:pt x="12209" y="1014"/>
                  <a:pt x="12043" y="906"/>
                </a:cubicBezTo>
                <a:cubicBezTo>
                  <a:pt x="11999" y="877"/>
                  <a:pt x="11963" y="859"/>
                  <a:pt x="11910" y="856"/>
                </a:cubicBezTo>
                <a:cubicBezTo>
                  <a:pt x="11901" y="856"/>
                  <a:pt x="11892" y="856"/>
                  <a:pt x="11883" y="856"/>
                </a:cubicBezTo>
                <a:cubicBezTo>
                  <a:pt x="11531" y="856"/>
                  <a:pt x="11402" y="1149"/>
                  <a:pt x="11231" y="1402"/>
                </a:cubicBezTo>
                <a:cubicBezTo>
                  <a:pt x="10908" y="1881"/>
                  <a:pt x="10596" y="2365"/>
                  <a:pt x="10214" y="2805"/>
                </a:cubicBezTo>
                <a:cubicBezTo>
                  <a:pt x="9864" y="3206"/>
                  <a:pt x="9478" y="3578"/>
                  <a:pt x="9040" y="3897"/>
                </a:cubicBezTo>
                <a:cubicBezTo>
                  <a:pt x="9026" y="3906"/>
                  <a:pt x="9013" y="3914"/>
                  <a:pt x="9000" y="3923"/>
                </a:cubicBezTo>
                <a:cubicBezTo>
                  <a:pt x="8976" y="2683"/>
                  <a:pt x="8903" y="1431"/>
                  <a:pt x="8573" y="278"/>
                </a:cubicBezTo>
                <a:cubicBezTo>
                  <a:pt x="8522" y="98"/>
                  <a:pt x="8332" y="1"/>
                  <a:pt x="8149"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93" name="Google Shape;2096;p37">
            <a:extLst>
              <a:ext uri="{FF2B5EF4-FFF2-40B4-BE49-F238E27FC236}">
                <a16:creationId xmlns:a16="http://schemas.microsoft.com/office/drawing/2014/main" id="{01C8DFE3-504A-47F8-9F3A-8A38598418CC}"/>
              </a:ext>
            </a:extLst>
          </p:cNvPr>
          <p:cNvSpPr/>
          <p:nvPr/>
        </p:nvSpPr>
        <p:spPr>
          <a:xfrm>
            <a:off x="1964695" y="1883160"/>
            <a:ext cx="60840" cy="124560"/>
          </a:xfrm>
          <a:custGeom>
            <a:avLst/>
            <a:gdLst>
              <a:gd name="textAreaLeft" fmla="*/ 0 w 60840"/>
              <a:gd name="textAreaRight" fmla="*/ 61200 w 60840"/>
              <a:gd name="textAreaTop" fmla="*/ 0 h 124560"/>
              <a:gd name="textAreaBottom" fmla="*/ 124920 h 124560"/>
            </a:gdLst>
            <a:ahLst/>
            <a:cxnLst/>
            <a:rect l="textAreaLeft" t="textAreaTop" r="textAreaRight" b="textAreaBottom"/>
            <a:pathLst>
              <a:path w="16112" h="33012">
                <a:moveTo>
                  <a:pt x="15024" y="0"/>
                </a:moveTo>
                <a:cubicBezTo>
                  <a:pt x="14881" y="0"/>
                  <a:pt x="14738" y="4"/>
                  <a:pt x="14595" y="11"/>
                </a:cubicBezTo>
                <a:cubicBezTo>
                  <a:pt x="11332" y="177"/>
                  <a:pt x="8290" y="2128"/>
                  <a:pt x="6778" y="4829"/>
                </a:cubicBezTo>
                <a:cubicBezTo>
                  <a:pt x="6205" y="5853"/>
                  <a:pt x="5832" y="6973"/>
                  <a:pt x="5174" y="7951"/>
                </a:cubicBezTo>
                <a:cubicBezTo>
                  <a:pt x="4480" y="8981"/>
                  <a:pt x="3497" y="9813"/>
                  <a:pt x="2700" y="10775"/>
                </a:cubicBezTo>
                <a:cubicBezTo>
                  <a:pt x="759" y="13123"/>
                  <a:pt x="1" y="16289"/>
                  <a:pt x="686" y="19183"/>
                </a:cubicBezTo>
                <a:cubicBezTo>
                  <a:pt x="1372" y="22079"/>
                  <a:pt x="3490" y="24651"/>
                  <a:pt x="6311" y="26015"/>
                </a:cubicBezTo>
                <a:cubicBezTo>
                  <a:pt x="6383" y="27861"/>
                  <a:pt x="7262" y="29667"/>
                  <a:pt x="8702" y="30931"/>
                </a:cubicBezTo>
                <a:cubicBezTo>
                  <a:pt x="10265" y="32302"/>
                  <a:pt x="12588" y="33011"/>
                  <a:pt x="14868" y="33011"/>
                </a:cubicBezTo>
                <a:cubicBezTo>
                  <a:pt x="15115" y="33011"/>
                  <a:pt x="15362" y="33003"/>
                  <a:pt x="15608" y="32986"/>
                </a:cubicBezTo>
                <a:cubicBezTo>
                  <a:pt x="15045" y="32849"/>
                  <a:pt x="14493" y="32667"/>
                  <a:pt x="13960" y="32440"/>
                </a:cubicBezTo>
                <a:cubicBezTo>
                  <a:pt x="11909" y="31566"/>
                  <a:pt x="10173" y="29939"/>
                  <a:pt x="9545" y="27920"/>
                </a:cubicBezTo>
                <a:cubicBezTo>
                  <a:pt x="9167" y="26704"/>
                  <a:pt x="9178" y="25354"/>
                  <a:pt x="8463" y="24278"/>
                </a:cubicBezTo>
                <a:cubicBezTo>
                  <a:pt x="7793" y="23266"/>
                  <a:pt x="6586" y="22663"/>
                  <a:pt x="5822" y="21707"/>
                </a:cubicBezTo>
                <a:cubicBezTo>
                  <a:pt x="4978" y="20650"/>
                  <a:pt x="4758" y="19235"/>
                  <a:pt x="5003" y="17935"/>
                </a:cubicBezTo>
                <a:cubicBezTo>
                  <a:pt x="5248" y="16635"/>
                  <a:pt x="5917" y="15437"/>
                  <a:pt x="6710" y="14344"/>
                </a:cubicBezTo>
                <a:cubicBezTo>
                  <a:pt x="7358" y="13449"/>
                  <a:pt x="8098" y="12602"/>
                  <a:pt x="8551" y="11609"/>
                </a:cubicBezTo>
                <a:cubicBezTo>
                  <a:pt x="9721" y="9042"/>
                  <a:pt x="8792" y="5922"/>
                  <a:pt x="10130" y="3428"/>
                </a:cubicBezTo>
                <a:cubicBezTo>
                  <a:pt x="11116" y="1588"/>
                  <a:pt x="13233" y="421"/>
                  <a:pt x="15416" y="131"/>
                </a:cubicBezTo>
                <a:cubicBezTo>
                  <a:pt x="15649" y="101"/>
                  <a:pt x="15881" y="79"/>
                  <a:pt x="16111" y="67"/>
                </a:cubicBezTo>
                <a:cubicBezTo>
                  <a:pt x="15750" y="23"/>
                  <a:pt x="15387" y="0"/>
                  <a:pt x="15024"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62280" bIns="622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94" name="Google Shape;2097;p37">
            <a:extLst>
              <a:ext uri="{FF2B5EF4-FFF2-40B4-BE49-F238E27FC236}">
                <a16:creationId xmlns:a16="http://schemas.microsoft.com/office/drawing/2014/main" id="{89F5175D-C5C6-41DF-A22C-1950BC02931E}"/>
              </a:ext>
            </a:extLst>
          </p:cNvPr>
          <p:cNvSpPr/>
          <p:nvPr/>
        </p:nvSpPr>
        <p:spPr>
          <a:xfrm>
            <a:off x="1706575" y="1977120"/>
            <a:ext cx="55440" cy="40320"/>
          </a:xfrm>
          <a:custGeom>
            <a:avLst/>
            <a:gdLst>
              <a:gd name="textAreaLeft" fmla="*/ 0 w 55440"/>
              <a:gd name="textAreaRight" fmla="*/ 55800 w 55440"/>
              <a:gd name="textAreaTop" fmla="*/ 0 h 40320"/>
              <a:gd name="textAreaBottom" fmla="*/ 40680 h 40320"/>
            </a:gdLst>
            <a:ahLst/>
            <a:cxnLst/>
            <a:rect l="textAreaLeft" t="textAreaTop" r="textAreaRight" b="textAreaBottom"/>
            <a:pathLst>
              <a:path w="14753" h="10745">
                <a:moveTo>
                  <a:pt x="6702" y="1"/>
                </a:moveTo>
                <a:cubicBezTo>
                  <a:pt x="6592" y="1"/>
                  <a:pt x="6481" y="7"/>
                  <a:pt x="6371" y="19"/>
                </a:cubicBezTo>
                <a:cubicBezTo>
                  <a:pt x="5746" y="92"/>
                  <a:pt x="5160" y="362"/>
                  <a:pt x="4698" y="790"/>
                </a:cubicBezTo>
                <a:cubicBezTo>
                  <a:pt x="4383" y="1079"/>
                  <a:pt x="4136" y="1438"/>
                  <a:pt x="3996" y="1840"/>
                </a:cubicBezTo>
                <a:cubicBezTo>
                  <a:pt x="3803" y="1724"/>
                  <a:pt x="3591" y="1673"/>
                  <a:pt x="3377" y="1673"/>
                </a:cubicBezTo>
                <a:cubicBezTo>
                  <a:pt x="2710" y="1673"/>
                  <a:pt x="2014" y="2175"/>
                  <a:pt x="1751" y="2819"/>
                </a:cubicBezTo>
                <a:cubicBezTo>
                  <a:pt x="1405" y="3668"/>
                  <a:pt x="1599" y="4629"/>
                  <a:pt x="1841" y="5512"/>
                </a:cubicBezTo>
                <a:cubicBezTo>
                  <a:pt x="1012" y="5580"/>
                  <a:pt x="317" y="6284"/>
                  <a:pt x="160" y="7083"/>
                </a:cubicBezTo>
                <a:cubicBezTo>
                  <a:pt x="1" y="7882"/>
                  <a:pt x="323" y="8731"/>
                  <a:pt x="888" y="9328"/>
                </a:cubicBezTo>
                <a:cubicBezTo>
                  <a:pt x="1871" y="10366"/>
                  <a:pt x="3238" y="10573"/>
                  <a:pt x="4602" y="10648"/>
                </a:cubicBezTo>
                <a:cubicBezTo>
                  <a:pt x="5397" y="10692"/>
                  <a:pt x="6194" y="10714"/>
                  <a:pt x="6989" y="10726"/>
                </a:cubicBezTo>
                <a:cubicBezTo>
                  <a:pt x="7240" y="10730"/>
                  <a:pt x="7490" y="10733"/>
                  <a:pt x="7739" y="10734"/>
                </a:cubicBezTo>
                <a:cubicBezTo>
                  <a:pt x="8261" y="10740"/>
                  <a:pt x="8784" y="10741"/>
                  <a:pt x="9305" y="10744"/>
                </a:cubicBezTo>
                <a:cubicBezTo>
                  <a:pt x="9405" y="10744"/>
                  <a:pt x="9505" y="10745"/>
                  <a:pt x="9606" y="10745"/>
                </a:cubicBezTo>
                <a:cubicBezTo>
                  <a:pt x="10328" y="10745"/>
                  <a:pt x="11051" y="10728"/>
                  <a:pt x="11756" y="10586"/>
                </a:cubicBezTo>
                <a:cubicBezTo>
                  <a:pt x="12560" y="10424"/>
                  <a:pt x="13348" y="10084"/>
                  <a:pt x="13906" y="9495"/>
                </a:cubicBezTo>
                <a:cubicBezTo>
                  <a:pt x="13919" y="9481"/>
                  <a:pt x="13930" y="9469"/>
                  <a:pt x="13941" y="9456"/>
                </a:cubicBezTo>
                <a:cubicBezTo>
                  <a:pt x="14475" y="8868"/>
                  <a:pt x="14752" y="8026"/>
                  <a:pt x="14526" y="7272"/>
                </a:cubicBezTo>
                <a:cubicBezTo>
                  <a:pt x="14318" y="6570"/>
                  <a:pt x="13621" y="6008"/>
                  <a:pt x="12886" y="6008"/>
                </a:cubicBezTo>
                <a:cubicBezTo>
                  <a:pt x="12814" y="6008"/>
                  <a:pt x="12741" y="6013"/>
                  <a:pt x="12668" y="6025"/>
                </a:cubicBezTo>
                <a:cubicBezTo>
                  <a:pt x="12970" y="5364"/>
                  <a:pt x="12757" y="4514"/>
                  <a:pt x="12179" y="4064"/>
                </a:cubicBezTo>
                <a:cubicBezTo>
                  <a:pt x="11886" y="3836"/>
                  <a:pt x="11511" y="3721"/>
                  <a:pt x="11137" y="3721"/>
                </a:cubicBezTo>
                <a:cubicBezTo>
                  <a:pt x="10774" y="3721"/>
                  <a:pt x="10411" y="3829"/>
                  <a:pt x="10122" y="4045"/>
                </a:cubicBezTo>
                <a:cubicBezTo>
                  <a:pt x="10217" y="3010"/>
                  <a:pt x="9904" y="1928"/>
                  <a:pt x="9208" y="1143"/>
                </a:cubicBezTo>
                <a:cubicBezTo>
                  <a:pt x="8584" y="442"/>
                  <a:pt x="7648" y="1"/>
                  <a:pt x="6702" y="1"/>
                </a:cubicBezTo>
                <a:close/>
              </a:path>
            </a:pathLst>
          </a:custGeom>
          <a:solidFill>
            <a:srgbClr val="66AAA2"/>
          </a:solidFill>
          <a:ln w="0">
            <a:noFill/>
          </a:ln>
        </p:spPr>
        <p:style>
          <a:lnRef idx="0">
            <a:scrgbClr r="0" g="0" b="0"/>
          </a:lnRef>
          <a:fillRef idx="0">
            <a:scrgbClr r="0" g="0" b="0"/>
          </a:fillRef>
          <a:effectRef idx="0">
            <a:scrgbClr r="0" g="0" b="0"/>
          </a:effectRef>
          <a:fontRef idx="minor"/>
        </p:style>
        <p:txBody>
          <a:bodyPr tIns="20160" bIns="201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95" name="Google Shape;2098;p37">
            <a:extLst>
              <a:ext uri="{FF2B5EF4-FFF2-40B4-BE49-F238E27FC236}">
                <a16:creationId xmlns:a16="http://schemas.microsoft.com/office/drawing/2014/main" id="{CD52EF72-4D5B-43AB-A460-506EDF298685}"/>
              </a:ext>
            </a:extLst>
          </p:cNvPr>
          <p:cNvSpPr/>
          <p:nvPr/>
        </p:nvSpPr>
        <p:spPr>
          <a:xfrm>
            <a:off x="1724575" y="1977120"/>
            <a:ext cx="37800" cy="35640"/>
          </a:xfrm>
          <a:custGeom>
            <a:avLst/>
            <a:gdLst>
              <a:gd name="textAreaLeft" fmla="*/ 0 w 37800"/>
              <a:gd name="textAreaRight" fmla="*/ 38160 w 37800"/>
              <a:gd name="textAreaTop" fmla="*/ 0 h 35640"/>
              <a:gd name="textAreaBottom" fmla="*/ 36000 h 35640"/>
            </a:gdLst>
            <a:ahLst/>
            <a:cxnLst/>
            <a:rect l="textAreaLeft" t="textAreaTop" r="textAreaRight" b="textAreaBottom"/>
            <a:pathLst>
              <a:path w="10056" h="9458">
                <a:moveTo>
                  <a:pt x="2004" y="1"/>
                </a:moveTo>
                <a:cubicBezTo>
                  <a:pt x="1894" y="1"/>
                  <a:pt x="1785" y="7"/>
                  <a:pt x="1675" y="19"/>
                </a:cubicBezTo>
                <a:cubicBezTo>
                  <a:pt x="1050" y="93"/>
                  <a:pt x="463" y="363"/>
                  <a:pt x="1" y="791"/>
                </a:cubicBezTo>
                <a:cubicBezTo>
                  <a:pt x="312" y="781"/>
                  <a:pt x="671" y="733"/>
                  <a:pt x="949" y="733"/>
                </a:cubicBezTo>
                <a:cubicBezTo>
                  <a:pt x="1039" y="733"/>
                  <a:pt x="1120" y="738"/>
                  <a:pt x="1188" y="751"/>
                </a:cubicBezTo>
                <a:cubicBezTo>
                  <a:pt x="1803" y="865"/>
                  <a:pt x="2392" y="1112"/>
                  <a:pt x="2889" y="1484"/>
                </a:cubicBezTo>
                <a:cubicBezTo>
                  <a:pt x="4087" y="2385"/>
                  <a:pt x="4700" y="3977"/>
                  <a:pt x="4406" y="5429"/>
                </a:cubicBezTo>
                <a:cubicBezTo>
                  <a:pt x="4595" y="5373"/>
                  <a:pt x="4790" y="5346"/>
                  <a:pt x="4986" y="5346"/>
                </a:cubicBezTo>
                <a:cubicBezTo>
                  <a:pt x="5523" y="5346"/>
                  <a:pt x="6062" y="5550"/>
                  <a:pt x="6447" y="5920"/>
                </a:cubicBezTo>
                <a:cubicBezTo>
                  <a:pt x="6972" y="6423"/>
                  <a:pt x="7188" y="7214"/>
                  <a:pt x="6991" y="7908"/>
                </a:cubicBezTo>
                <a:cubicBezTo>
                  <a:pt x="7134" y="7852"/>
                  <a:pt x="7279" y="7826"/>
                  <a:pt x="7425" y="7826"/>
                </a:cubicBezTo>
                <a:cubicBezTo>
                  <a:pt x="8085" y="7826"/>
                  <a:pt x="8736" y="8357"/>
                  <a:pt x="9048" y="8971"/>
                </a:cubicBezTo>
                <a:cubicBezTo>
                  <a:pt x="9127" y="9127"/>
                  <a:pt x="9193" y="9289"/>
                  <a:pt x="9244" y="9457"/>
                </a:cubicBezTo>
                <a:cubicBezTo>
                  <a:pt x="9778" y="8869"/>
                  <a:pt x="10055" y="8027"/>
                  <a:pt x="9829" y="7273"/>
                </a:cubicBezTo>
                <a:cubicBezTo>
                  <a:pt x="9620" y="6570"/>
                  <a:pt x="8924" y="6008"/>
                  <a:pt x="8188" y="6008"/>
                </a:cubicBezTo>
                <a:cubicBezTo>
                  <a:pt x="8117" y="6008"/>
                  <a:pt x="8045" y="6013"/>
                  <a:pt x="7973" y="6024"/>
                </a:cubicBezTo>
                <a:cubicBezTo>
                  <a:pt x="8274" y="5363"/>
                  <a:pt x="8060" y="4515"/>
                  <a:pt x="7483" y="4065"/>
                </a:cubicBezTo>
                <a:cubicBezTo>
                  <a:pt x="7189" y="3837"/>
                  <a:pt x="6815" y="3722"/>
                  <a:pt x="6441" y="3722"/>
                </a:cubicBezTo>
                <a:cubicBezTo>
                  <a:pt x="6078" y="3722"/>
                  <a:pt x="5715" y="3830"/>
                  <a:pt x="5425" y="4046"/>
                </a:cubicBezTo>
                <a:cubicBezTo>
                  <a:pt x="5521" y="3011"/>
                  <a:pt x="5207" y="1929"/>
                  <a:pt x="4512" y="1144"/>
                </a:cubicBezTo>
                <a:cubicBezTo>
                  <a:pt x="3888" y="442"/>
                  <a:pt x="2951" y="1"/>
                  <a:pt x="2004"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8000" bIns="180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96" name="Google Shape;2099;p37">
            <a:extLst>
              <a:ext uri="{FF2B5EF4-FFF2-40B4-BE49-F238E27FC236}">
                <a16:creationId xmlns:a16="http://schemas.microsoft.com/office/drawing/2014/main" id="{D8936F29-1BE6-4411-B63B-0538987DA2C6}"/>
              </a:ext>
            </a:extLst>
          </p:cNvPr>
          <p:cNvSpPr/>
          <p:nvPr/>
        </p:nvSpPr>
        <p:spPr>
          <a:xfrm>
            <a:off x="1714855" y="1989720"/>
            <a:ext cx="30240" cy="27720"/>
          </a:xfrm>
          <a:custGeom>
            <a:avLst/>
            <a:gdLst>
              <a:gd name="textAreaLeft" fmla="*/ 0 w 30240"/>
              <a:gd name="textAreaRight" fmla="*/ 30600 w 30240"/>
              <a:gd name="textAreaTop" fmla="*/ 0 h 27720"/>
              <a:gd name="textAreaBottom" fmla="*/ 28080 h 27720"/>
            </a:gdLst>
            <a:ahLst/>
            <a:cxnLst/>
            <a:rect l="textAreaLeft" t="textAreaTop" r="textAreaRight" b="textAreaBottom"/>
            <a:pathLst>
              <a:path w="8072" h="7384">
                <a:moveTo>
                  <a:pt x="4625" y="1"/>
                </a:moveTo>
                <a:cubicBezTo>
                  <a:pt x="4534" y="1"/>
                  <a:pt x="4437" y="76"/>
                  <a:pt x="4431" y="175"/>
                </a:cubicBezTo>
                <a:cubicBezTo>
                  <a:pt x="4375" y="1041"/>
                  <a:pt x="4613" y="1957"/>
                  <a:pt x="4704" y="2819"/>
                </a:cubicBezTo>
                <a:cubicBezTo>
                  <a:pt x="4796" y="3709"/>
                  <a:pt x="4846" y="4599"/>
                  <a:pt x="4870" y="5490"/>
                </a:cubicBezTo>
                <a:cubicBezTo>
                  <a:pt x="4871" y="5550"/>
                  <a:pt x="4871" y="5612"/>
                  <a:pt x="4872" y="5674"/>
                </a:cubicBezTo>
                <a:cubicBezTo>
                  <a:pt x="4671" y="5460"/>
                  <a:pt x="4461" y="5250"/>
                  <a:pt x="4275" y="5024"/>
                </a:cubicBezTo>
                <a:cubicBezTo>
                  <a:pt x="3891" y="4559"/>
                  <a:pt x="3541" y="4067"/>
                  <a:pt x="3228" y="3550"/>
                </a:cubicBezTo>
                <a:cubicBezTo>
                  <a:pt x="2646" y="2586"/>
                  <a:pt x="2234" y="1566"/>
                  <a:pt x="1774" y="544"/>
                </a:cubicBezTo>
                <a:cubicBezTo>
                  <a:pt x="1752" y="495"/>
                  <a:pt x="1703" y="473"/>
                  <a:pt x="1653" y="473"/>
                </a:cubicBezTo>
                <a:cubicBezTo>
                  <a:pt x="1571" y="473"/>
                  <a:pt x="1483" y="530"/>
                  <a:pt x="1495" y="618"/>
                </a:cubicBezTo>
                <a:cubicBezTo>
                  <a:pt x="1641" y="1754"/>
                  <a:pt x="2116" y="2868"/>
                  <a:pt x="2702" y="3853"/>
                </a:cubicBezTo>
                <a:cubicBezTo>
                  <a:pt x="3186" y="4667"/>
                  <a:pt x="3801" y="5632"/>
                  <a:pt x="4558" y="6288"/>
                </a:cubicBezTo>
                <a:cubicBezTo>
                  <a:pt x="3817" y="6218"/>
                  <a:pt x="3062" y="6014"/>
                  <a:pt x="2385" y="5771"/>
                </a:cubicBezTo>
                <a:cubicBezTo>
                  <a:pt x="1562" y="5478"/>
                  <a:pt x="947" y="4935"/>
                  <a:pt x="216" y="4489"/>
                </a:cubicBezTo>
                <a:cubicBezTo>
                  <a:pt x="194" y="4476"/>
                  <a:pt x="172" y="4470"/>
                  <a:pt x="150" y="4470"/>
                </a:cubicBezTo>
                <a:cubicBezTo>
                  <a:pt x="69" y="4470"/>
                  <a:pt x="0" y="4553"/>
                  <a:pt x="20" y="4637"/>
                </a:cubicBezTo>
                <a:cubicBezTo>
                  <a:pt x="222" y="5546"/>
                  <a:pt x="1158" y="6096"/>
                  <a:pt x="1970" y="6430"/>
                </a:cubicBezTo>
                <a:cubicBezTo>
                  <a:pt x="2778" y="6765"/>
                  <a:pt x="3780" y="7068"/>
                  <a:pt x="4712" y="7068"/>
                </a:cubicBezTo>
                <a:cubicBezTo>
                  <a:pt x="4766" y="7068"/>
                  <a:pt x="4820" y="7067"/>
                  <a:pt x="4874" y="7065"/>
                </a:cubicBezTo>
                <a:lnTo>
                  <a:pt x="4874" y="7065"/>
                </a:lnTo>
                <a:cubicBezTo>
                  <a:pt x="4871" y="7169"/>
                  <a:pt x="4868" y="7271"/>
                  <a:pt x="4865" y="7375"/>
                </a:cubicBezTo>
                <a:cubicBezTo>
                  <a:pt x="5115" y="7379"/>
                  <a:pt x="5366" y="7382"/>
                  <a:pt x="5615" y="7383"/>
                </a:cubicBezTo>
                <a:cubicBezTo>
                  <a:pt x="5617" y="7257"/>
                  <a:pt x="5617" y="7128"/>
                  <a:pt x="5615" y="7002"/>
                </a:cubicBezTo>
                <a:cubicBezTo>
                  <a:pt x="6208" y="6576"/>
                  <a:pt x="6734" y="6067"/>
                  <a:pt x="7181" y="5490"/>
                </a:cubicBezTo>
                <a:cubicBezTo>
                  <a:pt x="7571" y="4989"/>
                  <a:pt x="8071" y="4296"/>
                  <a:pt x="8052" y="3637"/>
                </a:cubicBezTo>
                <a:cubicBezTo>
                  <a:pt x="8048" y="3548"/>
                  <a:pt x="7978" y="3496"/>
                  <a:pt x="7902" y="3496"/>
                </a:cubicBezTo>
                <a:cubicBezTo>
                  <a:pt x="7865" y="3496"/>
                  <a:pt x="7827" y="3508"/>
                  <a:pt x="7796" y="3535"/>
                </a:cubicBezTo>
                <a:cubicBezTo>
                  <a:pt x="7303" y="3943"/>
                  <a:pt x="7004" y="4626"/>
                  <a:pt x="6599" y="5117"/>
                </a:cubicBezTo>
                <a:cubicBezTo>
                  <a:pt x="6298" y="5482"/>
                  <a:pt x="5958" y="5808"/>
                  <a:pt x="5598" y="6111"/>
                </a:cubicBezTo>
                <a:cubicBezTo>
                  <a:pt x="5591" y="5863"/>
                  <a:pt x="5583" y="5616"/>
                  <a:pt x="5572" y="5373"/>
                </a:cubicBezTo>
                <a:cubicBezTo>
                  <a:pt x="5535" y="4442"/>
                  <a:pt x="5447" y="3513"/>
                  <a:pt x="5322" y="2589"/>
                </a:cubicBezTo>
                <a:cubicBezTo>
                  <a:pt x="5212" y="1767"/>
                  <a:pt x="5129" y="839"/>
                  <a:pt x="4760" y="88"/>
                </a:cubicBezTo>
                <a:cubicBezTo>
                  <a:pt x="4730" y="27"/>
                  <a:pt x="4678" y="1"/>
                  <a:pt x="4625"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97" name="Google Shape;2100;p37">
            <a:extLst>
              <a:ext uri="{FF2B5EF4-FFF2-40B4-BE49-F238E27FC236}">
                <a16:creationId xmlns:a16="http://schemas.microsoft.com/office/drawing/2014/main" id="{9B082D9C-DCFE-4D1F-A685-AD8A97A24E7B}"/>
              </a:ext>
            </a:extLst>
          </p:cNvPr>
          <p:cNvSpPr/>
          <p:nvPr/>
        </p:nvSpPr>
        <p:spPr>
          <a:xfrm>
            <a:off x="1805215" y="1931760"/>
            <a:ext cx="109080" cy="64440"/>
          </a:xfrm>
          <a:custGeom>
            <a:avLst/>
            <a:gdLst>
              <a:gd name="textAreaLeft" fmla="*/ 0 w 109080"/>
              <a:gd name="textAreaRight" fmla="*/ 109440 w 109080"/>
              <a:gd name="textAreaTop" fmla="*/ 0 h 64440"/>
              <a:gd name="textAreaBottom" fmla="*/ 64800 h 64440"/>
            </a:gdLst>
            <a:ahLst/>
            <a:cxnLst/>
            <a:rect l="textAreaLeft" t="textAreaTop" r="textAreaRight" b="textAreaBottom"/>
            <a:pathLst>
              <a:path w="28914" h="17076">
                <a:moveTo>
                  <a:pt x="23117" y="0"/>
                </a:moveTo>
                <a:cubicBezTo>
                  <a:pt x="22910" y="0"/>
                  <a:pt x="22710" y="84"/>
                  <a:pt x="22564" y="233"/>
                </a:cubicBezTo>
                <a:cubicBezTo>
                  <a:pt x="22407" y="393"/>
                  <a:pt x="22342" y="621"/>
                  <a:pt x="22390" y="839"/>
                </a:cubicBezTo>
                <a:lnTo>
                  <a:pt x="23215" y="4550"/>
                </a:lnTo>
                <a:lnTo>
                  <a:pt x="23215" y="4550"/>
                </a:lnTo>
                <a:lnTo>
                  <a:pt x="9723" y="3367"/>
                </a:lnTo>
                <a:lnTo>
                  <a:pt x="8844" y="584"/>
                </a:lnTo>
                <a:cubicBezTo>
                  <a:pt x="8749" y="281"/>
                  <a:pt x="8451" y="85"/>
                  <a:pt x="8129" y="85"/>
                </a:cubicBezTo>
                <a:cubicBezTo>
                  <a:pt x="8060" y="85"/>
                  <a:pt x="7989" y="94"/>
                  <a:pt x="7919" y="113"/>
                </a:cubicBezTo>
                <a:cubicBezTo>
                  <a:pt x="7524" y="222"/>
                  <a:pt x="7298" y="610"/>
                  <a:pt x="7414" y="977"/>
                </a:cubicBezTo>
                <a:lnTo>
                  <a:pt x="8263" y="3665"/>
                </a:lnTo>
                <a:lnTo>
                  <a:pt x="195" y="13700"/>
                </a:lnTo>
                <a:cubicBezTo>
                  <a:pt x="32" y="13899"/>
                  <a:pt x="1" y="14177"/>
                  <a:pt x="114" y="14409"/>
                </a:cubicBezTo>
                <a:cubicBezTo>
                  <a:pt x="230" y="14640"/>
                  <a:pt x="467" y="14797"/>
                  <a:pt x="745" y="14812"/>
                </a:cubicBezTo>
                <a:lnTo>
                  <a:pt x="10828" y="15410"/>
                </a:lnTo>
                <a:cubicBezTo>
                  <a:pt x="10844" y="15410"/>
                  <a:pt x="10859" y="15411"/>
                  <a:pt x="10874" y="15411"/>
                </a:cubicBezTo>
                <a:cubicBezTo>
                  <a:pt x="11266" y="15411"/>
                  <a:pt x="11594" y="15128"/>
                  <a:pt x="11619" y="14758"/>
                </a:cubicBezTo>
                <a:cubicBezTo>
                  <a:pt x="11646" y="14374"/>
                  <a:pt x="11334" y="14044"/>
                  <a:pt x="10923" y="14021"/>
                </a:cubicBezTo>
                <a:lnTo>
                  <a:pt x="2218" y="13504"/>
                </a:lnTo>
                <a:lnTo>
                  <a:pt x="8789" y="5329"/>
                </a:lnTo>
                <a:lnTo>
                  <a:pt x="11251" y="13118"/>
                </a:lnTo>
                <a:cubicBezTo>
                  <a:pt x="11340" y="13400"/>
                  <a:pt x="11602" y="13589"/>
                  <a:pt x="11896" y="13615"/>
                </a:cubicBezTo>
                <a:cubicBezTo>
                  <a:pt x="11919" y="13617"/>
                  <a:pt x="11941" y="13618"/>
                  <a:pt x="11963" y="13618"/>
                </a:cubicBezTo>
                <a:cubicBezTo>
                  <a:pt x="12035" y="13618"/>
                  <a:pt x="12107" y="13608"/>
                  <a:pt x="12177" y="13589"/>
                </a:cubicBezTo>
                <a:cubicBezTo>
                  <a:pt x="12572" y="13480"/>
                  <a:pt x="12799" y="13092"/>
                  <a:pt x="12682" y="12725"/>
                </a:cubicBezTo>
                <a:lnTo>
                  <a:pt x="10178" y="4805"/>
                </a:lnTo>
                <a:lnTo>
                  <a:pt x="22414" y="5878"/>
                </a:lnTo>
                <a:lnTo>
                  <a:pt x="14000" y="13109"/>
                </a:lnTo>
                <a:cubicBezTo>
                  <a:pt x="13697" y="13369"/>
                  <a:pt x="13677" y="13809"/>
                  <a:pt x="13956" y="14092"/>
                </a:cubicBezTo>
                <a:cubicBezTo>
                  <a:pt x="14085" y="14221"/>
                  <a:pt x="14253" y="14299"/>
                  <a:pt x="14434" y="14314"/>
                </a:cubicBezTo>
                <a:cubicBezTo>
                  <a:pt x="14458" y="14316"/>
                  <a:pt x="14482" y="14317"/>
                  <a:pt x="14506" y="14317"/>
                </a:cubicBezTo>
                <a:cubicBezTo>
                  <a:pt x="14689" y="14317"/>
                  <a:pt x="14868" y="14252"/>
                  <a:pt x="15010" y="14133"/>
                </a:cubicBezTo>
                <a:lnTo>
                  <a:pt x="23687" y="6677"/>
                </a:lnTo>
                <a:lnTo>
                  <a:pt x="25865" y="16520"/>
                </a:lnTo>
                <a:cubicBezTo>
                  <a:pt x="25934" y="16827"/>
                  <a:pt x="26208" y="17045"/>
                  <a:pt x="26526" y="17073"/>
                </a:cubicBezTo>
                <a:cubicBezTo>
                  <a:pt x="26550" y="17075"/>
                  <a:pt x="26573" y="17076"/>
                  <a:pt x="26597" y="17076"/>
                </a:cubicBezTo>
                <a:cubicBezTo>
                  <a:pt x="26647" y="17076"/>
                  <a:pt x="26697" y="17071"/>
                  <a:pt x="26747" y="17062"/>
                </a:cubicBezTo>
                <a:cubicBezTo>
                  <a:pt x="27150" y="16984"/>
                  <a:pt x="27411" y="16616"/>
                  <a:pt x="27327" y="16239"/>
                </a:cubicBezTo>
                <a:lnTo>
                  <a:pt x="24881" y="5191"/>
                </a:lnTo>
                <a:lnTo>
                  <a:pt x="24881" y="5189"/>
                </a:lnTo>
                <a:lnTo>
                  <a:pt x="24055" y="1478"/>
                </a:lnTo>
                <a:lnTo>
                  <a:pt x="24055" y="1478"/>
                </a:lnTo>
                <a:lnTo>
                  <a:pt x="28062" y="1830"/>
                </a:lnTo>
                <a:cubicBezTo>
                  <a:pt x="28085" y="1832"/>
                  <a:pt x="28109" y="1833"/>
                  <a:pt x="28132" y="1833"/>
                </a:cubicBezTo>
                <a:cubicBezTo>
                  <a:pt x="28513" y="1833"/>
                  <a:pt x="28839" y="1563"/>
                  <a:pt x="28875" y="1202"/>
                </a:cubicBezTo>
                <a:cubicBezTo>
                  <a:pt x="28913" y="820"/>
                  <a:pt x="28612" y="480"/>
                  <a:pt x="28202" y="444"/>
                </a:cubicBezTo>
                <a:lnTo>
                  <a:pt x="23189" y="4"/>
                </a:lnTo>
                <a:cubicBezTo>
                  <a:pt x="23165" y="1"/>
                  <a:pt x="23141" y="0"/>
                  <a:pt x="23117" y="0"/>
                </a:cubicBezTo>
                <a:close/>
              </a:path>
            </a:pathLst>
          </a:custGeom>
          <a:solidFill>
            <a:srgbClr val="FFE48D"/>
          </a:solidFill>
          <a:ln w="0">
            <a:noFill/>
          </a:ln>
        </p:spPr>
        <p:style>
          <a:lnRef idx="0">
            <a:scrgbClr r="0" g="0" b="0"/>
          </a:lnRef>
          <a:fillRef idx="0">
            <a:scrgbClr r="0" g="0" b="0"/>
          </a:fillRef>
          <a:effectRef idx="0">
            <a:scrgbClr r="0" g="0" b="0"/>
          </a:effectRef>
          <a:fontRef idx="minor"/>
        </p:style>
        <p:txBody>
          <a:bodyPr tIns="32400" bIns="324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98" name="Google Shape;2101;p37">
            <a:extLst>
              <a:ext uri="{FF2B5EF4-FFF2-40B4-BE49-F238E27FC236}">
                <a16:creationId xmlns:a16="http://schemas.microsoft.com/office/drawing/2014/main" id="{E027DD99-A868-4A59-A2AF-C11F9F3C1C0E}"/>
              </a:ext>
            </a:extLst>
          </p:cNvPr>
          <p:cNvSpPr/>
          <p:nvPr/>
        </p:nvSpPr>
        <p:spPr>
          <a:xfrm>
            <a:off x="1843375" y="1977480"/>
            <a:ext cx="20160" cy="18720"/>
          </a:xfrm>
          <a:custGeom>
            <a:avLst/>
            <a:gdLst>
              <a:gd name="textAreaLeft" fmla="*/ 0 w 20160"/>
              <a:gd name="textAreaRight" fmla="*/ 20520 w 20160"/>
              <a:gd name="textAreaTop" fmla="*/ 0 h 18720"/>
              <a:gd name="textAreaBottom" fmla="*/ 19080 h 18720"/>
            </a:gdLst>
            <a:ahLst/>
            <a:cxnLst/>
            <a:rect l="textAreaLeft" t="textAreaTop" r="textAreaRight" b="textAreaBottom"/>
            <a:pathLst>
              <a:path w="5455" h="5046">
                <a:moveTo>
                  <a:pt x="2710" y="1392"/>
                </a:moveTo>
                <a:cubicBezTo>
                  <a:pt x="2747" y="1392"/>
                  <a:pt x="2784" y="1394"/>
                  <a:pt x="2821" y="1397"/>
                </a:cubicBezTo>
                <a:cubicBezTo>
                  <a:pt x="3210" y="1431"/>
                  <a:pt x="3546" y="1629"/>
                  <a:pt x="3746" y="1944"/>
                </a:cubicBezTo>
                <a:cubicBezTo>
                  <a:pt x="3879" y="2145"/>
                  <a:pt x="3938" y="2388"/>
                  <a:pt x="3914" y="2629"/>
                </a:cubicBezTo>
                <a:cubicBezTo>
                  <a:pt x="3855" y="3214"/>
                  <a:pt x="3325" y="3654"/>
                  <a:pt x="2707" y="3654"/>
                </a:cubicBezTo>
                <a:cubicBezTo>
                  <a:pt x="2670" y="3654"/>
                  <a:pt x="2632" y="3653"/>
                  <a:pt x="2595" y="3650"/>
                </a:cubicBezTo>
                <a:cubicBezTo>
                  <a:pt x="2009" y="3597"/>
                  <a:pt x="1548" y="3164"/>
                  <a:pt x="1499" y="2628"/>
                </a:cubicBezTo>
                <a:cubicBezTo>
                  <a:pt x="1494" y="2558"/>
                  <a:pt x="1495" y="2487"/>
                  <a:pt x="1500" y="2417"/>
                </a:cubicBezTo>
                <a:cubicBezTo>
                  <a:pt x="1540" y="2022"/>
                  <a:pt x="1793" y="1683"/>
                  <a:pt x="2176" y="1508"/>
                </a:cubicBezTo>
                <a:cubicBezTo>
                  <a:pt x="2344" y="1431"/>
                  <a:pt x="2526" y="1392"/>
                  <a:pt x="2710" y="1392"/>
                </a:cubicBezTo>
                <a:close/>
                <a:moveTo>
                  <a:pt x="2702" y="0"/>
                </a:moveTo>
                <a:cubicBezTo>
                  <a:pt x="2295" y="0"/>
                  <a:pt x="1891" y="88"/>
                  <a:pt x="1518" y="259"/>
                </a:cubicBezTo>
                <a:cubicBezTo>
                  <a:pt x="667" y="648"/>
                  <a:pt x="105" y="1405"/>
                  <a:pt x="16" y="2287"/>
                </a:cubicBezTo>
                <a:cubicBezTo>
                  <a:pt x="2" y="2436"/>
                  <a:pt x="0" y="2586"/>
                  <a:pt x="13" y="2735"/>
                </a:cubicBezTo>
                <a:cubicBezTo>
                  <a:pt x="122" y="3953"/>
                  <a:pt x="1149" y="4921"/>
                  <a:pt x="2455" y="5034"/>
                </a:cubicBezTo>
                <a:cubicBezTo>
                  <a:pt x="2540" y="5042"/>
                  <a:pt x="2626" y="5046"/>
                  <a:pt x="2710" y="5046"/>
                </a:cubicBezTo>
                <a:cubicBezTo>
                  <a:pt x="4087" y="5046"/>
                  <a:pt x="5268" y="4065"/>
                  <a:pt x="5400" y="2760"/>
                </a:cubicBezTo>
                <a:cubicBezTo>
                  <a:pt x="5455" y="2221"/>
                  <a:pt x="5323" y="1679"/>
                  <a:pt x="5026" y="1227"/>
                </a:cubicBezTo>
                <a:cubicBezTo>
                  <a:pt x="4587" y="541"/>
                  <a:pt x="3815" y="86"/>
                  <a:pt x="2961" y="12"/>
                </a:cubicBezTo>
                <a:cubicBezTo>
                  <a:pt x="2874" y="4"/>
                  <a:pt x="2788" y="0"/>
                  <a:pt x="2702"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360" bIns="93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99" name="Google Shape;2102;p37">
            <a:extLst>
              <a:ext uri="{FF2B5EF4-FFF2-40B4-BE49-F238E27FC236}">
                <a16:creationId xmlns:a16="http://schemas.microsoft.com/office/drawing/2014/main" id="{349BE152-821E-4B13-A19B-356E03EB1BAE}"/>
              </a:ext>
            </a:extLst>
          </p:cNvPr>
          <p:cNvSpPr/>
          <p:nvPr/>
        </p:nvSpPr>
        <p:spPr>
          <a:xfrm>
            <a:off x="1821775" y="1928880"/>
            <a:ext cx="28440" cy="10080"/>
          </a:xfrm>
          <a:custGeom>
            <a:avLst/>
            <a:gdLst>
              <a:gd name="textAreaLeft" fmla="*/ 0 w 28440"/>
              <a:gd name="textAreaRight" fmla="*/ 28800 w 28440"/>
              <a:gd name="textAreaTop" fmla="*/ 0 h 10080"/>
              <a:gd name="textAreaBottom" fmla="*/ 10440 h 10080"/>
            </a:gdLst>
            <a:ahLst/>
            <a:cxnLst/>
            <a:rect l="textAreaLeft" t="textAreaTop" r="textAreaRight" b="textAreaBottom"/>
            <a:pathLst>
              <a:path w="7615" h="2774">
                <a:moveTo>
                  <a:pt x="1572" y="1"/>
                </a:moveTo>
                <a:cubicBezTo>
                  <a:pt x="196" y="1"/>
                  <a:pt x="1" y="2066"/>
                  <a:pt x="1365" y="2297"/>
                </a:cubicBezTo>
                <a:cubicBezTo>
                  <a:pt x="2339" y="2462"/>
                  <a:pt x="3350" y="2472"/>
                  <a:pt x="4332" y="2591"/>
                </a:cubicBezTo>
                <a:cubicBezTo>
                  <a:pt x="4820" y="2650"/>
                  <a:pt x="5394" y="2773"/>
                  <a:pt x="5943" y="2773"/>
                </a:cubicBezTo>
                <a:cubicBezTo>
                  <a:pt x="6356" y="2773"/>
                  <a:pt x="6756" y="2703"/>
                  <a:pt x="7095" y="2483"/>
                </a:cubicBezTo>
                <a:cubicBezTo>
                  <a:pt x="7455" y="2247"/>
                  <a:pt x="7615" y="1785"/>
                  <a:pt x="7335" y="1412"/>
                </a:cubicBezTo>
                <a:cubicBezTo>
                  <a:pt x="6743" y="619"/>
                  <a:pt x="5587" y="549"/>
                  <a:pt x="4695" y="403"/>
                </a:cubicBezTo>
                <a:cubicBezTo>
                  <a:pt x="3685" y="237"/>
                  <a:pt x="2624" y="19"/>
                  <a:pt x="1597" y="1"/>
                </a:cubicBezTo>
                <a:cubicBezTo>
                  <a:pt x="1589" y="1"/>
                  <a:pt x="1580" y="1"/>
                  <a:pt x="1572"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5040" bIns="50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00" name="Google Shape;2103;p37">
            <a:extLst>
              <a:ext uri="{FF2B5EF4-FFF2-40B4-BE49-F238E27FC236}">
                <a16:creationId xmlns:a16="http://schemas.microsoft.com/office/drawing/2014/main" id="{96368DDE-FBE9-433F-B8C7-EDDD621DF1E3}"/>
              </a:ext>
            </a:extLst>
          </p:cNvPr>
          <p:cNvSpPr/>
          <p:nvPr/>
        </p:nvSpPr>
        <p:spPr>
          <a:xfrm>
            <a:off x="1872535" y="1964160"/>
            <a:ext cx="66240" cy="59040"/>
          </a:xfrm>
          <a:custGeom>
            <a:avLst/>
            <a:gdLst>
              <a:gd name="textAreaLeft" fmla="*/ 0 w 66240"/>
              <a:gd name="textAreaRight" fmla="*/ 66600 w 66240"/>
              <a:gd name="textAreaTop" fmla="*/ 0 h 59040"/>
              <a:gd name="textAreaBottom" fmla="*/ 59400 h 59040"/>
            </a:gdLst>
            <a:ahLst/>
            <a:cxnLst/>
            <a:rect l="textAreaLeft" t="textAreaTop" r="textAreaRight" b="textAreaBottom"/>
            <a:pathLst>
              <a:path w="17576" h="15659">
                <a:moveTo>
                  <a:pt x="8783" y="1392"/>
                </a:moveTo>
                <a:cubicBezTo>
                  <a:pt x="8998" y="1392"/>
                  <a:pt x="9215" y="1401"/>
                  <a:pt x="9434" y="1420"/>
                </a:cubicBezTo>
                <a:cubicBezTo>
                  <a:pt x="13221" y="1752"/>
                  <a:pt x="16012" y="4898"/>
                  <a:pt x="15657" y="8431"/>
                </a:cubicBezTo>
                <a:cubicBezTo>
                  <a:pt x="15321" y="11762"/>
                  <a:pt x="12309" y="14266"/>
                  <a:pt x="8793" y="14266"/>
                </a:cubicBezTo>
                <a:cubicBezTo>
                  <a:pt x="8578" y="14266"/>
                  <a:pt x="8361" y="14257"/>
                  <a:pt x="8142" y="14238"/>
                </a:cubicBezTo>
                <a:cubicBezTo>
                  <a:pt x="4355" y="13906"/>
                  <a:pt x="1564" y="10760"/>
                  <a:pt x="1919" y="7227"/>
                </a:cubicBezTo>
                <a:cubicBezTo>
                  <a:pt x="2255" y="3896"/>
                  <a:pt x="5267" y="1392"/>
                  <a:pt x="8783" y="1392"/>
                </a:cubicBezTo>
                <a:close/>
                <a:moveTo>
                  <a:pt x="8781" y="1"/>
                </a:moveTo>
                <a:cubicBezTo>
                  <a:pt x="4505" y="1"/>
                  <a:pt x="842" y="3047"/>
                  <a:pt x="434" y="7097"/>
                </a:cubicBezTo>
                <a:cubicBezTo>
                  <a:pt x="1" y="11394"/>
                  <a:pt x="3397" y="15219"/>
                  <a:pt x="8002" y="15624"/>
                </a:cubicBezTo>
                <a:cubicBezTo>
                  <a:pt x="8268" y="15647"/>
                  <a:pt x="8533" y="15659"/>
                  <a:pt x="8795" y="15659"/>
                </a:cubicBezTo>
                <a:cubicBezTo>
                  <a:pt x="13071" y="15659"/>
                  <a:pt x="16734" y="12611"/>
                  <a:pt x="17142" y="8563"/>
                </a:cubicBezTo>
                <a:cubicBezTo>
                  <a:pt x="17576" y="4264"/>
                  <a:pt x="14181" y="440"/>
                  <a:pt x="9574" y="36"/>
                </a:cubicBezTo>
                <a:cubicBezTo>
                  <a:pt x="9308" y="12"/>
                  <a:pt x="9043" y="1"/>
                  <a:pt x="8781"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9520" bIns="295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01" name="Google Shape;2104;p37">
            <a:extLst>
              <a:ext uri="{FF2B5EF4-FFF2-40B4-BE49-F238E27FC236}">
                <a16:creationId xmlns:a16="http://schemas.microsoft.com/office/drawing/2014/main" id="{37CB2ED2-C489-4999-96B1-E049DCEC136C}"/>
              </a:ext>
            </a:extLst>
          </p:cNvPr>
          <p:cNvSpPr/>
          <p:nvPr/>
        </p:nvSpPr>
        <p:spPr>
          <a:xfrm>
            <a:off x="1773895" y="1955520"/>
            <a:ext cx="66240" cy="59040"/>
          </a:xfrm>
          <a:custGeom>
            <a:avLst/>
            <a:gdLst>
              <a:gd name="textAreaLeft" fmla="*/ 0 w 66240"/>
              <a:gd name="textAreaRight" fmla="*/ 66600 w 66240"/>
              <a:gd name="textAreaTop" fmla="*/ 0 h 59040"/>
              <a:gd name="textAreaBottom" fmla="*/ 59400 h 59040"/>
            </a:gdLst>
            <a:ahLst/>
            <a:cxnLst/>
            <a:rect l="textAreaLeft" t="textAreaTop" r="textAreaRight" b="textAreaBottom"/>
            <a:pathLst>
              <a:path w="17574" h="15660">
                <a:moveTo>
                  <a:pt x="8780" y="1393"/>
                </a:moveTo>
                <a:cubicBezTo>
                  <a:pt x="8995" y="1393"/>
                  <a:pt x="9213" y="1402"/>
                  <a:pt x="9432" y="1422"/>
                </a:cubicBezTo>
                <a:cubicBezTo>
                  <a:pt x="13220" y="1753"/>
                  <a:pt x="16012" y="4899"/>
                  <a:pt x="15656" y="8432"/>
                </a:cubicBezTo>
                <a:cubicBezTo>
                  <a:pt x="15321" y="11762"/>
                  <a:pt x="12307" y="14267"/>
                  <a:pt x="8792" y="14267"/>
                </a:cubicBezTo>
                <a:cubicBezTo>
                  <a:pt x="8577" y="14267"/>
                  <a:pt x="8360" y="14258"/>
                  <a:pt x="8142" y="14239"/>
                </a:cubicBezTo>
                <a:cubicBezTo>
                  <a:pt x="4354" y="13907"/>
                  <a:pt x="1562" y="10762"/>
                  <a:pt x="1918" y="7227"/>
                </a:cubicBezTo>
                <a:cubicBezTo>
                  <a:pt x="2253" y="3898"/>
                  <a:pt x="5265" y="1393"/>
                  <a:pt x="8780" y="1393"/>
                </a:cubicBezTo>
                <a:close/>
                <a:moveTo>
                  <a:pt x="8780" y="1"/>
                </a:moveTo>
                <a:cubicBezTo>
                  <a:pt x="4504" y="1"/>
                  <a:pt x="840" y="3048"/>
                  <a:pt x="434" y="7097"/>
                </a:cubicBezTo>
                <a:cubicBezTo>
                  <a:pt x="0" y="11395"/>
                  <a:pt x="3395" y="15220"/>
                  <a:pt x="8002" y="15625"/>
                </a:cubicBezTo>
                <a:cubicBezTo>
                  <a:pt x="8267" y="15648"/>
                  <a:pt x="8531" y="15660"/>
                  <a:pt x="8792" y="15660"/>
                </a:cubicBezTo>
                <a:cubicBezTo>
                  <a:pt x="13068" y="15660"/>
                  <a:pt x="16733" y="12613"/>
                  <a:pt x="17141" y="8562"/>
                </a:cubicBezTo>
                <a:cubicBezTo>
                  <a:pt x="17574" y="4265"/>
                  <a:pt x="14179" y="440"/>
                  <a:pt x="9572" y="35"/>
                </a:cubicBezTo>
                <a:cubicBezTo>
                  <a:pt x="9306" y="12"/>
                  <a:pt x="9042" y="1"/>
                  <a:pt x="8780"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9520" bIns="295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02" name="Google Shape;2105;p37">
            <a:extLst>
              <a:ext uri="{FF2B5EF4-FFF2-40B4-BE49-F238E27FC236}">
                <a16:creationId xmlns:a16="http://schemas.microsoft.com/office/drawing/2014/main" id="{C982A124-2CD4-4319-A392-9225C34C4B5B}"/>
              </a:ext>
            </a:extLst>
          </p:cNvPr>
          <p:cNvSpPr/>
          <p:nvPr/>
        </p:nvSpPr>
        <p:spPr>
          <a:xfrm>
            <a:off x="1939855" y="1984320"/>
            <a:ext cx="52200" cy="38160"/>
          </a:xfrm>
          <a:custGeom>
            <a:avLst/>
            <a:gdLst>
              <a:gd name="textAreaLeft" fmla="*/ 0 w 52200"/>
              <a:gd name="textAreaRight" fmla="*/ 52560 w 52200"/>
              <a:gd name="textAreaTop" fmla="*/ 0 h 38160"/>
              <a:gd name="textAreaBottom" fmla="*/ 38520 h 38160"/>
            </a:gdLst>
            <a:ahLst/>
            <a:cxnLst/>
            <a:rect l="textAreaLeft" t="textAreaTop" r="textAreaRight" b="textAreaBottom"/>
            <a:pathLst>
              <a:path w="13830" h="10137">
                <a:moveTo>
                  <a:pt x="7824" y="0"/>
                </a:moveTo>
                <a:cubicBezTo>
                  <a:pt x="7747" y="0"/>
                  <a:pt x="7670" y="6"/>
                  <a:pt x="7593" y="19"/>
                </a:cubicBezTo>
                <a:cubicBezTo>
                  <a:pt x="7047" y="110"/>
                  <a:pt x="6669" y="494"/>
                  <a:pt x="6415" y="942"/>
                </a:cubicBezTo>
                <a:cubicBezTo>
                  <a:pt x="6313" y="1127"/>
                  <a:pt x="6228" y="1320"/>
                  <a:pt x="6161" y="1519"/>
                </a:cubicBezTo>
                <a:cubicBezTo>
                  <a:pt x="6016" y="1958"/>
                  <a:pt x="5914" y="2409"/>
                  <a:pt x="5861" y="2868"/>
                </a:cubicBezTo>
                <a:cubicBezTo>
                  <a:pt x="5595" y="2484"/>
                  <a:pt x="5251" y="2121"/>
                  <a:pt x="4790" y="1918"/>
                </a:cubicBezTo>
                <a:cubicBezTo>
                  <a:pt x="4569" y="1821"/>
                  <a:pt x="4317" y="1767"/>
                  <a:pt x="4069" y="1767"/>
                </a:cubicBezTo>
                <a:cubicBezTo>
                  <a:pt x="3800" y="1767"/>
                  <a:pt x="3536" y="1830"/>
                  <a:pt x="3320" y="1969"/>
                </a:cubicBezTo>
                <a:cubicBezTo>
                  <a:pt x="2909" y="2236"/>
                  <a:pt x="2758" y="2712"/>
                  <a:pt x="2711" y="3158"/>
                </a:cubicBezTo>
                <a:cubicBezTo>
                  <a:pt x="2607" y="4198"/>
                  <a:pt x="2956" y="5268"/>
                  <a:pt x="3673" y="6106"/>
                </a:cubicBezTo>
                <a:cubicBezTo>
                  <a:pt x="3128" y="5818"/>
                  <a:pt x="2552" y="5538"/>
                  <a:pt x="1920" y="5479"/>
                </a:cubicBezTo>
                <a:cubicBezTo>
                  <a:pt x="1851" y="5472"/>
                  <a:pt x="1780" y="5469"/>
                  <a:pt x="1710" y="5469"/>
                </a:cubicBezTo>
                <a:cubicBezTo>
                  <a:pt x="1137" y="5469"/>
                  <a:pt x="547" y="5682"/>
                  <a:pt x="272" y="6112"/>
                </a:cubicBezTo>
                <a:cubicBezTo>
                  <a:pt x="1" y="6542"/>
                  <a:pt x="94" y="7080"/>
                  <a:pt x="319" y="7530"/>
                </a:cubicBezTo>
                <a:cubicBezTo>
                  <a:pt x="789" y="8480"/>
                  <a:pt x="1785" y="9186"/>
                  <a:pt x="2892" y="9561"/>
                </a:cubicBezTo>
                <a:cubicBezTo>
                  <a:pt x="3553" y="9783"/>
                  <a:pt x="4264" y="9938"/>
                  <a:pt x="4992" y="10028"/>
                </a:cubicBezTo>
                <a:cubicBezTo>
                  <a:pt x="5365" y="10076"/>
                  <a:pt x="5743" y="10108"/>
                  <a:pt x="6124" y="10123"/>
                </a:cubicBezTo>
                <a:cubicBezTo>
                  <a:pt x="6252" y="10128"/>
                  <a:pt x="6379" y="10132"/>
                  <a:pt x="6507" y="10134"/>
                </a:cubicBezTo>
                <a:cubicBezTo>
                  <a:pt x="6548" y="10134"/>
                  <a:pt x="6588" y="10135"/>
                  <a:pt x="6627" y="10135"/>
                </a:cubicBezTo>
                <a:cubicBezTo>
                  <a:pt x="6681" y="10137"/>
                  <a:pt x="6733" y="10137"/>
                  <a:pt x="6785" y="10137"/>
                </a:cubicBezTo>
                <a:cubicBezTo>
                  <a:pt x="6904" y="10135"/>
                  <a:pt x="7022" y="10134"/>
                  <a:pt x="7142" y="10131"/>
                </a:cubicBezTo>
                <a:cubicBezTo>
                  <a:pt x="7224" y="10128"/>
                  <a:pt x="7307" y="10126"/>
                  <a:pt x="7391" y="10121"/>
                </a:cubicBezTo>
                <a:lnTo>
                  <a:pt x="7417" y="10121"/>
                </a:lnTo>
                <a:cubicBezTo>
                  <a:pt x="7679" y="10109"/>
                  <a:pt x="7941" y="10090"/>
                  <a:pt x="8199" y="10067"/>
                </a:cubicBezTo>
                <a:cubicBezTo>
                  <a:pt x="8478" y="10039"/>
                  <a:pt x="8754" y="10005"/>
                  <a:pt x="9027" y="9965"/>
                </a:cubicBezTo>
                <a:cubicBezTo>
                  <a:pt x="9483" y="9895"/>
                  <a:pt x="9930" y="9808"/>
                  <a:pt x="10358" y="9703"/>
                </a:cubicBezTo>
                <a:cubicBezTo>
                  <a:pt x="11140" y="9510"/>
                  <a:pt x="12400" y="9067"/>
                  <a:pt x="13103" y="8397"/>
                </a:cubicBezTo>
                <a:cubicBezTo>
                  <a:pt x="13615" y="7909"/>
                  <a:pt x="13830" y="7297"/>
                  <a:pt x="13344" y="6576"/>
                </a:cubicBezTo>
                <a:cubicBezTo>
                  <a:pt x="13181" y="6332"/>
                  <a:pt x="12849" y="6169"/>
                  <a:pt x="12535" y="6169"/>
                </a:cubicBezTo>
                <a:cubicBezTo>
                  <a:pt x="12387" y="6169"/>
                  <a:pt x="12244" y="6205"/>
                  <a:pt x="12123" y="6285"/>
                </a:cubicBezTo>
                <a:cubicBezTo>
                  <a:pt x="12559" y="5738"/>
                  <a:pt x="12963" y="5125"/>
                  <a:pt x="12952" y="4460"/>
                </a:cubicBezTo>
                <a:cubicBezTo>
                  <a:pt x="12941" y="3802"/>
                  <a:pt x="12366" y="3111"/>
                  <a:pt x="11611" y="3111"/>
                </a:cubicBezTo>
                <a:cubicBezTo>
                  <a:pt x="11604" y="3111"/>
                  <a:pt x="11597" y="3111"/>
                  <a:pt x="11591" y="3111"/>
                </a:cubicBezTo>
                <a:cubicBezTo>
                  <a:pt x="10872" y="3126"/>
                  <a:pt x="10362" y="3702"/>
                  <a:pt x="9965" y="4223"/>
                </a:cubicBezTo>
                <a:cubicBezTo>
                  <a:pt x="9948" y="3341"/>
                  <a:pt x="9929" y="2450"/>
                  <a:pt x="9655" y="1603"/>
                </a:cubicBezTo>
                <a:cubicBezTo>
                  <a:pt x="9518" y="1179"/>
                  <a:pt x="9311" y="762"/>
                  <a:pt x="8960" y="448"/>
                </a:cubicBezTo>
                <a:cubicBezTo>
                  <a:pt x="8663" y="182"/>
                  <a:pt x="8247" y="0"/>
                  <a:pt x="782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9080" bIns="190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03" name="Google Shape;2106;p37">
            <a:extLst>
              <a:ext uri="{FF2B5EF4-FFF2-40B4-BE49-F238E27FC236}">
                <a16:creationId xmlns:a16="http://schemas.microsoft.com/office/drawing/2014/main" id="{A9692EBE-C8C7-4B9E-9F17-1A510441648D}"/>
              </a:ext>
            </a:extLst>
          </p:cNvPr>
          <p:cNvSpPr/>
          <p:nvPr/>
        </p:nvSpPr>
        <p:spPr>
          <a:xfrm>
            <a:off x="1964335" y="1984320"/>
            <a:ext cx="27720" cy="31320"/>
          </a:xfrm>
          <a:custGeom>
            <a:avLst/>
            <a:gdLst>
              <a:gd name="textAreaLeft" fmla="*/ 0 w 27720"/>
              <a:gd name="textAreaRight" fmla="*/ 28080 w 27720"/>
              <a:gd name="textAreaTop" fmla="*/ 0 h 31320"/>
              <a:gd name="textAreaBottom" fmla="*/ 31680 h 31320"/>
            </a:gdLst>
            <a:ahLst/>
            <a:cxnLst/>
            <a:rect l="textAreaLeft" t="textAreaTop" r="textAreaRight" b="textAreaBottom"/>
            <a:pathLst>
              <a:path w="7416" h="8397">
                <a:moveTo>
                  <a:pt x="1410" y="0"/>
                </a:moveTo>
                <a:cubicBezTo>
                  <a:pt x="1333" y="0"/>
                  <a:pt x="1255" y="6"/>
                  <a:pt x="1179" y="19"/>
                </a:cubicBezTo>
                <a:cubicBezTo>
                  <a:pt x="633" y="110"/>
                  <a:pt x="255" y="494"/>
                  <a:pt x="1" y="942"/>
                </a:cubicBezTo>
                <a:cubicBezTo>
                  <a:pt x="234" y="854"/>
                  <a:pt x="484" y="807"/>
                  <a:pt x="733" y="807"/>
                </a:cubicBezTo>
                <a:cubicBezTo>
                  <a:pt x="1059" y="807"/>
                  <a:pt x="1384" y="888"/>
                  <a:pt x="1669" y="1064"/>
                </a:cubicBezTo>
                <a:cubicBezTo>
                  <a:pt x="2392" y="1507"/>
                  <a:pt x="2698" y="2313"/>
                  <a:pt x="2773" y="3078"/>
                </a:cubicBezTo>
                <a:cubicBezTo>
                  <a:pt x="2849" y="3845"/>
                  <a:pt x="2740" y="4619"/>
                  <a:pt x="2847" y="5382"/>
                </a:cubicBezTo>
                <a:cubicBezTo>
                  <a:pt x="3061" y="4939"/>
                  <a:pt x="3607" y="4642"/>
                  <a:pt x="4155" y="4642"/>
                </a:cubicBezTo>
                <a:cubicBezTo>
                  <a:pt x="4256" y="4642"/>
                  <a:pt x="4356" y="4652"/>
                  <a:pt x="4454" y="4673"/>
                </a:cubicBezTo>
                <a:cubicBezTo>
                  <a:pt x="5090" y="4807"/>
                  <a:pt x="5565" y="5373"/>
                  <a:pt x="5515" y="5941"/>
                </a:cubicBezTo>
                <a:cubicBezTo>
                  <a:pt x="5467" y="6477"/>
                  <a:pt x="5016" y="6938"/>
                  <a:pt x="4962" y="7475"/>
                </a:cubicBezTo>
                <a:cubicBezTo>
                  <a:pt x="5091" y="7421"/>
                  <a:pt x="5227" y="7396"/>
                  <a:pt x="5363" y="7396"/>
                </a:cubicBezTo>
                <a:cubicBezTo>
                  <a:pt x="5878" y="7396"/>
                  <a:pt x="6400" y="7747"/>
                  <a:pt x="6607" y="8183"/>
                </a:cubicBezTo>
                <a:cubicBezTo>
                  <a:pt x="6638" y="8253"/>
                  <a:pt x="6667" y="8324"/>
                  <a:pt x="6689" y="8397"/>
                </a:cubicBezTo>
                <a:cubicBezTo>
                  <a:pt x="7201" y="7907"/>
                  <a:pt x="7416" y="7297"/>
                  <a:pt x="6929" y="6576"/>
                </a:cubicBezTo>
                <a:cubicBezTo>
                  <a:pt x="6766" y="6331"/>
                  <a:pt x="6434" y="6167"/>
                  <a:pt x="6120" y="6167"/>
                </a:cubicBezTo>
                <a:cubicBezTo>
                  <a:pt x="5973" y="6167"/>
                  <a:pt x="5830" y="6203"/>
                  <a:pt x="5709" y="6284"/>
                </a:cubicBezTo>
                <a:cubicBezTo>
                  <a:pt x="6145" y="5738"/>
                  <a:pt x="6549" y="5125"/>
                  <a:pt x="6538" y="4460"/>
                </a:cubicBezTo>
                <a:cubicBezTo>
                  <a:pt x="6527" y="3802"/>
                  <a:pt x="5953" y="3111"/>
                  <a:pt x="5199" y="3111"/>
                </a:cubicBezTo>
                <a:cubicBezTo>
                  <a:pt x="5192" y="3111"/>
                  <a:pt x="5184" y="3111"/>
                  <a:pt x="5177" y="3111"/>
                </a:cubicBezTo>
                <a:cubicBezTo>
                  <a:pt x="4458" y="3125"/>
                  <a:pt x="3948" y="3702"/>
                  <a:pt x="3551" y="4222"/>
                </a:cubicBezTo>
                <a:cubicBezTo>
                  <a:pt x="3534" y="3341"/>
                  <a:pt x="3514" y="2449"/>
                  <a:pt x="3239" y="1601"/>
                </a:cubicBezTo>
                <a:cubicBezTo>
                  <a:pt x="3104" y="1179"/>
                  <a:pt x="2898" y="761"/>
                  <a:pt x="2546" y="447"/>
                </a:cubicBezTo>
                <a:cubicBezTo>
                  <a:pt x="2249" y="181"/>
                  <a:pt x="1832" y="0"/>
                  <a:pt x="1410"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840" bIns="158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04" name="Google Shape;2107;p37">
            <a:extLst>
              <a:ext uri="{FF2B5EF4-FFF2-40B4-BE49-F238E27FC236}">
                <a16:creationId xmlns:a16="http://schemas.microsoft.com/office/drawing/2014/main" id="{B3BF310A-01A3-4FFF-A814-6BE2028AE79A}"/>
              </a:ext>
            </a:extLst>
          </p:cNvPr>
          <p:cNvSpPr/>
          <p:nvPr/>
        </p:nvSpPr>
        <p:spPr>
          <a:xfrm>
            <a:off x="1949935" y="1997280"/>
            <a:ext cx="27360" cy="25200"/>
          </a:xfrm>
          <a:custGeom>
            <a:avLst/>
            <a:gdLst>
              <a:gd name="textAreaLeft" fmla="*/ 0 w 27360"/>
              <a:gd name="textAreaRight" fmla="*/ 27720 w 27360"/>
              <a:gd name="textAreaTop" fmla="*/ 0 h 25200"/>
              <a:gd name="textAreaBottom" fmla="*/ 25560 h 25200"/>
            </a:gdLst>
            <a:ahLst/>
            <a:cxnLst/>
            <a:rect l="textAreaLeft" t="textAreaTop" r="textAreaRight" b="textAreaBottom"/>
            <a:pathLst>
              <a:path w="7327" h="6755">
                <a:moveTo>
                  <a:pt x="4939" y="0"/>
                </a:moveTo>
                <a:cubicBezTo>
                  <a:pt x="4907" y="0"/>
                  <a:pt x="4875" y="16"/>
                  <a:pt x="4862" y="49"/>
                </a:cubicBezTo>
                <a:cubicBezTo>
                  <a:pt x="4588" y="797"/>
                  <a:pt x="4658" y="1693"/>
                  <a:pt x="4574" y="2474"/>
                </a:cubicBezTo>
                <a:cubicBezTo>
                  <a:pt x="4521" y="2964"/>
                  <a:pt x="4463" y="3452"/>
                  <a:pt x="4398" y="3940"/>
                </a:cubicBezTo>
                <a:cubicBezTo>
                  <a:pt x="4101" y="3552"/>
                  <a:pt x="3823" y="3156"/>
                  <a:pt x="3568" y="2746"/>
                </a:cubicBezTo>
                <a:cubicBezTo>
                  <a:pt x="3199" y="2149"/>
                  <a:pt x="2893" y="1516"/>
                  <a:pt x="2482" y="944"/>
                </a:cubicBezTo>
                <a:cubicBezTo>
                  <a:pt x="2452" y="902"/>
                  <a:pt x="2409" y="884"/>
                  <a:pt x="2367" y="884"/>
                </a:cubicBezTo>
                <a:cubicBezTo>
                  <a:pt x="2288" y="884"/>
                  <a:pt x="2212" y="947"/>
                  <a:pt x="2227" y="1033"/>
                </a:cubicBezTo>
                <a:cubicBezTo>
                  <a:pt x="2463" y="2361"/>
                  <a:pt x="3403" y="3660"/>
                  <a:pt x="4270" y="4745"/>
                </a:cubicBezTo>
                <a:cubicBezTo>
                  <a:pt x="4273" y="4749"/>
                  <a:pt x="4274" y="4749"/>
                  <a:pt x="4276" y="4752"/>
                </a:cubicBezTo>
                <a:cubicBezTo>
                  <a:pt x="4254" y="4890"/>
                  <a:pt x="4232" y="5031"/>
                  <a:pt x="4207" y="5170"/>
                </a:cubicBezTo>
                <a:cubicBezTo>
                  <a:pt x="4170" y="5378"/>
                  <a:pt x="4132" y="5585"/>
                  <a:pt x="4092" y="5792"/>
                </a:cubicBezTo>
                <a:cubicBezTo>
                  <a:pt x="3856" y="5732"/>
                  <a:pt x="3608" y="5702"/>
                  <a:pt x="3372" y="5637"/>
                </a:cubicBezTo>
                <a:cubicBezTo>
                  <a:pt x="2936" y="5517"/>
                  <a:pt x="2514" y="5352"/>
                  <a:pt x="2112" y="5145"/>
                </a:cubicBezTo>
                <a:cubicBezTo>
                  <a:pt x="1399" y="4782"/>
                  <a:pt x="800" y="4302"/>
                  <a:pt x="143" y="3871"/>
                </a:cubicBezTo>
                <a:cubicBezTo>
                  <a:pt x="131" y="3863"/>
                  <a:pt x="117" y="3860"/>
                  <a:pt x="104" y="3860"/>
                </a:cubicBezTo>
                <a:cubicBezTo>
                  <a:pt x="53" y="3860"/>
                  <a:pt x="0" y="3906"/>
                  <a:pt x="20" y="3951"/>
                </a:cubicBezTo>
                <a:cubicBezTo>
                  <a:pt x="339" y="4675"/>
                  <a:pt x="1025" y="5233"/>
                  <a:pt x="1775" y="5633"/>
                </a:cubicBezTo>
                <a:cubicBezTo>
                  <a:pt x="2346" y="5938"/>
                  <a:pt x="3228" y="6350"/>
                  <a:pt x="3977" y="6377"/>
                </a:cubicBezTo>
                <a:cubicBezTo>
                  <a:pt x="3951" y="6501"/>
                  <a:pt x="3925" y="6627"/>
                  <a:pt x="3896" y="6752"/>
                </a:cubicBezTo>
                <a:cubicBezTo>
                  <a:pt x="3937" y="6754"/>
                  <a:pt x="3977" y="6754"/>
                  <a:pt x="4016" y="6754"/>
                </a:cubicBezTo>
                <a:cubicBezTo>
                  <a:pt x="4070" y="6755"/>
                  <a:pt x="4122" y="6755"/>
                  <a:pt x="4174" y="6755"/>
                </a:cubicBezTo>
                <a:cubicBezTo>
                  <a:pt x="4293" y="6754"/>
                  <a:pt x="4411" y="6752"/>
                  <a:pt x="4531" y="6749"/>
                </a:cubicBezTo>
                <a:cubicBezTo>
                  <a:pt x="4554" y="6630"/>
                  <a:pt x="4577" y="6511"/>
                  <a:pt x="4600" y="6392"/>
                </a:cubicBezTo>
                <a:cubicBezTo>
                  <a:pt x="4627" y="6386"/>
                  <a:pt x="4651" y="6379"/>
                  <a:pt x="4676" y="6370"/>
                </a:cubicBezTo>
                <a:cubicBezTo>
                  <a:pt x="5693" y="5993"/>
                  <a:pt x="7238" y="5148"/>
                  <a:pt x="7323" y="4073"/>
                </a:cubicBezTo>
                <a:cubicBezTo>
                  <a:pt x="7327" y="4044"/>
                  <a:pt x="7296" y="4021"/>
                  <a:pt x="7265" y="4021"/>
                </a:cubicBezTo>
                <a:cubicBezTo>
                  <a:pt x="7255" y="4021"/>
                  <a:pt x="7245" y="4024"/>
                  <a:pt x="7236" y="4029"/>
                </a:cubicBezTo>
                <a:cubicBezTo>
                  <a:pt x="6783" y="4273"/>
                  <a:pt x="6471" y="4669"/>
                  <a:pt x="6072" y="4971"/>
                </a:cubicBezTo>
                <a:cubicBezTo>
                  <a:pt x="5656" y="5285"/>
                  <a:pt x="5209" y="5552"/>
                  <a:pt x="4714" y="5754"/>
                </a:cubicBezTo>
                <a:cubicBezTo>
                  <a:pt x="4743" y="5587"/>
                  <a:pt x="4772" y="5417"/>
                  <a:pt x="4797" y="5247"/>
                </a:cubicBezTo>
                <a:cubicBezTo>
                  <a:pt x="4925" y="4390"/>
                  <a:pt x="5024" y="3529"/>
                  <a:pt x="5079" y="2665"/>
                </a:cubicBezTo>
                <a:cubicBezTo>
                  <a:pt x="5132" y="1849"/>
                  <a:pt x="5287" y="841"/>
                  <a:pt x="5017" y="50"/>
                </a:cubicBezTo>
                <a:cubicBezTo>
                  <a:pt x="5006" y="17"/>
                  <a:pt x="4972" y="0"/>
                  <a:pt x="4939"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2600" bIns="126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05" name="Google Shape;2108;p37">
            <a:extLst>
              <a:ext uri="{FF2B5EF4-FFF2-40B4-BE49-F238E27FC236}">
                <a16:creationId xmlns:a16="http://schemas.microsoft.com/office/drawing/2014/main" id="{83C60F04-7D89-4319-8E5C-C9DE719B0E2F}"/>
              </a:ext>
            </a:extLst>
          </p:cNvPr>
          <p:cNvSpPr/>
          <p:nvPr/>
        </p:nvSpPr>
        <p:spPr>
          <a:xfrm>
            <a:off x="1700455" y="1821240"/>
            <a:ext cx="47520" cy="66960"/>
          </a:xfrm>
          <a:custGeom>
            <a:avLst/>
            <a:gdLst>
              <a:gd name="textAreaLeft" fmla="*/ 0 w 47520"/>
              <a:gd name="textAreaRight" fmla="*/ 47880 w 47520"/>
              <a:gd name="textAreaTop" fmla="*/ 0 h 66960"/>
              <a:gd name="textAreaBottom" fmla="*/ 67320 h 66960"/>
            </a:gdLst>
            <a:ahLst/>
            <a:cxnLst/>
            <a:rect l="textAreaLeft" t="textAreaTop" r="textAreaRight" b="textAreaBottom"/>
            <a:pathLst>
              <a:path w="12616" h="17810">
                <a:moveTo>
                  <a:pt x="6466" y="1"/>
                </a:moveTo>
                <a:cubicBezTo>
                  <a:pt x="6304" y="1"/>
                  <a:pt x="6142" y="19"/>
                  <a:pt x="5981" y="57"/>
                </a:cubicBezTo>
                <a:cubicBezTo>
                  <a:pt x="5683" y="130"/>
                  <a:pt x="5404" y="261"/>
                  <a:pt x="5160" y="444"/>
                </a:cubicBezTo>
                <a:cubicBezTo>
                  <a:pt x="4674" y="790"/>
                  <a:pt x="4303" y="1301"/>
                  <a:pt x="4011" y="1812"/>
                </a:cubicBezTo>
                <a:cubicBezTo>
                  <a:pt x="3594" y="2537"/>
                  <a:pt x="3272" y="3313"/>
                  <a:pt x="3051" y="4120"/>
                </a:cubicBezTo>
                <a:cubicBezTo>
                  <a:pt x="2125" y="4305"/>
                  <a:pt x="1628" y="5247"/>
                  <a:pt x="1427" y="6108"/>
                </a:cubicBezTo>
                <a:cubicBezTo>
                  <a:pt x="1133" y="7388"/>
                  <a:pt x="1194" y="8725"/>
                  <a:pt x="1608" y="9973"/>
                </a:cubicBezTo>
                <a:cubicBezTo>
                  <a:pt x="281" y="11338"/>
                  <a:pt x="0" y="13494"/>
                  <a:pt x="932" y="15117"/>
                </a:cubicBezTo>
                <a:cubicBezTo>
                  <a:pt x="1829" y="16675"/>
                  <a:pt x="3411" y="17225"/>
                  <a:pt x="5164" y="17535"/>
                </a:cubicBezTo>
                <a:cubicBezTo>
                  <a:pt x="5915" y="17669"/>
                  <a:pt x="6691" y="17809"/>
                  <a:pt x="7452" y="17809"/>
                </a:cubicBezTo>
                <a:cubicBezTo>
                  <a:pt x="7559" y="17809"/>
                  <a:pt x="7666" y="17806"/>
                  <a:pt x="7772" y="17801"/>
                </a:cubicBezTo>
                <a:cubicBezTo>
                  <a:pt x="8428" y="17765"/>
                  <a:pt x="9070" y="17604"/>
                  <a:pt x="9665" y="17227"/>
                </a:cubicBezTo>
                <a:cubicBezTo>
                  <a:pt x="10637" y="16610"/>
                  <a:pt x="11209" y="15409"/>
                  <a:pt x="10837" y="14370"/>
                </a:cubicBezTo>
                <a:cubicBezTo>
                  <a:pt x="10772" y="14186"/>
                  <a:pt x="10680" y="13998"/>
                  <a:pt x="10721" y="13811"/>
                </a:cubicBezTo>
                <a:cubicBezTo>
                  <a:pt x="10748" y="13693"/>
                  <a:pt x="10822" y="13591"/>
                  <a:pt x="10896" y="13492"/>
                </a:cubicBezTo>
                <a:cubicBezTo>
                  <a:pt x="12215" y="11677"/>
                  <a:pt x="12616" y="9308"/>
                  <a:pt x="11960" y="7202"/>
                </a:cubicBezTo>
                <a:cubicBezTo>
                  <a:pt x="11601" y="6045"/>
                  <a:pt x="10761" y="4854"/>
                  <a:pt x="9479" y="4687"/>
                </a:cubicBezTo>
                <a:cubicBezTo>
                  <a:pt x="9461" y="3594"/>
                  <a:pt x="9406" y="2459"/>
                  <a:pt x="8857" y="1492"/>
                </a:cubicBezTo>
                <a:cubicBezTo>
                  <a:pt x="8387" y="662"/>
                  <a:pt x="7442" y="1"/>
                  <a:pt x="646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3480" bIns="334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06" name="Google Shape;2109;p37">
            <a:extLst>
              <a:ext uri="{FF2B5EF4-FFF2-40B4-BE49-F238E27FC236}">
                <a16:creationId xmlns:a16="http://schemas.microsoft.com/office/drawing/2014/main" id="{84232CB9-2656-4A36-A658-A09783D27EE7}"/>
              </a:ext>
            </a:extLst>
          </p:cNvPr>
          <p:cNvSpPr/>
          <p:nvPr/>
        </p:nvSpPr>
        <p:spPr>
          <a:xfrm>
            <a:off x="1719895" y="1821240"/>
            <a:ext cx="27720" cy="66960"/>
          </a:xfrm>
          <a:custGeom>
            <a:avLst/>
            <a:gdLst>
              <a:gd name="textAreaLeft" fmla="*/ 0 w 27720"/>
              <a:gd name="textAreaRight" fmla="*/ 28080 w 27720"/>
              <a:gd name="textAreaTop" fmla="*/ 0 h 66960"/>
              <a:gd name="textAreaBottom" fmla="*/ 67320 h 66960"/>
            </a:gdLst>
            <a:ahLst/>
            <a:cxnLst/>
            <a:rect l="textAreaLeft" t="textAreaTop" r="textAreaRight" b="textAreaBottom"/>
            <a:pathLst>
              <a:path w="7457" h="17801">
                <a:moveTo>
                  <a:pt x="1306" y="1"/>
                </a:moveTo>
                <a:cubicBezTo>
                  <a:pt x="1145" y="1"/>
                  <a:pt x="983" y="19"/>
                  <a:pt x="822" y="57"/>
                </a:cubicBezTo>
                <a:cubicBezTo>
                  <a:pt x="525" y="130"/>
                  <a:pt x="246" y="261"/>
                  <a:pt x="0" y="442"/>
                </a:cubicBezTo>
                <a:cubicBezTo>
                  <a:pt x="79" y="435"/>
                  <a:pt x="156" y="430"/>
                  <a:pt x="228" y="430"/>
                </a:cubicBezTo>
                <a:cubicBezTo>
                  <a:pt x="296" y="430"/>
                  <a:pt x="360" y="435"/>
                  <a:pt x="414" y="446"/>
                </a:cubicBezTo>
                <a:cubicBezTo>
                  <a:pt x="846" y="533"/>
                  <a:pt x="1252" y="719"/>
                  <a:pt x="1599" y="992"/>
                </a:cubicBezTo>
                <a:cubicBezTo>
                  <a:pt x="2343" y="1583"/>
                  <a:pt x="2738" y="2502"/>
                  <a:pt x="2792" y="3412"/>
                </a:cubicBezTo>
                <a:cubicBezTo>
                  <a:pt x="2847" y="4322"/>
                  <a:pt x="2592" y="5230"/>
                  <a:pt x="2213" y="6073"/>
                </a:cubicBezTo>
                <a:cubicBezTo>
                  <a:pt x="3072" y="6455"/>
                  <a:pt x="3698" y="7198"/>
                  <a:pt x="4093" y="8003"/>
                </a:cubicBezTo>
                <a:cubicBezTo>
                  <a:pt x="4822" y="9487"/>
                  <a:pt x="4848" y="11258"/>
                  <a:pt x="4162" y="12759"/>
                </a:cubicBezTo>
                <a:cubicBezTo>
                  <a:pt x="3912" y="13301"/>
                  <a:pt x="3536" y="13841"/>
                  <a:pt x="2949" y="14064"/>
                </a:cubicBezTo>
                <a:cubicBezTo>
                  <a:pt x="3590" y="14840"/>
                  <a:pt x="3642" y="15954"/>
                  <a:pt x="3235" y="16857"/>
                </a:cubicBezTo>
                <a:cubicBezTo>
                  <a:pt x="3077" y="17201"/>
                  <a:pt x="2867" y="17519"/>
                  <a:pt x="2614" y="17801"/>
                </a:cubicBezTo>
                <a:cubicBezTo>
                  <a:pt x="3270" y="17765"/>
                  <a:pt x="3912" y="17604"/>
                  <a:pt x="4507" y="17227"/>
                </a:cubicBezTo>
                <a:cubicBezTo>
                  <a:pt x="5479" y="16610"/>
                  <a:pt x="6051" y="15409"/>
                  <a:pt x="5679" y="14370"/>
                </a:cubicBezTo>
                <a:cubicBezTo>
                  <a:pt x="5614" y="14186"/>
                  <a:pt x="5522" y="13998"/>
                  <a:pt x="5563" y="13809"/>
                </a:cubicBezTo>
                <a:cubicBezTo>
                  <a:pt x="5589" y="13693"/>
                  <a:pt x="5664" y="13590"/>
                  <a:pt x="5737" y="13491"/>
                </a:cubicBezTo>
                <a:cubicBezTo>
                  <a:pt x="7056" y="11676"/>
                  <a:pt x="7456" y="9306"/>
                  <a:pt x="6801" y="7200"/>
                </a:cubicBezTo>
                <a:cubicBezTo>
                  <a:pt x="6442" y="6043"/>
                  <a:pt x="5603" y="4853"/>
                  <a:pt x="4319" y="4687"/>
                </a:cubicBezTo>
                <a:cubicBezTo>
                  <a:pt x="4301" y="3594"/>
                  <a:pt x="4247" y="2459"/>
                  <a:pt x="3698" y="1491"/>
                </a:cubicBezTo>
                <a:cubicBezTo>
                  <a:pt x="3227" y="662"/>
                  <a:pt x="2283" y="1"/>
                  <a:pt x="130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3480" bIns="334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07" name="Google Shape;2110;p37">
            <a:extLst>
              <a:ext uri="{FF2B5EF4-FFF2-40B4-BE49-F238E27FC236}">
                <a16:creationId xmlns:a16="http://schemas.microsoft.com/office/drawing/2014/main" id="{FEB9EEFB-102A-4C11-89E4-81E6ED068D6D}"/>
              </a:ext>
            </a:extLst>
          </p:cNvPr>
          <p:cNvSpPr/>
          <p:nvPr/>
        </p:nvSpPr>
        <p:spPr>
          <a:xfrm>
            <a:off x="1708015" y="1841400"/>
            <a:ext cx="32040" cy="68760"/>
          </a:xfrm>
          <a:custGeom>
            <a:avLst/>
            <a:gdLst>
              <a:gd name="textAreaLeft" fmla="*/ 0 w 32040"/>
              <a:gd name="textAreaRight" fmla="*/ 32400 w 32040"/>
              <a:gd name="textAreaTop" fmla="*/ 0 h 68760"/>
              <a:gd name="textAreaBottom" fmla="*/ 69120 h 68760"/>
            </a:gdLst>
            <a:ahLst/>
            <a:cxnLst/>
            <a:rect l="textAreaLeft" t="textAreaTop" r="textAreaRight" b="textAreaBottom"/>
            <a:pathLst>
              <a:path w="8577" h="18232">
                <a:moveTo>
                  <a:pt x="4020" y="1"/>
                </a:moveTo>
                <a:cubicBezTo>
                  <a:pt x="3934" y="1"/>
                  <a:pt x="3854" y="47"/>
                  <a:pt x="3839" y="154"/>
                </a:cubicBezTo>
                <a:cubicBezTo>
                  <a:pt x="3604" y="1850"/>
                  <a:pt x="3597" y="3592"/>
                  <a:pt x="3606" y="5321"/>
                </a:cubicBezTo>
                <a:cubicBezTo>
                  <a:pt x="3195" y="4831"/>
                  <a:pt x="2855" y="4288"/>
                  <a:pt x="2593" y="3705"/>
                </a:cubicBezTo>
                <a:cubicBezTo>
                  <a:pt x="2274" y="2990"/>
                  <a:pt x="2187" y="2190"/>
                  <a:pt x="1838" y="1501"/>
                </a:cubicBezTo>
                <a:cubicBezTo>
                  <a:pt x="1811" y="1449"/>
                  <a:pt x="1746" y="1412"/>
                  <a:pt x="1685" y="1412"/>
                </a:cubicBezTo>
                <a:cubicBezTo>
                  <a:pt x="1641" y="1412"/>
                  <a:pt x="1599" y="1432"/>
                  <a:pt x="1578" y="1482"/>
                </a:cubicBezTo>
                <a:cubicBezTo>
                  <a:pt x="845" y="3204"/>
                  <a:pt x="2319" y="5465"/>
                  <a:pt x="3604" y="6619"/>
                </a:cubicBezTo>
                <a:cubicBezTo>
                  <a:pt x="3606" y="6620"/>
                  <a:pt x="3609" y="6622"/>
                  <a:pt x="3612" y="6625"/>
                </a:cubicBezTo>
                <a:cubicBezTo>
                  <a:pt x="3612" y="6863"/>
                  <a:pt x="3613" y="7100"/>
                  <a:pt x="3612" y="7338"/>
                </a:cubicBezTo>
                <a:cubicBezTo>
                  <a:pt x="3606" y="8192"/>
                  <a:pt x="3605" y="9047"/>
                  <a:pt x="3606" y="9903"/>
                </a:cubicBezTo>
                <a:cubicBezTo>
                  <a:pt x="2629" y="9500"/>
                  <a:pt x="2023" y="8853"/>
                  <a:pt x="1503" y="7918"/>
                </a:cubicBezTo>
                <a:cubicBezTo>
                  <a:pt x="1457" y="7835"/>
                  <a:pt x="1090" y="6805"/>
                  <a:pt x="726" y="6805"/>
                </a:cubicBezTo>
                <a:cubicBezTo>
                  <a:pt x="679" y="6805"/>
                  <a:pt x="632" y="6822"/>
                  <a:pt x="586" y="6860"/>
                </a:cubicBezTo>
                <a:cubicBezTo>
                  <a:pt x="0" y="7346"/>
                  <a:pt x="1073" y="8847"/>
                  <a:pt x="1414" y="9289"/>
                </a:cubicBezTo>
                <a:cubicBezTo>
                  <a:pt x="1945" y="9971"/>
                  <a:pt x="2699" y="10580"/>
                  <a:pt x="3606" y="10716"/>
                </a:cubicBezTo>
                <a:cubicBezTo>
                  <a:pt x="3606" y="12091"/>
                  <a:pt x="3606" y="16405"/>
                  <a:pt x="3594" y="17780"/>
                </a:cubicBezTo>
                <a:cubicBezTo>
                  <a:pt x="3591" y="18085"/>
                  <a:pt x="3839" y="18232"/>
                  <a:pt x="4095" y="18232"/>
                </a:cubicBezTo>
                <a:cubicBezTo>
                  <a:pt x="4372" y="18232"/>
                  <a:pt x="4659" y="18060"/>
                  <a:pt x="4652" y="17729"/>
                </a:cubicBezTo>
                <a:cubicBezTo>
                  <a:pt x="4614" y="15740"/>
                  <a:pt x="4602" y="10812"/>
                  <a:pt x="4578" y="8821"/>
                </a:cubicBezTo>
                <a:cubicBezTo>
                  <a:pt x="6420" y="7944"/>
                  <a:pt x="8577" y="5676"/>
                  <a:pt x="8371" y="3640"/>
                </a:cubicBezTo>
                <a:cubicBezTo>
                  <a:pt x="8357" y="3503"/>
                  <a:pt x="8241" y="3425"/>
                  <a:pt x="8122" y="3425"/>
                </a:cubicBezTo>
                <a:cubicBezTo>
                  <a:pt x="8039" y="3425"/>
                  <a:pt x="7954" y="3463"/>
                  <a:pt x="7902" y="3545"/>
                </a:cubicBezTo>
                <a:cubicBezTo>
                  <a:pt x="7421" y="4302"/>
                  <a:pt x="7168" y="5126"/>
                  <a:pt x="6665" y="5872"/>
                </a:cubicBezTo>
                <a:cubicBezTo>
                  <a:pt x="6499" y="5581"/>
                  <a:pt x="6365" y="5273"/>
                  <a:pt x="6264" y="4955"/>
                </a:cubicBezTo>
                <a:cubicBezTo>
                  <a:pt x="6136" y="4547"/>
                  <a:pt x="6121" y="4132"/>
                  <a:pt x="6017" y="3725"/>
                </a:cubicBezTo>
                <a:cubicBezTo>
                  <a:pt x="6002" y="3665"/>
                  <a:pt x="5948" y="3638"/>
                  <a:pt x="5892" y="3638"/>
                </a:cubicBezTo>
                <a:cubicBezTo>
                  <a:pt x="5839" y="3638"/>
                  <a:pt x="5784" y="3662"/>
                  <a:pt x="5758" y="3707"/>
                </a:cubicBezTo>
                <a:cubicBezTo>
                  <a:pt x="5259" y="4550"/>
                  <a:pt x="5560" y="5787"/>
                  <a:pt x="6104" y="6564"/>
                </a:cubicBezTo>
                <a:cubicBezTo>
                  <a:pt x="5644" y="7055"/>
                  <a:pt x="5127" y="7461"/>
                  <a:pt x="4566" y="7849"/>
                </a:cubicBezTo>
                <a:cubicBezTo>
                  <a:pt x="4565" y="7727"/>
                  <a:pt x="4563" y="7606"/>
                  <a:pt x="4562" y="7484"/>
                </a:cubicBezTo>
                <a:cubicBezTo>
                  <a:pt x="4528" y="5074"/>
                  <a:pt x="4621" y="2577"/>
                  <a:pt x="4264" y="187"/>
                </a:cubicBezTo>
                <a:cubicBezTo>
                  <a:pt x="4247" y="72"/>
                  <a:pt x="4128" y="1"/>
                  <a:pt x="4020"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560" bIns="345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08" name="Google Shape;2111;p37">
            <a:extLst>
              <a:ext uri="{FF2B5EF4-FFF2-40B4-BE49-F238E27FC236}">
                <a16:creationId xmlns:a16="http://schemas.microsoft.com/office/drawing/2014/main" id="{7FE00822-D889-4073-B16E-ACDE8984323B}"/>
              </a:ext>
            </a:extLst>
          </p:cNvPr>
          <p:cNvSpPr/>
          <p:nvPr/>
        </p:nvSpPr>
        <p:spPr>
          <a:xfrm>
            <a:off x="1737895" y="1796400"/>
            <a:ext cx="47520" cy="66960"/>
          </a:xfrm>
          <a:custGeom>
            <a:avLst/>
            <a:gdLst>
              <a:gd name="textAreaLeft" fmla="*/ 0 w 47520"/>
              <a:gd name="textAreaRight" fmla="*/ 47880 w 47520"/>
              <a:gd name="textAreaTop" fmla="*/ 0 h 66960"/>
              <a:gd name="textAreaBottom" fmla="*/ 67320 h 66960"/>
            </a:gdLst>
            <a:ahLst/>
            <a:cxnLst/>
            <a:rect l="textAreaLeft" t="textAreaTop" r="textAreaRight" b="textAreaBottom"/>
            <a:pathLst>
              <a:path w="12618" h="17809">
                <a:moveTo>
                  <a:pt x="6467" y="0"/>
                </a:moveTo>
                <a:cubicBezTo>
                  <a:pt x="6305" y="0"/>
                  <a:pt x="6143" y="18"/>
                  <a:pt x="5982" y="56"/>
                </a:cubicBezTo>
                <a:cubicBezTo>
                  <a:pt x="5685" y="129"/>
                  <a:pt x="5405" y="261"/>
                  <a:pt x="5160" y="443"/>
                </a:cubicBezTo>
                <a:cubicBezTo>
                  <a:pt x="4676" y="790"/>
                  <a:pt x="4303" y="1300"/>
                  <a:pt x="4012" y="1811"/>
                </a:cubicBezTo>
                <a:cubicBezTo>
                  <a:pt x="3595" y="2537"/>
                  <a:pt x="3273" y="3313"/>
                  <a:pt x="3052" y="4119"/>
                </a:cubicBezTo>
                <a:cubicBezTo>
                  <a:pt x="2127" y="4304"/>
                  <a:pt x="1629" y="5246"/>
                  <a:pt x="1429" y="6107"/>
                </a:cubicBezTo>
                <a:cubicBezTo>
                  <a:pt x="1134" y="7388"/>
                  <a:pt x="1196" y="8726"/>
                  <a:pt x="1610" y="9974"/>
                </a:cubicBezTo>
                <a:cubicBezTo>
                  <a:pt x="283" y="11338"/>
                  <a:pt x="0" y="13493"/>
                  <a:pt x="934" y="15117"/>
                </a:cubicBezTo>
                <a:cubicBezTo>
                  <a:pt x="1829" y="16676"/>
                  <a:pt x="3413" y="17224"/>
                  <a:pt x="5165" y="17535"/>
                </a:cubicBezTo>
                <a:cubicBezTo>
                  <a:pt x="5917" y="17669"/>
                  <a:pt x="6693" y="17809"/>
                  <a:pt x="7454" y="17809"/>
                </a:cubicBezTo>
                <a:cubicBezTo>
                  <a:pt x="7561" y="17809"/>
                  <a:pt x="7667" y="17806"/>
                  <a:pt x="7773" y="17800"/>
                </a:cubicBezTo>
                <a:cubicBezTo>
                  <a:pt x="8430" y="17764"/>
                  <a:pt x="9072" y="17604"/>
                  <a:pt x="9667" y="17227"/>
                </a:cubicBezTo>
                <a:cubicBezTo>
                  <a:pt x="10639" y="16610"/>
                  <a:pt x="11211" y="15409"/>
                  <a:pt x="10839" y="14371"/>
                </a:cubicBezTo>
                <a:cubicBezTo>
                  <a:pt x="10773" y="14187"/>
                  <a:pt x="10680" y="13998"/>
                  <a:pt x="10722" y="13810"/>
                </a:cubicBezTo>
                <a:cubicBezTo>
                  <a:pt x="10750" y="13692"/>
                  <a:pt x="10824" y="13591"/>
                  <a:pt x="10897" y="13492"/>
                </a:cubicBezTo>
                <a:cubicBezTo>
                  <a:pt x="12216" y="11677"/>
                  <a:pt x="12617" y="9307"/>
                  <a:pt x="11961" y="7201"/>
                </a:cubicBezTo>
                <a:cubicBezTo>
                  <a:pt x="11601" y="6044"/>
                  <a:pt x="10762" y="4854"/>
                  <a:pt x="9480" y="4687"/>
                </a:cubicBezTo>
                <a:cubicBezTo>
                  <a:pt x="9461" y="3594"/>
                  <a:pt x="9407" y="2459"/>
                  <a:pt x="8859" y="1492"/>
                </a:cubicBezTo>
                <a:cubicBezTo>
                  <a:pt x="8388" y="662"/>
                  <a:pt x="7444" y="0"/>
                  <a:pt x="646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3480" bIns="334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09" name="Google Shape;2112;p37">
            <a:extLst>
              <a:ext uri="{FF2B5EF4-FFF2-40B4-BE49-F238E27FC236}">
                <a16:creationId xmlns:a16="http://schemas.microsoft.com/office/drawing/2014/main" id="{70435E4A-0D72-4696-85D3-989A7BFD38B0}"/>
              </a:ext>
            </a:extLst>
          </p:cNvPr>
          <p:cNvSpPr/>
          <p:nvPr/>
        </p:nvSpPr>
        <p:spPr>
          <a:xfrm>
            <a:off x="1757335" y="1796400"/>
            <a:ext cx="27720" cy="66960"/>
          </a:xfrm>
          <a:custGeom>
            <a:avLst/>
            <a:gdLst>
              <a:gd name="textAreaLeft" fmla="*/ 0 w 27720"/>
              <a:gd name="textAreaRight" fmla="*/ 28080 w 27720"/>
              <a:gd name="textAreaTop" fmla="*/ 0 h 66960"/>
              <a:gd name="textAreaBottom" fmla="*/ 67320 h 66960"/>
            </a:gdLst>
            <a:ahLst/>
            <a:cxnLst/>
            <a:rect l="textAreaLeft" t="textAreaTop" r="textAreaRight" b="textAreaBottom"/>
            <a:pathLst>
              <a:path w="7457" h="17799">
                <a:moveTo>
                  <a:pt x="1306" y="0"/>
                </a:moveTo>
                <a:cubicBezTo>
                  <a:pt x="1145" y="0"/>
                  <a:pt x="983" y="18"/>
                  <a:pt x="821" y="57"/>
                </a:cubicBezTo>
                <a:cubicBezTo>
                  <a:pt x="525" y="129"/>
                  <a:pt x="246" y="261"/>
                  <a:pt x="0" y="443"/>
                </a:cubicBezTo>
                <a:cubicBezTo>
                  <a:pt x="82" y="436"/>
                  <a:pt x="161" y="431"/>
                  <a:pt x="234" y="431"/>
                </a:cubicBezTo>
                <a:cubicBezTo>
                  <a:pt x="300" y="431"/>
                  <a:pt x="360" y="435"/>
                  <a:pt x="413" y="446"/>
                </a:cubicBezTo>
                <a:cubicBezTo>
                  <a:pt x="845" y="533"/>
                  <a:pt x="1251" y="718"/>
                  <a:pt x="1598" y="991"/>
                </a:cubicBezTo>
                <a:cubicBezTo>
                  <a:pt x="2342" y="1581"/>
                  <a:pt x="2736" y="2500"/>
                  <a:pt x="2790" y="3411"/>
                </a:cubicBezTo>
                <a:cubicBezTo>
                  <a:pt x="2845" y="4322"/>
                  <a:pt x="2590" y="5230"/>
                  <a:pt x="2212" y="6072"/>
                </a:cubicBezTo>
                <a:cubicBezTo>
                  <a:pt x="3070" y="6453"/>
                  <a:pt x="3697" y="7196"/>
                  <a:pt x="4092" y="8001"/>
                </a:cubicBezTo>
                <a:cubicBezTo>
                  <a:pt x="4821" y="9486"/>
                  <a:pt x="4847" y="11256"/>
                  <a:pt x="4160" y="12757"/>
                </a:cubicBezTo>
                <a:cubicBezTo>
                  <a:pt x="3911" y="13300"/>
                  <a:pt x="3535" y="13841"/>
                  <a:pt x="2948" y="14063"/>
                </a:cubicBezTo>
                <a:cubicBezTo>
                  <a:pt x="3588" y="14839"/>
                  <a:pt x="3640" y="15952"/>
                  <a:pt x="3233" y="16857"/>
                </a:cubicBezTo>
                <a:cubicBezTo>
                  <a:pt x="3076" y="17201"/>
                  <a:pt x="2866" y="17518"/>
                  <a:pt x="2612" y="17799"/>
                </a:cubicBezTo>
                <a:cubicBezTo>
                  <a:pt x="3269" y="17763"/>
                  <a:pt x="3911" y="17603"/>
                  <a:pt x="4506" y="17226"/>
                </a:cubicBezTo>
                <a:cubicBezTo>
                  <a:pt x="5478" y="16609"/>
                  <a:pt x="6050" y="15408"/>
                  <a:pt x="5678" y="14370"/>
                </a:cubicBezTo>
                <a:cubicBezTo>
                  <a:pt x="5612" y="14186"/>
                  <a:pt x="5519" y="13997"/>
                  <a:pt x="5561" y="13809"/>
                </a:cubicBezTo>
                <a:cubicBezTo>
                  <a:pt x="5589" y="13693"/>
                  <a:pt x="5663" y="13591"/>
                  <a:pt x="5737" y="13492"/>
                </a:cubicBezTo>
                <a:cubicBezTo>
                  <a:pt x="7056" y="11677"/>
                  <a:pt x="7456" y="9308"/>
                  <a:pt x="6801" y="7202"/>
                </a:cubicBezTo>
                <a:cubicBezTo>
                  <a:pt x="6442" y="6043"/>
                  <a:pt x="5601" y="4854"/>
                  <a:pt x="4319" y="4687"/>
                </a:cubicBezTo>
                <a:cubicBezTo>
                  <a:pt x="4301" y="3594"/>
                  <a:pt x="4246" y="2459"/>
                  <a:pt x="3698" y="1491"/>
                </a:cubicBezTo>
                <a:cubicBezTo>
                  <a:pt x="3227" y="661"/>
                  <a:pt x="2283" y="0"/>
                  <a:pt x="1306"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3480" bIns="334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10" name="Google Shape;2113;p37">
            <a:extLst>
              <a:ext uri="{FF2B5EF4-FFF2-40B4-BE49-F238E27FC236}">
                <a16:creationId xmlns:a16="http://schemas.microsoft.com/office/drawing/2014/main" id="{14699C03-416A-471A-9D2D-9AA5ED0909EF}"/>
              </a:ext>
            </a:extLst>
          </p:cNvPr>
          <p:cNvSpPr/>
          <p:nvPr/>
        </p:nvSpPr>
        <p:spPr>
          <a:xfrm>
            <a:off x="1745455" y="1816560"/>
            <a:ext cx="32040" cy="68760"/>
          </a:xfrm>
          <a:custGeom>
            <a:avLst/>
            <a:gdLst>
              <a:gd name="textAreaLeft" fmla="*/ 0 w 32040"/>
              <a:gd name="textAreaRight" fmla="*/ 32400 w 32040"/>
              <a:gd name="textAreaTop" fmla="*/ 0 h 68760"/>
              <a:gd name="textAreaBottom" fmla="*/ 69120 h 68760"/>
            </a:gdLst>
            <a:ahLst/>
            <a:cxnLst/>
            <a:rect l="textAreaLeft" t="textAreaTop" r="textAreaRight" b="textAreaBottom"/>
            <a:pathLst>
              <a:path w="8578" h="18232">
                <a:moveTo>
                  <a:pt x="4021" y="0"/>
                </a:moveTo>
                <a:cubicBezTo>
                  <a:pt x="3935" y="0"/>
                  <a:pt x="3855" y="46"/>
                  <a:pt x="3840" y="154"/>
                </a:cubicBezTo>
                <a:cubicBezTo>
                  <a:pt x="3604" y="1850"/>
                  <a:pt x="3597" y="3593"/>
                  <a:pt x="3607" y="5320"/>
                </a:cubicBezTo>
                <a:cubicBezTo>
                  <a:pt x="3196" y="4832"/>
                  <a:pt x="2856" y="4288"/>
                  <a:pt x="2594" y="3705"/>
                </a:cubicBezTo>
                <a:cubicBezTo>
                  <a:pt x="2274" y="2991"/>
                  <a:pt x="2188" y="2190"/>
                  <a:pt x="1838" y="1500"/>
                </a:cubicBezTo>
                <a:cubicBezTo>
                  <a:pt x="1812" y="1449"/>
                  <a:pt x="1746" y="1412"/>
                  <a:pt x="1686" y="1412"/>
                </a:cubicBezTo>
                <a:cubicBezTo>
                  <a:pt x="1641" y="1412"/>
                  <a:pt x="1600" y="1432"/>
                  <a:pt x="1579" y="1481"/>
                </a:cubicBezTo>
                <a:cubicBezTo>
                  <a:pt x="845" y="3203"/>
                  <a:pt x="2319" y="5464"/>
                  <a:pt x="3604" y="6619"/>
                </a:cubicBezTo>
                <a:cubicBezTo>
                  <a:pt x="3607" y="6621"/>
                  <a:pt x="3610" y="6623"/>
                  <a:pt x="3612" y="6624"/>
                </a:cubicBezTo>
                <a:cubicBezTo>
                  <a:pt x="3612" y="6863"/>
                  <a:pt x="3614" y="7100"/>
                  <a:pt x="3612" y="7337"/>
                </a:cubicBezTo>
                <a:cubicBezTo>
                  <a:pt x="3607" y="8193"/>
                  <a:pt x="3606" y="9048"/>
                  <a:pt x="3607" y="9902"/>
                </a:cubicBezTo>
                <a:cubicBezTo>
                  <a:pt x="2629" y="9499"/>
                  <a:pt x="2023" y="8852"/>
                  <a:pt x="1502" y="7917"/>
                </a:cubicBezTo>
                <a:cubicBezTo>
                  <a:pt x="1457" y="7836"/>
                  <a:pt x="1091" y="6804"/>
                  <a:pt x="726" y="6804"/>
                </a:cubicBezTo>
                <a:cubicBezTo>
                  <a:pt x="679" y="6804"/>
                  <a:pt x="633" y="6821"/>
                  <a:pt x="586" y="6860"/>
                </a:cubicBezTo>
                <a:cubicBezTo>
                  <a:pt x="1" y="7345"/>
                  <a:pt x="1073" y="8847"/>
                  <a:pt x="1414" y="9288"/>
                </a:cubicBezTo>
                <a:cubicBezTo>
                  <a:pt x="1945" y="9972"/>
                  <a:pt x="2699" y="10580"/>
                  <a:pt x="3607" y="10717"/>
                </a:cubicBezTo>
                <a:cubicBezTo>
                  <a:pt x="3607" y="12092"/>
                  <a:pt x="3607" y="16404"/>
                  <a:pt x="3595" y="17779"/>
                </a:cubicBezTo>
                <a:cubicBezTo>
                  <a:pt x="3592" y="18084"/>
                  <a:pt x="3839" y="18231"/>
                  <a:pt x="4096" y="18231"/>
                </a:cubicBezTo>
                <a:cubicBezTo>
                  <a:pt x="4372" y="18231"/>
                  <a:pt x="4659" y="18060"/>
                  <a:pt x="4653" y="17729"/>
                </a:cubicBezTo>
                <a:cubicBezTo>
                  <a:pt x="4615" y="15739"/>
                  <a:pt x="4602" y="10811"/>
                  <a:pt x="4579" y="8822"/>
                </a:cubicBezTo>
                <a:cubicBezTo>
                  <a:pt x="6420" y="7943"/>
                  <a:pt x="8577" y="5675"/>
                  <a:pt x="8371" y="3639"/>
                </a:cubicBezTo>
                <a:cubicBezTo>
                  <a:pt x="8358" y="3502"/>
                  <a:pt x="8242" y="3425"/>
                  <a:pt x="8123" y="3425"/>
                </a:cubicBezTo>
                <a:cubicBezTo>
                  <a:pt x="8039" y="3425"/>
                  <a:pt x="7955" y="3463"/>
                  <a:pt x="7903" y="3545"/>
                </a:cubicBezTo>
                <a:cubicBezTo>
                  <a:pt x="7421" y="4301"/>
                  <a:pt x="7169" y="5125"/>
                  <a:pt x="6666" y="5871"/>
                </a:cubicBezTo>
                <a:cubicBezTo>
                  <a:pt x="6500" y="5581"/>
                  <a:pt x="6366" y="5274"/>
                  <a:pt x="6264" y="4954"/>
                </a:cubicBezTo>
                <a:cubicBezTo>
                  <a:pt x="6137" y="4547"/>
                  <a:pt x="6122" y="4131"/>
                  <a:pt x="6017" y="3726"/>
                </a:cubicBezTo>
                <a:cubicBezTo>
                  <a:pt x="6002" y="3666"/>
                  <a:pt x="5948" y="3638"/>
                  <a:pt x="5892" y="3638"/>
                </a:cubicBezTo>
                <a:cubicBezTo>
                  <a:pt x="5839" y="3638"/>
                  <a:pt x="5785" y="3662"/>
                  <a:pt x="5758" y="3706"/>
                </a:cubicBezTo>
                <a:cubicBezTo>
                  <a:pt x="5259" y="4551"/>
                  <a:pt x="5559" y="5786"/>
                  <a:pt x="6104" y="6564"/>
                </a:cubicBezTo>
                <a:cubicBezTo>
                  <a:pt x="5644" y="7055"/>
                  <a:pt x="5127" y="7460"/>
                  <a:pt x="4567" y="7848"/>
                </a:cubicBezTo>
                <a:cubicBezTo>
                  <a:pt x="4565" y="7726"/>
                  <a:pt x="4564" y="7606"/>
                  <a:pt x="4563" y="7484"/>
                </a:cubicBezTo>
                <a:cubicBezTo>
                  <a:pt x="4528" y="5073"/>
                  <a:pt x="4623" y="2577"/>
                  <a:pt x="4265" y="187"/>
                </a:cubicBezTo>
                <a:cubicBezTo>
                  <a:pt x="4248" y="72"/>
                  <a:pt x="4129" y="0"/>
                  <a:pt x="402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34560" bIns="345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grpSp>
        <p:nvGrpSpPr>
          <p:cNvPr id="111" name="Google Shape;2539;p37">
            <a:extLst>
              <a:ext uri="{FF2B5EF4-FFF2-40B4-BE49-F238E27FC236}">
                <a16:creationId xmlns:a16="http://schemas.microsoft.com/office/drawing/2014/main" id="{44D90B6C-8923-4AFA-AEAB-4CA374B328F3}"/>
              </a:ext>
            </a:extLst>
          </p:cNvPr>
          <p:cNvGrpSpPr/>
          <p:nvPr/>
        </p:nvGrpSpPr>
        <p:grpSpPr>
          <a:xfrm>
            <a:off x="1648200" y="2357280"/>
            <a:ext cx="742680" cy="795960"/>
            <a:chOff x="365760" y="4101480"/>
            <a:chExt cx="742680" cy="795960"/>
          </a:xfrm>
        </p:grpSpPr>
        <p:sp>
          <p:nvSpPr>
            <p:cNvPr id="112" name="Google Shape;2540;p37">
              <a:extLst>
                <a:ext uri="{FF2B5EF4-FFF2-40B4-BE49-F238E27FC236}">
                  <a16:creationId xmlns:a16="http://schemas.microsoft.com/office/drawing/2014/main" id="{D1836EBF-7F94-42B3-B069-FC5CEA940652}"/>
                </a:ext>
              </a:extLst>
            </p:cNvPr>
            <p:cNvSpPr/>
            <p:nvPr/>
          </p:nvSpPr>
          <p:spPr>
            <a:xfrm>
              <a:off x="500400" y="4354920"/>
              <a:ext cx="134280" cy="104400"/>
            </a:xfrm>
            <a:custGeom>
              <a:avLst/>
              <a:gdLst>
                <a:gd name="textAreaLeft" fmla="*/ 0 w 134280"/>
                <a:gd name="textAreaRight" fmla="*/ 134640 w 134280"/>
                <a:gd name="textAreaTop" fmla="*/ 0 h 104400"/>
                <a:gd name="textAreaBottom" fmla="*/ 104760 h 104400"/>
              </a:gdLst>
              <a:ahLst/>
              <a:cxnLst/>
              <a:rect l="textAreaLeft" t="textAreaTop" r="textAreaRight" b="textAreaBottom"/>
              <a:pathLst>
                <a:path w="12050" h="9391">
                  <a:moveTo>
                    <a:pt x="2152" y="1"/>
                  </a:moveTo>
                  <a:cubicBezTo>
                    <a:pt x="1963" y="1"/>
                    <a:pt x="1762" y="61"/>
                    <a:pt x="1549" y="200"/>
                  </a:cubicBezTo>
                  <a:cubicBezTo>
                    <a:pt x="1" y="1213"/>
                    <a:pt x="519" y="5129"/>
                    <a:pt x="863" y="6531"/>
                  </a:cubicBezTo>
                  <a:lnTo>
                    <a:pt x="627" y="3084"/>
                  </a:lnTo>
                  <a:lnTo>
                    <a:pt x="627" y="3084"/>
                  </a:lnTo>
                  <a:cubicBezTo>
                    <a:pt x="1177" y="5698"/>
                    <a:pt x="3350" y="9216"/>
                    <a:pt x="6307" y="9386"/>
                  </a:cubicBezTo>
                  <a:cubicBezTo>
                    <a:pt x="6356" y="9389"/>
                    <a:pt x="6408" y="9390"/>
                    <a:pt x="6460" y="9390"/>
                  </a:cubicBezTo>
                  <a:cubicBezTo>
                    <a:pt x="8317" y="9390"/>
                    <a:pt x="12050" y="7664"/>
                    <a:pt x="9669" y="6029"/>
                  </a:cubicBezTo>
                  <a:cubicBezTo>
                    <a:pt x="8520" y="5240"/>
                    <a:pt x="7318" y="4861"/>
                    <a:pt x="6241" y="3916"/>
                  </a:cubicBezTo>
                  <a:cubicBezTo>
                    <a:pt x="5342" y="3128"/>
                    <a:pt x="4604" y="2300"/>
                    <a:pt x="3871" y="1393"/>
                  </a:cubicBezTo>
                  <a:cubicBezTo>
                    <a:pt x="3373" y="774"/>
                    <a:pt x="2834" y="1"/>
                    <a:pt x="2152" y="1"/>
                  </a:cubicBezTo>
                  <a:close/>
                </a:path>
              </a:pathLst>
            </a:custGeom>
            <a:solidFill>
              <a:srgbClr val="F5B231"/>
            </a:solidFill>
            <a:ln w="0">
              <a:noFill/>
            </a:ln>
          </p:spPr>
          <p:style>
            <a:lnRef idx="0">
              <a:scrgbClr r="0" g="0" b="0"/>
            </a:lnRef>
            <a:fillRef idx="0">
              <a:scrgbClr r="0" g="0" b="0"/>
            </a:fillRef>
            <a:effectRef idx="0">
              <a:scrgbClr r="0" g="0" b="0"/>
            </a:effectRef>
            <a:fontRef idx="minor"/>
          </p:style>
          <p:txBody>
            <a:bodyPr tIns="52200" bIns="522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13" name="Google Shape;2541;p37">
              <a:extLst>
                <a:ext uri="{FF2B5EF4-FFF2-40B4-BE49-F238E27FC236}">
                  <a16:creationId xmlns:a16="http://schemas.microsoft.com/office/drawing/2014/main" id="{B13530D2-49DC-4413-9155-7F41CEF496D6}"/>
                </a:ext>
              </a:extLst>
            </p:cNvPr>
            <p:cNvSpPr/>
            <p:nvPr/>
          </p:nvSpPr>
          <p:spPr>
            <a:xfrm>
              <a:off x="810720" y="4690440"/>
              <a:ext cx="71280" cy="60480"/>
            </a:xfrm>
            <a:custGeom>
              <a:avLst/>
              <a:gdLst>
                <a:gd name="textAreaLeft" fmla="*/ 0 w 71280"/>
                <a:gd name="textAreaRight" fmla="*/ 71640 w 71280"/>
                <a:gd name="textAreaTop" fmla="*/ 0 h 60480"/>
                <a:gd name="textAreaBottom" fmla="*/ 60840 h 60480"/>
              </a:gdLst>
              <a:ahLst/>
              <a:cxnLst/>
              <a:rect l="textAreaLeft" t="textAreaTop" r="textAreaRight" b="textAreaBottom"/>
              <a:pathLst>
                <a:path w="6413" h="5451">
                  <a:moveTo>
                    <a:pt x="1555" y="0"/>
                  </a:moveTo>
                  <a:cubicBezTo>
                    <a:pt x="1416" y="0"/>
                    <a:pt x="1277" y="73"/>
                    <a:pt x="1153" y="257"/>
                  </a:cubicBezTo>
                  <a:cubicBezTo>
                    <a:pt x="975" y="522"/>
                    <a:pt x="862" y="823"/>
                    <a:pt x="799" y="1137"/>
                  </a:cubicBezTo>
                  <a:cubicBezTo>
                    <a:pt x="790" y="1134"/>
                    <a:pt x="781" y="1133"/>
                    <a:pt x="772" y="1133"/>
                  </a:cubicBezTo>
                  <a:cubicBezTo>
                    <a:pt x="728" y="1133"/>
                    <a:pt x="689" y="1167"/>
                    <a:pt x="686" y="1215"/>
                  </a:cubicBezTo>
                  <a:cubicBezTo>
                    <a:pt x="595" y="2127"/>
                    <a:pt x="1" y="3446"/>
                    <a:pt x="508" y="4328"/>
                  </a:cubicBezTo>
                  <a:cubicBezTo>
                    <a:pt x="1036" y="5246"/>
                    <a:pt x="2140" y="5308"/>
                    <a:pt x="3088" y="5376"/>
                  </a:cubicBezTo>
                  <a:cubicBezTo>
                    <a:pt x="3568" y="5411"/>
                    <a:pt x="4049" y="5450"/>
                    <a:pt x="4529" y="5450"/>
                  </a:cubicBezTo>
                  <a:cubicBezTo>
                    <a:pt x="4825" y="5450"/>
                    <a:pt x="5120" y="5435"/>
                    <a:pt x="5415" y="5395"/>
                  </a:cubicBezTo>
                  <a:cubicBezTo>
                    <a:pt x="5905" y="5325"/>
                    <a:pt x="6413" y="4890"/>
                    <a:pt x="5959" y="4406"/>
                  </a:cubicBezTo>
                  <a:cubicBezTo>
                    <a:pt x="5455" y="3865"/>
                    <a:pt x="4606" y="3703"/>
                    <a:pt x="3926" y="3503"/>
                  </a:cubicBezTo>
                  <a:cubicBezTo>
                    <a:pt x="3381" y="3342"/>
                    <a:pt x="2916" y="3044"/>
                    <a:pt x="2738" y="2483"/>
                  </a:cubicBezTo>
                  <a:cubicBezTo>
                    <a:pt x="2556" y="1901"/>
                    <a:pt x="2627" y="1230"/>
                    <a:pt x="2347" y="676"/>
                  </a:cubicBezTo>
                  <a:cubicBezTo>
                    <a:pt x="2196" y="380"/>
                    <a:pt x="1874" y="0"/>
                    <a:pt x="1555" y="0"/>
                  </a:cubicBezTo>
                  <a:close/>
                </a:path>
              </a:pathLst>
            </a:custGeom>
            <a:solidFill>
              <a:srgbClr val="559A90"/>
            </a:solidFill>
            <a:ln w="0">
              <a:noFill/>
            </a:ln>
          </p:spPr>
          <p:style>
            <a:lnRef idx="0">
              <a:scrgbClr r="0" g="0" b="0"/>
            </a:lnRef>
            <a:fillRef idx="0">
              <a:scrgbClr r="0" g="0" b="0"/>
            </a:fillRef>
            <a:effectRef idx="0">
              <a:scrgbClr r="0" g="0" b="0"/>
            </a:effectRef>
            <a:fontRef idx="minor"/>
          </p:style>
          <p:txBody>
            <a:bodyPr tIns="30240" bIns="302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14" name="Google Shape;2542;p37">
              <a:extLst>
                <a:ext uri="{FF2B5EF4-FFF2-40B4-BE49-F238E27FC236}">
                  <a16:creationId xmlns:a16="http://schemas.microsoft.com/office/drawing/2014/main" id="{3488442B-FA60-4589-9070-76F55922EFE4}"/>
                </a:ext>
              </a:extLst>
            </p:cNvPr>
            <p:cNvSpPr/>
            <p:nvPr/>
          </p:nvSpPr>
          <p:spPr>
            <a:xfrm>
              <a:off x="676440" y="4468680"/>
              <a:ext cx="186480" cy="249480"/>
            </a:xfrm>
            <a:custGeom>
              <a:avLst/>
              <a:gdLst>
                <a:gd name="textAreaLeft" fmla="*/ 0 w 186480"/>
                <a:gd name="textAreaRight" fmla="*/ 186840 w 186480"/>
                <a:gd name="textAreaTop" fmla="*/ 0 h 249480"/>
                <a:gd name="textAreaBottom" fmla="*/ 249840 h 249480"/>
              </a:gdLst>
              <a:ahLst/>
              <a:cxnLst/>
              <a:rect l="textAreaLeft" t="textAreaTop" r="textAreaRight" b="textAreaBottom"/>
              <a:pathLst>
                <a:path w="16736" h="22383">
                  <a:moveTo>
                    <a:pt x="3858" y="1"/>
                  </a:moveTo>
                  <a:cubicBezTo>
                    <a:pt x="3153" y="1"/>
                    <a:pt x="2457" y="52"/>
                    <a:pt x="1888" y="247"/>
                  </a:cubicBezTo>
                  <a:cubicBezTo>
                    <a:pt x="282" y="609"/>
                    <a:pt x="1" y="2485"/>
                    <a:pt x="734" y="3893"/>
                  </a:cubicBezTo>
                  <a:cubicBezTo>
                    <a:pt x="1979" y="6288"/>
                    <a:pt x="4809" y="6805"/>
                    <a:pt x="7293" y="6805"/>
                  </a:cubicBezTo>
                  <a:cubicBezTo>
                    <a:pt x="7509" y="6805"/>
                    <a:pt x="7722" y="6802"/>
                    <a:pt x="7931" y="6795"/>
                  </a:cubicBezTo>
                  <a:cubicBezTo>
                    <a:pt x="8571" y="6773"/>
                    <a:pt x="9179" y="6649"/>
                    <a:pt x="9806" y="6530"/>
                  </a:cubicBezTo>
                  <a:cubicBezTo>
                    <a:pt x="9975" y="6497"/>
                    <a:pt x="10131" y="6482"/>
                    <a:pt x="10273" y="6482"/>
                  </a:cubicBezTo>
                  <a:cubicBezTo>
                    <a:pt x="11826" y="6482"/>
                    <a:pt x="11818" y="8326"/>
                    <a:pt x="11955" y="9574"/>
                  </a:cubicBezTo>
                  <a:cubicBezTo>
                    <a:pt x="12199" y="11780"/>
                    <a:pt x="12393" y="13986"/>
                    <a:pt x="12414" y="16206"/>
                  </a:cubicBezTo>
                  <a:cubicBezTo>
                    <a:pt x="12422" y="17106"/>
                    <a:pt x="11588" y="22382"/>
                    <a:pt x="13444" y="22382"/>
                  </a:cubicBezTo>
                  <a:cubicBezTo>
                    <a:pt x="13503" y="22382"/>
                    <a:pt x="13564" y="22377"/>
                    <a:pt x="13628" y="22366"/>
                  </a:cubicBezTo>
                  <a:cubicBezTo>
                    <a:pt x="14705" y="22185"/>
                    <a:pt x="15133" y="21668"/>
                    <a:pt x="15289" y="20597"/>
                  </a:cubicBezTo>
                  <a:cubicBezTo>
                    <a:pt x="15552" y="18792"/>
                    <a:pt x="15906" y="16981"/>
                    <a:pt x="16039" y="15158"/>
                  </a:cubicBezTo>
                  <a:cubicBezTo>
                    <a:pt x="16287" y="11810"/>
                    <a:pt x="16735" y="8281"/>
                    <a:pt x="16598" y="4920"/>
                  </a:cubicBezTo>
                  <a:cubicBezTo>
                    <a:pt x="16475" y="1945"/>
                    <a:pt x="14609" y="1360"/>
                    <a:pt x="11960" y="801"/>
                  </a:cubicBezTo>
                  <a:cubicBezTo>
                    <a:pt x="10157" y="420"/>
                    <a:pt x="8371" y="62"/>
                    <a:pt x="6527" y="62"/>
                  </a:cubicBezTo>
                  <a:cubicBezTo>
                    <a:pt x="6438" y="62"/>
                    <a:pt x="6349" y="63"/>
                    <a:pt x="6260" y="64"/>
                  </a:cubicBezTo>
                  <a:cubicBezTo>
                    <a:pt x="6208" y="65"/>
                    <a:pt x="6155" y="66"/>
                    <a:pt x="6101" y="66"/>
                  </a:cubicBezTo>
                  <a:cubicBezTo>
                    <a:pt x="5455" y="66"/>
                    <a:pt x="4651" y="1"/>
                    <a:pt x="3858"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15" name="Google Shape;2543;p37">
              <a:extLst>
                <a:ext uri="{FF2B5EF4-FFF2-40B4-BE49-F238E27FC236}">
                  <a16:creationId xmlns:a16="http://schemas.microsoft.com/office/drawing/2014/main" id="{6A9003A3-1572-459E-A718-B07B6548FC3B}"/>
                </a:ext>
              </a:extLst>
            </p:cNvPr>
            <p:cNvSpPr/>
            <p:nvPr/>
          </p:nvSpPr>
          <p:spPr>
            <a:xfrm>
              <a:off x="365760" y="4388760"/>
              <a:ext cx="742680" cy="508680"/>
            </a:xfrm>
            <a:custGeom>
              <a:avLst/>
              <a:gdLst>
                <a:gd name="textAreaLeft" fmla="*/ 0 w 742680"/>
                <a:gd name="textAreaRight" fmla="*/ 743040 w 742680"/>
                <a:gd name="textAreaTop" fmla="*/ 0 h 508680"/>
                <a:gd name="textAreaBottom" fmla="*/ 509040 h 508680"/>
              </a:gdLst>
              <a:ahLst/>
              <a:cxnLst/>
              <a:rect l="textAreaLeft" t="textAreaTop" r="textAreaRight" b="textAreaBottom"/>
              <a:pathLst>
                <a:path w="66523" h="45588">
                  <a:moveTo>
                    <a:pt x="58165" y="3257"/>
                  </a:moveTo>
                  <a:lnTo>
                    <a:pt x="58165" y="3257"/>
                  </a:lnTo>
                  <a:cubicBezTo>
                    <a:pt x="57740" y="3472"/>
                    <a:pt x="57330" y="3788"/>
                    <a:pt x="56942" y="4140"/>
                  </a:cubicBezTo>
                  <a:cubicBezTo>
                    <a:pt x="56670" y="3896"/>
                    <a:pt x="56322" y="3601"/>
                    <a:pt x="55989" y="3389"/>
                  </a:cubicBezTo>
                  <a:cubicBezTo>
                    <a:pt x="56715" y="3349"/>
                    <a:pt x="57440" y="3304"/>
                    <a:pt x="58165" y="3257"/>
                  </a:cubicBezTo>
                  <a:close/>
                  <a:moveTo>
                    <a:pt x="54942" y="3458"/>
                  </a:moveTo>
                  <a:cubicBezTo>
                    <a:pt x="54500" y="3783"/>
                    <a:pt x="54086" y="4145"/>
                    <a:pt x="53704" y="4541"/>
                  </a:cubicBezTo>
                  <a:cubicBezTo>
                    <a:pt x="53394" y="4264"/>
                    <a:pt x="53117" y="3973"/>
                    <a:pt x="52799" y="3729"/>
                  </a:cubicBezTo>
                  <a:cubicBezTo>
                    <a:pt x="52833" y="3706"/>
                    <a:pt x="52867" y="3683"/>
                    <a:pt x="52901" y="3660"/>
                  </a:cubicBezTo>
                  <a:lnTo>
                    <a:pt x="52901" y="3658"/>
                  </a:lnTo>
                  <a:cubicBezTo>
                    <a:pt x="53577" y="3574"/>
                    <a:pt x="54257" y="3508"/>
                    <a:pt x="54942" y="3458"/>
                  </a:cubicBezTo>
                  <a:close/>
                  <a:moveTo>
                    <a:pt x="52154" y="3751"/>
                  </a:moveTo>
                  <a:lnTo>
                    <a:pt x="52154" y="3751"/>
                  </a:lnTo>
                  <a:cubicBezTo>
                    <a:pt x="51888" y="3950"/>
                    <a:pt x="51642" y="4181"/>
                    <a:pt x="51399" y="4419"/>
                  </a:cubicBezTo>
                  <a:cubicBezTo>
                    <a:pt x="51172" y="4643"/>
                    <a:pt x="50928" y="4890"/>
                    <a:pt x="50694" y="5155"/>
                  </a:cubicBezTo>
                  <a:cubicBezTo>
                    <a:pt x="50244" y="4850"/>
                    <a:pt x="49796" y="4538"/>
                    <a:pt x="49352" y="4219"/>
                  </a:cubicBezTo>
                  <a:cubicBezTo>
                    <a:pt x="50286" y="4046"/>
                    <a:pt x="51217" y="3884"/>
                    <a:pt x="52154" y="3751"/>
                  </a:cubicBezTo>
                  <a:close/>
                  <a:moveTo>
                    <a:pt x="55385" y="3491"/>
                  </a:moveTo>
                  <a:cubicBezTo>
                    <a:pt x="55657" y="3630"/>
                    <a:pt x="56150" y="4035"/>
                    <a:pt x="56619" y="4445"/>
                  </a:cubicBezTo>
                  <a:cubicBezTo>
                    <a:pt x="56153" y="4907"/>
                    <a:pt x="55728" y="5405"/>
                    <a:pt x="55363" y="5828"/>
                  </a:cubicBezTo>
                  <a:cubicBezTo>
                    <a:pt x="54887" y="5469"/>
                    <a:pt x="54412" y="5112"/>
                    <a:pt x="53943" y="4742"/>
                  </a:cubicBezTo>
                  <a:lnTo>
                    <a:pt x="53903" y="4708"/>
                  </a:lnTo>
                  <a:cubicBezTo>
                    <a:pt x="53973" y="4631"/>
                    <a:pt x="54039" y="4553"/>
                    <a:pt x="54112" y="4478"/>
                  </a:cubicBezTo>
                  <a:cubicBezTo>
                    <a:pt x="54492" y="4089"/>
                    <a:pt x="54981" y="3844"/>
                    <a:pt x="55385" y="3492"/>
                  </a:cubicBezTo>
                  <a:lnTo>
                    <a:pt x="55385" y="3491"/>
                  </a:lnTo>
                  <a:close/>
                  <a:moveTo>
                    <a:pt x="59939" y="3124"/>
                  </a:moveTo>
                  <a:cubicBezTo>
                    <a:pt x="60076" y="3124"/>
                    <a:pt x="60191" y="3131"/>
                    <a:pt x="60267" y="3149"/>
                  </a:cubicBezTo>
                  <a:cubicBezTo>
                    <a:pt x="60210" y="3545"/>
                    <a:pt x="60180" y="3955"/>
                    <a:pt x="60163" y="4372"/>
                  </a:cubicBezTo>
                  <a:cubicBezTo>
                    <a:pt x="59769" y="4909"/>
                    <a:pt x="59354" y="5427"/>
                    <a:pt x="58929" y="5934"/>
                  </a:cubicBezTo>
                  <a:cubicBezTo>
                    <a:pt x="58423" y="5467"/>
                    <a:pt x="57913" y="5008"/>
                    <a:pt x="57393" y="4555"/>
                  </a:cubicBezTo>
                  <a:cubicBezTo>
                    <a:pt x="57366" y="4530"/>
                    <a:pt x="57324" y="4492"/>
                    <a:pt x="57277" y="4450"/>
                  </a:cubicBezTo>
                  <a:cubicBezTo>
                    <a:pt x="57877" y="3933"/>
                    <a:pt x="58525" y="3505"/>
                    <a:pt x="59245" y="3265"/>
                  </a:cubicBezTo>
                  <a:cubicBezTo>
                    <a:pt x="59296" y="3248"/>
                    <a:pt x="59334" y="3206"/>
                    <a:pt x="59348" y="3154"/>
                  </a:cubicBezTo>
                  <a:lnTo>
                    <a:pt x="59348" y="3152"/>
                  </a:lnTo>
                  <a:cubicBezTo>
                    <a:pt x="59554" y="3136"/>
                    <a:pt x="59764" y="3124"/>
                    <a:pt x="59939" y="3124"/>
                  </a:cubicBezTo>
                  <a:close/>
                  <a:moveTo>
                    <a:pt x="52463" y="3966"/>
                  </a:moveTo>
                  <a:cubicBezTo>
                    <a:pt x="52802" y="4232"/>
                    <a:pt x="53136" y="4507"/>
                    <a:pt x="53465" y="4793"/>
                  </a:cubicBezTo>
                  <a:cubicBezTo>
                    <a:pt x="53048" y="5249"/>
                    <a:pt x="52666" y="5735"/>
                    <a:pt x="52302" y="6242"/>
                  </a:cubicBezTo>
                  <a:cubicBezTo>
                    <a:pt x="51854" y="5941"/>
                    <a:pt x="51407" y="5639"/>
                    <a:pt x="50962" y="5337"/>
                  </a:cubicBezTo>
                  <a:cubicBezTo>
                    <a:pt x="51073" y="5201"/>
                    <a:pt x="51186" y="5068"/>
                    <a:pt x="51305" y="4943"/>
                  </a:cubicBezTo>
                  <a:cubicBezTo>
                    <a:pt x="51659" y="4569"/>
                    <a:pt x="52053" y="4260"/>
                    <a:pt x="52463" y="3966"/>
                  </a:cubicBezTo>
                  <a:close/>
                  <a:moveTo>
                    <a:pt x="48999" y="4324"/>
                  </a:moveTo>
                  <a:cubicBezTo>
                    <a:pt x="49474" y="4716"/>
                    <a:pt x="49958" y="5090"/>
                    <a:pt x="50445" y="5452"/>
                  </a:cubicBezTo>
                  <a:cubicBezTo>
                    <a:pt x="50190" y="5769"/>
                    <a:pt x="49961" y="6103"/>
                    <a:pt x="49806" y="6442"/>
                  </a:cubicBezTo>
                  <a:cubicBezTo>
                    <a:pt x="49799" y="6423"/>
                    <a:pt x="49793" y="6404"/>
                    <a:pt x="49785" y="6386"/>
                  </a:cubicBezTo>
                  <a:cubicBezTo>
                    <a:pt x="49516" y="5699"/>
                    <a:pt x="49250" y="5014"/>
                    <a:pt x="48999" y="4324"/>
                  </a:cubicBezTo>
                  <a:close/>
                  <a:moveTo>
                    <a:pt x="60146" y="4960"/>
                  </a:moveTo>
                  <a:lnTo>
                    <a:pt x="60146" y="4960"/>
                  </a:lnTo>
                  <a:cubicBezTo>
                    <a:pt x="60135" y="5656"/>
                    <a:pt x="60137" y="6363"/>
                    <a:pt x="60104" y="7060"/>
                  </a:cubicBezTo>
                  <a:lnTo>
                    <a:pt x="60104" y="7059"/>
                  </a:lnTo>
                  <a:cubicBezTo>
                    <a:pt x="59812" y="6776"/>
                    <a:pt x="59518" y="6493"/>
                    <a:pt x="59221" y="6213"/>
                  </a:cubicBezTo>
                  <a:cubicBezTo>
                    <a:pt x="59543" y="5806"/>
                    <a:pt x="59855" y="5392"/>
                    <a:pt x="60146" y="4960"/>
                  </a:cubicBezTo>
                  <a:close/>
                  <a:moveTo>
                    <a:pt x="53666" y="4965"/>
                  </a:moveTo>
                  <a:cubicBezTo>
                    <a:pt x="54129" y="5371"/>
                    <a:pt x="54594" y="5775"/>
                    <a:pt x="55068" y="6164"/>
                  </a:cubicBezTo>
                  <a:lnTo>
                    <a:pt x="55068" y="6164"/>
                  </a:lnTo>
                  <a:cubicBezTo>
                    <a:pt x="55064" y="6170"/>
                    <a:pt x="55058" y="6176"/>
                    <a:pt x="55052" y="6183"/>
                  </a:cubicBezTo>
                  <a:cubicBezTo>
                    <a:pt x="54692" y="6588"/>
                    <a:pt x="54325" y="6989"/>
                    <a:pt x="53963" y="7391"/>
                  </a:cubicBezTo>
                  <a:cubicBezTo>
                    <a:pt x="53897" y="7343"/>
                    <a:pt x="53835" y="7291"/>
                    <a:pt x="53767" y="7244"/>
                  </a:cubicBezTo>
                  <a:cubicBezTo>
                    <a:pt x="53363" y="6961"/>
                    <a:pt x="52958" y="6681"/>
                    <a:pt x="52550" y="6408"/>
                  </a:cubicBezTo>
                  <a:cubicBezTo>
                    <a:pt x="52709" y="6171"/>
                    <a:pt x="52872" y="5937"/>
                    <a:pt x="53045" y="5715"/>
                  </a:cubicBezTo>
                  <a:cubicBezTo>
                    <a:pt x="53243" y="5458"/>
                    <a:pt x="53450" y="5209"/>
                    <a:pt x="53666" y="4965"/>
                  </a:cubicBezTo>
                  <a:close/>
                  <a:moveTo>
                    <a:pt x="56954" y="4742"/>
                  </a:moveTo>
                  <a:cubicBezTo>
                    <a:pt x="57338" y="5084"/>
                    <a:pt x="57656" y="5379"/>
                    <a:pt x="57744" y="5455"/>
                  </a:cubicBezTo>
                  <a:cubicBezTo>
                    <a:pt x="58052" y="5716"/>
                    <a:pt x="58355" y="5982"/>
                    <a:pt x="58660" y="6248"/>
                  </a:cubicBezTo>
                  <a:cubicBezTo>
                    <a:pt x="58300" y="6667"/>
                    <a:pt x="57933" y="7080"/>
                    <a:pt x="57560" y="7487"/>
                  </a:cubicBezTo>
                  <a:cubicBezTo>
                    <a:pt x="57134" y="7170"/>
                    <a:pt x="56701" y="6859"/>
                    <a:pt x="56285" y="6530"/>
                  </a:cubicBezTo>
                  <a:cubicBezTo>
                    <a:pt x="56087" y="6375"/>
                    <a:pt x="55886" y="6225"/>
                    <a:pt x="55685" y="6072"/>
                  </a:cubicBezTo>
                  <a:cubicBezTo>
                    <a:pt x="56084" y="5620"/>
                    <a:pt x="56506" y="5161"/>
                    <a:pt x="56954" y="4742"/>
                  </a:cubicBezTo>
                  <a:close/>
                  <a:moveTo>
                    <a:pt x="50711" y="5647"/>
                  </a:moveTo>
                  <a:cubicBezTo>
                    <a:pt x="51152" y="5971"/>
                    <a:pt x="51596" y="6292"/>
                    <a:pt x="52043" y="6607"/>
                  </a:cubicBezTo>
                  <a:cubicBezTo>
                    <a:pt x="51736" y="7048"/>
                    <a:pt x="51438" y="7501"/>
                    <a:pt x="51135" y="7960"/>
                  </a:cubicBezTo>
                  <a:cubicBezTo>
                    <a:pt x="50703" y="7536"/>
                    <a:pt x="50289" y="7096"/>
                    <a:pt x="49882" y="6646"/>
                  </a:cubicBezTo>
                  <a:cubicBezTo>
                    <a:pt x="49873" y="6616"/>
                    <a:pt x="49861" y="6585"/>
                    <a:pt x="49850" y="6556"/>
                  </a:cubicBezTo>
                  <a:cubicBezTo>
                    <a:pt x="49864" y="6556"/>
                    <a:pt x="49878" y="6550"/>
                    <a:pt x="49890" y="6541"/>
                  </a:cubicBezTo>
                  <a:cubicBezTo>
                    <a:pt x="50195" y="6284"/>
                    <a:pt x="50454" y="5967"/>
                    <a:pt x="50711" y="5647"/>
                  </a:cubicBezTo>
                  <a:close/>
                  <a:moveTo>
                    <a:pt x="58975" y="6519"/>
                  </a:moveTo>
                  <a:cubicBezTo>
                    <a:pt x="59314" y="6820"/>
                    <a:pt x="59645" y="7132"/>
                    <a:pt x="59971" y="7446"/>
                  </a:cubicBezTo>
                  <a:lnTo>
                    <a:pt x="59971" y="7446"/>
                  </a:lnTo>
                  <a:cubicBezTo>
                    <a:pt x="59652" y="7851"/>
                    <a:pt x="59320" y="8250"/>
                    <a:pt x="58974" y="8645"/>
                  </a:cubicBezTo>
                  <a:cubicBezTo>
                    <a:pt x="58635" y="8327"/>
                    <a:pt x="58280" y="8028"/>
                    <a:pt x="57908" y="7748"/>
                  </a:cubicBezTo>
                  <a:cubicBezTo>
                    <a:pt x="58275" y="7348"/>
                    <a:pt x="58631" y="6938"/>
                    <a:pt x="58975" y="6519"/>
                  </a:cubicBezTo>
                  <a:close/>
                  <a:moveTo>
                    <a:pt x="55363" y="6417"/>
                  </a:moveTo>
                  <a:cubicBezTo>
                    <a:pt x="55440" y="6476"/>
                    <a:pt x="55522" y="6541"/>
                    <a:pt x="55601" y="6599"/>
                  </a:cubicBezTo>
                  <a:cubicBezTo>
                    <a:pt x="56139" y="7004"/>
                    <a:pt x="56707" y="7400"/>
                    <a:pt x="57256" y="7813"/>
                  </a:cubicBezTo>
                  <a:cubicBezTo>
                    <a:pt x="56933" y="8161"/>
                    <a:pt x="56534" y="8506"/>
                    <a:pt x="56203" y="8848"/>
                  </a:cubicBezTo>
                  <a:cubicBezTo>
                    <a:pt x="56142" y="8911"/>
                    <a:pt x="55941" y="8973"/>
                    <a:pt x="55941" y="9037"/>
                  </a:cubicBezTo>
                  <a:cubicBezTo>
                    <a:pt x="55511" y="8557"/>
                    <a:pt x="54822" y="8084"/>
                    <a:pt x="54208" y="7628"/>
                  </a:cubicBezTo>
                  <a:lnTo>
                    <a:pt x="54208" y="7626"/>
                  </a:lnTo>
                  <a:cubicBezTo>
                    <a:pt x="54437" y="7385"/>
                    <a:pt x="54699" y="7144"/>
                    <a:pt x="54914" y="6904"/>
                  </a:cubicBezTo>
                  <a:cubicBezTo>
                    <a:pt x="55055" y="6746"/>
                    <a:pt x="55218" y="6582"/>
                    <a:pt x="55363" y="6417"/>
                  </a:cubicBezTo>
                  <a:close/>
                  <a:moveTo>
                    <a:pt x="52299" y="6786"/>
                  </a:moveTo>
                  <a:cubicBezTo>
                    <a:pt x="52749" y="7102"/>
                    <a:pt x="53199" y="7419"/>
                    <a:pt x="53652" y="7737"/>
                  </a:cubicBezTo>
                  <a:lnTo>
                    <a:pt x="53652" y="7737"/>
                  </a:lnTo>
                  <a:cubicBezTo>
                    <a:pt x="53237" y="8201"/>
                    <a:pt x="52830" y="8673"/>
                    <a:pt x="52442" y="9163"/>
                  </a:cubicBezTo>
                  <a:cubicBezTo>
                    <a:pt x="52066" y="8836"/>
                    <a:pt x="51698" y="8498"/>
                    <a:pt x="51339" y="8152"/>
                  </a:cubicBezTo>
                  <a:cubicBezTo>
                    <a:pt x="51690" y="7724"/>
                    <a:pt x="51995" y="7253"/>
                    <a:pt x="52299" y="6786"/>
                  </a:cubicBezTo>
                  <a:close/>
                  <a:moveTo>
                    <a:pt x="60067" y="7685"/>
                  </a:moveTo>
                  <a:lnTo>
                    <a:pt x="60067" y="7685"/>
                  </a:lnTo>
                  <a:cubicBezTo>
                    <a:pt x="60012" y="8296"/>
                    <a:pt x="59910" y="8891"/>
                    <a:pt x="59721" y="9453"/>
                  </a:cubicBezTo>
                  <a:lnTo>
                    <a:pt x="59721" y="9451"/>
                  </a:lnTo>
                  <a:cubicBezTo>
                    <a:pt x="59715" y="9451"/>
                    <a:pt x="59707" y="9445"/>
                    <a:pt x="59701" y="9445"/>
                  </a:cubicBezTo>
                  <a:cubicBezTo>
                    <a:pt x="59538" y="9234"/>
                    <a:pt x="59364" y="9033"/>
                    <a:pt x="59178" y="8845"/>
                  </a:cubicBezTo>
                  <a:cubicBezTo>
                    <a:pt x="59486" y="8466"/>
                    <a:pt x="59784" y="8081"/>
                    <a:pt x="60067" y="7685"/>
                  </a:cubicBezTo>
                  <a:close/>
                  <a:moveTo>
                    <a:pt x="50192" y="7484"/>
                  </a:moveTo>
                  <a:cubicBezTo>
                    <a:pt x="50436" y="7745"/>
                    <a:pt x="50683" y="8005"/>
                    <a:pt x="50935" y="8257"/>
                  </a:cubicBezTo>
                  <a:cubicBezTo>
                    <a:pt x="50849" y="8387"/>
                    <a:pt x="50764" y="8517"/>
                    <a:pt x="50677" y="8648"/>
                  </a:cubicBezTo>
                  <a:cubicBezTo>
                    <a:pt x="50639" y="8705"/>
                    <a:pt x="50690" y="8761"/>
                    <a:pt x="50745" y="8761"/>
                  </a:cubicBezTo>
                  <a:cubicBezTo>
                    <a:pt x="50764" y="8761"/>
                    <a:pt x="50782" y="8755"/>
                    <a:pt x="50798" y="8741"/>
                  </a:cubicBezTo>
                  <a:cubicBezTo>
                    <a:pt x="50906" y="8641"/>
                    <a:pt x="51010" y="8534"/>
                    <a:pt x="51109" y="8424"/>
                  </a:cubicBezTo>
                  <a:cubicBezTo>
                    <a:pt x="51467" y="8775"/>
                    <a:pt x="51835" y="9115"/>
                    <a:pt x="52211" y="9448"/>
                  </a:cubicBezTo>
                  <a:cubicBezTo>
                    <a:pt x="51965" y="9751"/>
                    <a:pt x="51709" y="10012"/>
                    <a:pt x="51474" y="10289"/>
                  </a:cubicBezTo>
                  <a:cubicBezTo>
                    <a:pt x="51310" y="10130"/>
                    <a:pt x="51149" y="9968"/>
                    <a:pt x="50989" y="9804"/>
                  </a:cubicBezTo>
                  <a:cubicBezTo>
                    <a:pt x="50737" y="9026"/>
                    <a:pt x="50471" y="8252"/>
                    <a:pt x="50192" y="7485"/>
                  </a:cubicBezTo>
                  <a:lnTo>
                    <a:pt x="50192" y="7484"/>
                  </a:lnTo>
                  <a:close/>
                  <a:moveTo>
                    <a:pt x="57608" y="8078"/>
                  </a:moveTo>
                  <a:cubicBezTo>
                    <a:pt x="57978" y="8365"/>
                    <a:pt x="58340" y="8662"/>
                    <a:pt x="58677" y="8981"/>
                  </a:cubicBezTo>
                  <a:cubicBezTo>
                    <a:pt x="58275" y="9428"/>
                    <a:pt x="57860" y="9867"/>
                    <a:pt x="57443" y="10289"/>
                  </a:cubicBezTo>
                  <a:cubicBezTo>
                    <a:pt x="57070" y="9958"/>
                    <a:pt x="56702" y="9593"/>
                    <a:pt x="56411" y="9323"/>
                  </a:cubicBezTo>
                  <a:cubicBezTo>
                    <a:pt x="56817" y="8913"/>
                    <a:pt x="57216" y="8498"/>
                    <a:pt x="57608" y="8079"/>
                  </a:cubicBezTo>
                  <a:lnTo>
                    <a:pt x="57608" y="8078"/>
                  </a:lnTo>
                  <a:close/>
                  <a:moveTo>
                    <a:pt x="53966" y="7956"/>
                  </a:moveTo>
                  <a:cubicBezTo>
                    <a:pt x="53968" y="7957"/>
                    <a:pt x="53970" y="7959"/>
                    <a:pt x="53973" y="7960"/>
                  </a:cubicBezTo>
                  <a:cubicBezTo>
                    <a:pt x="54586" y="8398"/>
                    <a:pt x="55174" y="8878"/>
                    <a:pt x="55756" y="9361"/>
                  </a:cubicBezTo>
                  <a:lnTo>
                    <a:pt x="55756" y="9361"/>
                  </a:lnTo>
                  <a:cubicBezTo>
                    <a:pt x="55290" y="9803"/>
                    <a:pt x="54792" y="10242"/>
                    <a:pt x="54319" y="10699"/>
                  </a:cubicBezTo>
                  <a:cubicBezTo>
                    <a:pt x="53820" y="10317"/>
                    <a:pt x="53331" y="9924"/>
                    <a:pt x="52850" y="9519"/>
                  </a:cubicBezTo>
                  <a:cubicBezTo>
                    <a:pt x="52786" y="9466"/>
                    <a:pt x="52728" y="9411"/>
                    <a:pt x="52664" y="9357"/>
                  </a:cubicBezTo>
                  <a:cubicBezTo>
                    <a:pt x="53085" y="8877"/>
                    <a:pt x="53529" y="8413"/>
                    <a:pt x="53966" y="7956"/>
                  </a:cubicBezTo>
                  <a:close/>
                  <a:moveTo>
                    <a:pt x="58893" y="9196"/>
                  </a:moveTo>
                  <a:cubicBezTo>
                    <a:pt x="59124" y="9423"/>
                    <a:pt x="59340" y="9661"/>
                    <a:pt x="59541" y="9913"/>
                  </a:cubicBezTo>
                  <a:cubicBezTo>
                    <a:pt x="59359" y="10329"/>
                    <a:pt x="59113" y="10718"/>
                    <a:pt x="58815" y="11061"/>
                  </a:cubicBezTo>
                  <a:lnTo>
                    <a:pt x="58815" y="11059"/>
                  </a:lnTo>
                  <a:cubicBezTo>
                    <a:pt x="58801" y="11076"/>
                    <a:pt x="58784" y="11090"/>
                    <a:pt x="58768" y="11106"/>
                  </a:cubicBezTo>
                  <a:cubicBezTo>
                    <a:pt x="58728" y="11090"/>
                    <a:pt x="58674" y="11073"/>
                    <a:pt x="58637" y="11059"/>
                  </a:cubicBezTo>
                  <a:cubicBezTo>
                    <a:pt x="58626" y="11055"/>
                    <a:pt x="58615" y="11053"/>
                    <a:pt x="58604" y="11053"/>
                  </a:cubicBezTo>
                  <a:cubicBezTo>
                    <a:pt x="58580" y="11053"/>
                    <a:pt x="58557" y="11062"/>
                    <a:pt x="58538" y="11078"/>
                  </a:cubicBezTo>
                  <a:cubicBezTo>
                    <a:pt x="58301" y="10979"/>
                    <a:pt x="58017" y="10773"/>
                    <a:pt x="57721" y="10529"/>
                  </a:cubicBezTo>
                  <a:cubicBezTo>
                    <a:pt x="58125" y="10094"/>
                    <a:pt x="58515" y="9650"/>
                    <a:pt x="58893" y="9196"/>
                  </a:cubicBezTo>
                  <a:close/>
                  <a:moveTo>
                    <a:pt x="56094" y="9641"/>
                  </a:moveTo>
                  <a:cubicBezTo>
                    <a:pt x="56441" y="9929"/>
                    <a:pt x="56789" y="10215"/>
                    <a:pt x="57141" y="10492"/>
                  </a:cubicBezTo>
                  <a:cubicBezTo>
                    <a:pt x="57158" y="10506"/>
                    <a:pt x="57178" y="10523"/>
                    <a:pt x="57195" y="10538"/>
                  </a:cubicBezTo>
                  <a:cubicBezTo>
                    <a:pt x="56778" y="10943"/>
                    <a:pt x="56285" y="11331"/>
                    <a:pt x="55859" y="11764"/>
                  </a:cubicBezTo>
                  <a:cubicBezTo>
                    <a:pt x="55680" y="11659"/>
                    <a:pt x="55504" y="11557"/>
                    <a:pt x="55357" y="11457"/>
                  </a:cubicBezTo>
                  <a:cubicBezTo>
                    <a:pt x="55143" y="11310"/>
                    <a:pt x="54931" y="11158"/>
                    <a:pt x="54723" y="11005"/>
                  </a:cubicBezTo>
                  <a:cubicBezTo>
                    <a:pt x="55179" y="10551"/>
                    <a:pt x="55640" y="10096"/>
                    <a:pt x="56094" y="9641"/>
                  </a:cubicBezTo>
                  <a:close/>
                  <a:moveTo>
                    <a:pt x="52425" y="9637"/>
                  </a:moveTo>
                  <a:cubicBezTo>
                    <a:pt x="52952" y="10096"/>
                    <a:pt x="53493" y="10540"/>
                    <a:pt x="54051" y="10965"/>
                  </a:cubicBezTo>
                  <a:cubicBezTo>
                    <a:pt x="53778" y="11236"/>
                    <a:pt x="53520" y="11522"/>
                    <a:pt x="53278" y="11822"/>
                  </a:cubicBezTo>
                  <a:cubicBezTo>
                    <a:pt x="53119" y="11696"/>
                    <a:pt x="52961" y="11574"/>
                    <a:pt x="52803" y="11457"/>
                  </a:cubicBezTo>
                  <a:cubicBezTo>
                    <a:pt x="52431" y="11177"/>
                    <a:pt x="52074" y="10861"/>
                    <a:pt x="51724" y="10532"/>
                  </a:cubicBezTo>
                  <a:cubicBezTo>
                    <a:pt x="51939" y="10226"/>
                    <a:pt x="52177" y="9927"/>
                    <a:pt x="52425" y="9637"/>
                  </a:cubicBezTo>
                  <a:close/>
                  <a:moveTo>
                    <a:pt x="57480" y="10787"/>
                  </a:moveTo>
                  <a:cubicBezTo>
                    <a:pt x="57744" y="11027"/>
                    <a:pt x="58055" y="11310"/>
                    <a:pt x="58358" y="11471"/>
                  </a:cubicBezTo>
                  <a:cubicBezTo>
                    <a:pt x="57837" y="11851"/>
                    <a:pt x="57192" y="12077"/>
                    <a:pt x="56554" y="12270"/>
                  </a:cubicBezTo>
                  <a:lnTo>
                    <a:pt x="56554" y="12269"/>
                  </a:lnTo>
                  <a:cubicBezTo>
                    <a:pt x="56462" y="12177"/>
                    <a:pt x="56363" y="12094"/>
                    <a:pt x="56258" y="12020"/>
                  </a:cubicBezTo>
                  <a:cubicBezTo>
                    <a:pt x="56676" y="11621"/>
                    <a:pt x="57081" y="11208"/>
                    <a:pt x="57480" y="10787"/>
                  </a:cubicBezTo>
                  <a:close/>
                  <a:moveTo>
                    <a:pt x="51484" y="10891"/>
                  </a:moveTo>
                  <a:cubicBezTo>
                    <a:pt x="51939" y="11387"/>
                    <a:pt x="52423" y="11865"/>
                    <a:pt x="52936" y="12284"/>
                  </a:cubicBezTo>
                  <a:cubicBezTo>
                    <a:pt x="52827" y="12446"/>
                    <a:pt x="52725" y="12613"/>
                    <a:pt x="52633" y="12785"/>
                  </a:cubicBezTo>
                  <a:cubicBezTo>
                    <a:pt x="52247" y="12635"/>
                    <a:pt x="51914" y="12372"/>
                    <a:pt x="51667" y="11952"/>
                  </a:cubicBezTo>
                  <a:lnTo>
                    <a:pt x="51667" y="11950"/>
                  </a:lnTo>
                  <a:cubicBezTo>
                    <a:pt x="51573" y="11647"/>
                    <a:pt x="51478" y="11344"/>
                    <a:pt x="51384" y="11041"/>
                  </a:cubicBezTo>
                  <a:cubicBezTo>
                    <a:pt x="51415" y="10990"/>
                    <a:pt x="51450" y="10940"/>
                    <a:pt x="51484" y="10891"/>
                  </a:cubicBezTo>
                  <a:close/>
                  <a:moveTo>
                    <a:pt x="54457" y="11270"/>
                  </a:moveTo>
                  <a:cubicBezTo>
                    <a:pt x="54828" y="11543"/>
                    <a:pt x="55204" y="11809"/>
                    <a:pt x="55584" y="12069"/>
                  </a:cubicBezTo>
                  <a:cubicBezTo>
                    <a:pt x="55420" y="12259"/>
                    <a:pt x="55278" y="12468"/>
                    <a:pt x="55160" y="12692"/>
                  </a:cubicBezTo>
                  <a:lnTo>
                    <a:pt x="55160" y="12691"/>
                  </a:lnTo>
                  <a:cubicBezTo>
                    <a:pt x="55009" y="12734"/>
                    <a:pt x="54857" y="12773"/>
                    <a:pt x="54707" y="12807"/>
                  </a:cubicBezTo>
                  <a:cubicBezTo>
                    <a:pt x="54331" y="12612"/>
                    <a:pt x="53977" y="12363"/>
                    <a:pt x="53637" y="12102"/>
                  </a:cubicBezTo>
                  <a:cubicBezTo>
                    <a:pt x="53908" y="11823"/>
                    <a:pt x="54181" y="11546"/>
                    <a:pt x="54457" y="11270"/>
                  </a:cubicBezTo>
                  <a:close/>
                  <a:moveTo>
                    <a:pt x="53237" y="12521"/>
                  </a:moveTo>
                  <a:cubicBezTo>
                    <a:pt x="53434" y="12669"/>
                    <a:pt x="53635" y="12811"/>
                    <a:pt x="53843" y="12937"/>
                  </a:cubicBezTo>
                  <a:cubicBezTo>
                    <a:pt x="53754" y="12942"/>
                    <a:pt x="53666" y="12945"/>
                    <a:pt x="53580" y="12945"/>
                  </a:cubicBezTo>
                  <a:cubicBezTo>
                    <a:pt x="53345" y="12945"/>
                    <a:pt x="53119" y="12923"/>
                    <a:pt x="52904" y="12870"/>
                  </a:cubicBezTo>
                  <a:lnTo>
                    <a:pt x="52904" y="12869"/>
                  </a:lnTo>
                  <a:cubicBezTo>
                    <a:pt x="53012" y="12751"/>
                    <a:pt x="53127" y="12637"/>
                    <a:pt x="53237" y="12521"/>
                  </a:cubicBezTo>
                  <a:close/>
                  <a:moveTo>
                    <a:pt x="9945" y="19161"/>
                  </a:moveTo>
                  <a:cubicBezTo>
                    <a:pt x="11137" y="19334"/>
                    <a:pt x="12329" y="19491"/>
                    <a:pt x="13522" y="19577"/>
                  </a:cubicBezTo>
                  <a:cubicBezTo>
                    <a:pt x="13792" y="19596"/>
                    <a:pt x="14071" y="19625"/>
                    <a:pt x="14355" y="19656"/>
                  </a:cubicBezTo>
                  <a:cubicBezTo>
                    <a:pt x="14136" y="19945"/>
                    <a:pt x="14012" y="20374"/>
                    <a:pt x="13939" y="20652"/>
                  </a:cubicBezTo>
                  <a:cubicBezTo>
                    <a:pt x="13789" y="21227"/>
                    <a:pt x="13744" y="21826"/>
                    <a:pt x="13811" y="22415"/>
                  </a:cubicBezTo>
                  <a:cubicBezTo>
                    <a:pt x="13763" y="22414"/>
                    <a:pt x="13715" y="22414"/>
                    <a:pt x="13668" y="22414"/>
                  </a:cubicBezTo>
                  <a:cubicBezTo>
                    <a:pt x="12952" y="22414"/>
                    <a:pt x="12237" y="22469"/>
                    <a:pt x="11530" y="22577"/>
                  </a:cubicBezTo>
                  <a:cubicBezTo>
                    <a:pt x="10835" y="21535"/>
                    <a:pt x="10685" y="20168"/>
                    <a:pt x="9945" y="19161"/>
                  </a:cubicBezTo>
                  <a:close/>
                  <a:moveTo>
                    <a:pt x="15187" y="19755"/>
                  </a:moveTo>
                  <a:cubicBezTo>
                    <a:pt x="16167" y="19876"/>
                    <a:pt x="17189" y="20002"/>
                    <a:pt x="18172" y="20002"/>
                  </a:cubicBezTo>
                  <a:cubicBezTo>
                    <a:pt x="18697" y="20002"/>
                    <a:pt x="19211" y="19966"/>
                    <a:pt x="19701" y="19874"/>
                  </a:cubicBezTo>
                  <a:cubicBezTo>
                    <a:pt x="19757" y="19927"/>
                    <a:pt x="19814" y="19973"/>
                    <a:pt x="19892" y="19995"/>
                  </a:cubicBezTo>
                  <a:cubicBezTo>
                    <a:pt x="19956" y="20012"/>
                    <a:pt x="20025" y="20019"/>
                    <a:pt x="20096" y="20019"/>
                  </a:cubicBezTo>
                  <a:cubicBezTo>
                    <a:pt x="20209" y="20019"/>
                    <a:pt x="20327" y="20001"/>
                    <a:pt x="20441" y="19978"/>
                  </a:cubicBezTo>
                  <a:lnTo>
                    <a:pt x="20441" y="19978"/>
                  </a:lnTo>
                  <a:cubicBezTo>
                    <a:pt x="20374" y="20080"/>
                    <a:pt x="20309" y="20183"/>
                    <a:pt x="20244" y="20287"/>
                  </a:cubicBezTo>
                  <a:cubicBezTo>
                    <a:pt x="20224" y="20318"/>
                    <a:pt x="20210" y="20354"/>
                    <a:pt x="20206" y="20391"/>
                  </a:cubicBezTo>
                  <a:cubicBezTo>
                    <a:pt x="19486" y="21346"/>
                    <a:pt x="18773" y="22305"/>
                    <a:pt x="18065" y="23269"/>
                  </a:cubicBezTo>
                  <a:cubicBezTo>
                    <a:pt x="16870" y="22737"/>
                    <a:pt x="15546" y="22481"/>
                    <a:pt x="14219" y="22427"/>
                  </a:cubicBezTo>
                  <a:cubicBezTo>
                    <a:pt x="14202" y="21963"/>
                    <a:pt x="14296" y="21513"/>
                    <a:pt x="14425" y="21070"/>
                  </a:cubicBezTo>
                  <a:cubicBezTo>
                    <a:pt x="14498" y="20802"/>
                    <a:pt x="14600" y="20545"/>
                    <a:pt x="14729" y="20301"/>
                  </a:cubicBezTo>
                  <a:lnTo>
                    <a:pt x="14731" y="20299"/>
                  </a:lnTo>
                  <a:cubicBezTo>
                    <a:pt x="14828" y="20120"/>
                    <a:pt x="14986" y="20002"/>
                    <a:pt x="15110" y="19848"/>
                  </a:cubicBezTo>
                  <a:cubicBezTo>
                    <a:pt x="15144" y="19825"/>
                    <a:pt x="15170" y="19792"/>
                    <a:pt x="15187" y="19755"/>
                  </a:cubicBezTo>
                  <a:close/>
                  <a:moveTo>
                    <a:pt x="13450" y="24129"/>
                  </a:moveTo>
                  <a:cubicBezTo>
                    <a:pt x="14659" y="24129"/>
                    <a:pt x="15857" y="24326"/>
                    <a:pt x="16995" y="24736"/>
                  </a:cubicBezTo>
                  <a:cubicBezTo>
                    <a:pt x="16955" y="24792"/>
                    <a:pt x="16913" y="24848"/>
                    <a:pt x="16874" y="24903"/>
                  </a:cubicBezTo>
                  <a:cubicBezTo>
                    <a:pt x="15654" y="26606"/>
                    <a:pt x="14601" y="28381"/>
                    <a:pt x="13622" y="30200"/>
                  </a:cubicBezTo>
                  <a:cubicBezTo>
                    <a:pt x="13613" y="29697"/>
                    <a:pt x="13594" y="29195"/>
                    <a:pt x="13559" y="28692"/>
                  </a:cubicBezTo>
                  <a:cubicBezTo>
                    <a:pt x="13502" y="27866"/>
                    <a:pt x="13494" y="27039"/>
                    <a:pt x="13494" y="26213"/>
                  </a:cubicBezTo>
                  <a:cubicBezTo>
                    <a:pt x="13492" y="25511"/>
                    <a:pt x="13359" y="24824"/>
                    <a:pt x="13274" y="24130"/>
                  </a:cubicBezTo>
                  <a:cubicBezTo>
                    <a:pt x="13333" y="24129"/>
                    <a:pt x="13392" y="24129"/>
                    <a:pt x="13450" y="24129"/>
                  </a:cubicBezTo>
                  <a:close/>
                  <a:moveTo>
                    <a:pt x="26204" y="29915"/>
                  </a:moveTo>
                  <a:cubicBezTo>
                    <a:pt x="26212" y="30362"/>
                    <a:pt x="26226" y="30811"/>
                    <a:pt x="26258" y="31255"/>
                  </a:cubicBezTo>
                  <a:cubicBezTo>
                    <a:pt x="25411" y="31287"/>
                    <a:pt x="24567" y="31346"/>
                    <a:pt x="23739" y="31420"/>
                  </a:cubicBezTo>
                  <a:cubicBezTo>
                    <a:pt x="23733" y="31237"/>
                    <a:pt x="23727" y="31055"/>
                    <a:pt x="23710" y="30877"/>
                  </a:cubicBezTo>
                  <a:cubicBezTo>
                    <a:pt x="23704" y="30828"/>
                    <a:pt x="23696" y="30778"/>
                    <a:pt x="23688" y="30730"/>
                  </a:cubicBezTo>
                  <a:cubicBezTo>
                    <a:pt x="24525" y="30449"/>
                    <a:pt x="25365" y="30180"/>
                    <a:pt x="26204" y="29915"/>
                  </a:cubicBezTo>
                  <a:close/>
                  <a:moveTo>
                    <a:pt x="22360" y="31182"/>
                  </a:moveTo>
                  <a:cubicBezTo>
                    <a:pt x="22384" y="31302"/>
                    <a:pt x="22408" y="31425"/>
                    <a:pt x="22431" y="31545"/>
                  </a:cubicBezTo>
                  <a:cubicBezTo>
                    <a:pt x="22380" y="31550"/>
                    <a:pt x="22330" y="31556"/>
                    <a:pt x="22282" y="31561"/>
                  </a:cubicBezTo>
                  <a:cubicBezTo>
                    <a:pt x="21774" y="31613"/>
                    <a:pt x="21266" y="31674"/>
                    <a:pt x="20761" y="31739"/>
                  </a:cubicBezTo>
                  <a:cubicBezTo>
                    <a:pt x="21293" y="31553"/>
                    <a:pt x="21826" y="31367"/>
                    <a:pt x="22360" y="31182"/>
                  </a:cubicBezTo>
                  <a:close/>
                  <a:moveTo>
                    <a:pt x="52216" y="19498"/>
                  </a:moveTo>
                  <a:cubicBezTo>
                    <a:pt x="52584" y="20570"/>
                    <a:pt x="53000" y="21636"/>
                    <a:pt x="53605" y="22587"/>
                  </a:cubicBezTo>
                  <a:cubicBezTo>
                    <a:pt x="53591" y="22588"/>
                    <a:pt x="53578" y="22590"/>
                    <a:pt x="53566" y="22593"/>
                  </a:cubicBezTo>
                  <a:cubicBezTo>
                    <a:pt x="48749" y="23363"/>
                    <a:pt x="44001" y="26462"/>
                    <a:pt x="42722" y="31148"/>
                  </a:cubicBezTo>
                  <a:lnTo>
                    <a:pt x="42721" y="31148"/>
                  </a:lnTo>
                  <a:cubicBezTo>
                    <a:pt x="42540" y="31106"/>
                    <a:pt x="42359" y="31066"/>
                    <a:pt x="42184" y="31023"/>
                  </a:cubicBezTo>
                  <a:cubicBezTo>
                    <a:pt x="41151" y="30764"/>
                    <a:pt x="40110" y="30503"/>
                    <a:pt x="39038" y="30460"/>
                  </a:cubicBezTo>
                  <a:cubicBezTo>
                    <a:pt x="38989" y="30458"/>
                    <a:pt x="38938" y="30456"/>
                    <a:pt x="38885" y="30456"/>
                  </a:cubicBezTo>
                  <a:cubicBezTo>
                    <a:pt x="38275" y="30456"/>
                    <a:pt x="37506" y="30616"/>
                    <a:pt x="37599" y="31375"/>
                  </a:cubicBezTo>
                  <a:cubicBezTo>
                    <a:pt x="37611" y="31471"/>
                    <a:pt x="37637" y="31567"/>
                    <a:pt x="37676" y="31657"/>
                  </a:cubicBezTo>
                  <a:cubicBezTo>
                    <a:pt x="36957" y="31312"/>
                    <a:pt x="36283" y="30860"/>
                    <a:pt x="35466" y="30792"/>
                  </a:cubicBezTo>
                  <a:cubicBezTo>
                    <a:pt x="35432" y="30789"/>
                    <a:pt x="35399" y="30788"/>
                    <a:pt x="35367" y="30788"/>
                  </a:cubicBezTo>
                  <a:cubicBezTo>
                    <a:pt x="34635" y="30788"/>
                    <a:pt x="34254" y="31508"/>
                    <a:pt x="34131" y="32144"/>
                  </a:cubicBezTo>
                  <a:cubicBezTo>
                    <a:pt x="34113" y="32246"/>
                    <a:pt x="34101" y="32349"/>
                    <a:pt x="34090" y="32456"/>
                  </a:cubicBezTo>
                  <a:cubicBezTo>
                    <a:pt x="33250" y="32017"/>
                    <a:pt x="32313" y="31734"/>
                    <a:pt x="31540" y="31578"/>
                  </a:cubicBezTo>
                  <a:cubicBezTo>
                    <a:pt x="30263" y="31320"/>
                    <a:pt x="28922" y="31227"/>
                    <a:pt x="27571" y="31227"/>
                  </a:cubicBezTo>
                  <a:cubicBezTo>
                    <a:pt x="27346" y="31227"/>
                    <a:pt x="27121" y="31230"/>
                    <a:pt x="26896" y="31234"/>
                  </a:cubicBezTo>
                  <a:cubicBezTo>
                    <a:pt x="27112" y="30726"/>
                    <a:pt x="27166" y="30170"/>
                    <a:pt x="27168" y="29611"/>
                  </a:cubicBezTo>
                  <a:cubicBezTo>
                    <a:pt x="29246" y="28953"/>
                    <a:pt x="31320" y="28287"/>
                    <a:pt x="33343" y="27464"/>
                  </a:cubicBezTo>
                  <a:cubicBezTo>
                    <a:pt x="36787" y="26061"/>
                    <a:pt x="40209" y="24602"/>
                    <a:pt x="43652" y="23196"/>
                  </a:cubicBezTo>
                  <a:cubicBezTo>
                    <a:pt x="45255" y="22540"/>
                    <a:pt x="46854" y="21878"/>
                    <a:pt x="48425" y="21147"/>
                  </a:cubicBezTo>
                  <a:cubicBezTo>
                    <a:pt x="49291" y="20742"/>
                    <a:pt x="50176" y="20377"/>
                    <a:pt x="51054" y="19996"/>
                  </a:cubicBezTo>
                  <a:cubicBezTo>
                    <a:pt x="51438" y="19829"/>
                    <a:pt x="51848" y="19693"/>
                    <a:pt x="52216" y="19498"/>
                  </a:cubicBezTo>
                  <a:close/>
                  <a:moveTo>
                    <a:pt x="21177" y="28036"/>
                  </a:moveTo>
                  <a:cubicBezTo>
                    <a:pt x="21650" y="28776"/>
                    <a:pt x="22021" y="29586"/>
                    <a:pt x="22309" y="30433"/>
                  </a:cubicBezTo>
                  <a:cubicBezTo>
                    <a:pt x="20605" y="31038"/>
                    <a:pt x="18905" y="31647"/>
                    <a:pt x="17191" y="32227"/>
                  </a:cubicBezTo>
                  <a:cubicBezTo>
                    <a:pt x="17178" y="32232"/>
                    <a:pt x="17164" y="32233"/>
                    <a:pt x="17148" y="32240"/>
                  </a:cubicBezTo>
                  <a:cubicBezTo>
                    <a:pt x="16497" y="32326"/>
                    <a:pt x="15756" y="32436"/>
                    <a:pt x="15056" y="32620"/>
                  </a:cubicBezTo>
                  <a:cubicBezTo>
                    <a:pt x="17009" y="30954"/>
                    <a:pt x="18948" y="29332"/>
                    <a:pt x="21177" y="28036"/>
                  </a:cubicBezTo>
                  <a:close/>
                  <a:moveTo>
                    <a:pt x="17668" y="25008"/>
                  </a:moveTo>
                  <a:cubicBezTo>
                    <a:pt x="17914" y="25117"/>
                    <a:pt x="18156" y="25234"/>
                    <a:pt x="18395" y="25364"/>
                  </a:cubicBezTo>
                  <a:cubicBezTo>
                    <a:pt x="18685" y="25525"/>
                    <a:pt x="18965" y="25707"/>
                    <a:pt x="19230" y="25908"/>
                  </a:cubicBezTo>
                  <a:cubicBezTo>
                    <a:pt x="19010" y="26126"/>
                    <a:pt x="18812" y="26369"/>
                    <a:pt x="18619" y="26614"/>
                  </a:cubicBezTo>
                  <a:cubicBezTo>
                    <a:pt x="18110" y="27252"/>
                    <a:pt x="17607" y="27894"/>
                    <a:pt x="17086" y="28523"/>
                  </a:cubicBezTo>
                  <a:cubicBezTo>
                    <a:pt x="16001" y="29833"/>
                    <a:pt x="15028" y="31214"/>
                    <a:pt x="14179" y="32688"/>
                  </a:cubicBezTo>
                  <a:cubicBezTo>
                    <a:pt x="14142" y="32687"/>
                    <a:pt x="14105" y="32686"/>
                    <a:pt x="14068" y="32686"/>
                  </a:cubicBezTo>
                  <a:cubicBezTo>
                    <a:pt x="13918" y="32686"/>
                    <a:pt x="13768" y="32696"/>
                    <a:pt x="13619" y="32717"/>
                  </a:cubicBezTo>
                  <a:cubicBezTo>
                    <a:pt x="13624" y="32380"/>
                    <a:pt x="13628" y="32043"/>
                    <a:pt x="13631" y="31706"/>
                  </a:cubicBezTo>
                  <a:cubicBezTo>
                    <a:pt x="13730" y="31500"/>
                    <a:pt x="13829" y="31296"/>
                    <a:pt x="13928" y="31091"/>
                  </a:cubicBezTo>
                  <a:cubicBezTo>
                    <a:pt x="14788" y="29308"/>
                    <a:pt x="15846" y="27653"/>
                    <a:pt x="16963" y="26020"/>
                  </a:cubicBezTo>
                  <a:cubicBezTo>
                    <a:pt x="17195" y="25680"/>
                    <a:pt x="17431" y="25344"/>
                    <a:pt x="17668" y="25008"/>
                  </a:cubicBezTo>
                  <a:close/>
                  <a:moveTo>
                    <a:pt x="13359" y="32250"/>
                  </a:moveTo>
                  <a:cubicBezTo>
                    <a:pt x="13365" y="32421"/>
                    <a:pt x="13370" y="32589"/>
                    <a:pt x="13375" y="32758"/>
                  </a:cubicBezTo>
                  <a:cubicBezTo>
                    <a:pt x="13267" y="32782"/>
                    <a:pt x="13163" y="32806"/>
                    <a:pt x="13067" y="32837"/>
                  </a:cubicBezTo>
                  <a:cubicBezTo>
                    <a:pt x="13166" y="32642"/>
                    <a:pt x="13262" y="32445"/>
                    <a:pt x="13359" y="32250"/>
                  </a:cubicBezTo>
                  <a:close/>
                  <a:moveTo>
                    <a:pt x="55577" y="24131"/>
                  </a:moveTo>
                  <a:cubicBezTo>
                    <a:pt x="56459" y="24131"/>
                    <a:pt x="57336" y="24235"/>
                    <a:pt x="58188" y="24452"/>
                  </a:cubicBezTo>
                  <a:cubicBezTo>
                    <a:pt x="57366" y="25777"/>
                    <a:pt x="56926" y="27288"/>
                    <a:pt x="56490" y="28776"/>
                  </a:cubicBezTo>
                  <a:cubicBezTo>
                    <a:pt x="56087" y="30150"/>
                    <a:pt x="55558" y="31486"/>
                    <a:pt x="55199" y="32871"/>
                  </a:cubicBezTo>
                  <a:cubicBezTo>
                    <a:pt x="55047" y="32798"/>
                    <a:pt x="54883" y="32748"/>
                    <a:pt x="54716" y="32727"/>
                  </a:cubicBezTo>
                  <a:cubicBezTo>
                    <a:pt x="54683" y="32723"/>
                    <a:pt x="54649" y="32722"/>
                    <a:pt x="54615" y="32722"/>
                  </a:cubicBezTo>
                  <a:cubicBezTo>
                    <a:pt x="54524" y="32722"/>
                    <a:pt x="54433" y="32734"/>
                    <a:pt x="54345" y="32758"/>
                  </a:cubicBezTo>
                  <a:cubicBezTo>
                    <a:pt x="54321" y="31466"/>
                    <a:pt x="54313" y="30172"/>
                    <a:pt x="54313" y="28881"/>
                  </a:cubicBezTo>
                  <a:cubicBezTo>
                    <a:pt x="54313" y="27326"/>
                    <a:pt x="54167" y="25777"/>
                    <a:pt x="54133" y="24223"/>
                  </a:cubicBezTo>
                  <a:cubicBezTo>
                    <a:pt x="54614" y="24162"/>
                    <a:pt x="55096" y="24131"/>
                    <a:pt x="55577" y="24131"/>
                  </a:cubicBezTo>
                  <a:close/>
                  <a:moveTo>
                    <a:pt x="19505" y="26212"/>
                  </a:moveTo>
                  <a:cubicBezTo>
                    <a:pt x="20085" y="26688"/>
                    <a:pt x="20575" y="27297"/>
                    <a:pt x="20996" y="27906"/>
                  </a:cubicBezTo>
                  <a:cubicBezTo>
                    <a:pt x="18588" y="29105"/>
                    <a:pt x="16565" y="31207"/>
                    <a:pt x="14592" y="33007"/>
                  </a:cubicBezTo>
                  <a:lnTo>
                    <a:pt x="14583" y="33007"/>
                  </a:lnTo>
                  <a:cubicBezTo>
                    <a:pt x="14535" y="33007"/>
                    <a:pt x="14485" y="32860"/>
                    <a:pt x="14436" y="32852"/>
                  </a:cubicBezTo>
                  <a:cubicBezTo>
                    <a:pt x="15382" y="31517"/>
                    <a:pt x="16274" y="30093"/>
                    <a:pt x="17328" y="28834"/>
                  </a:cubicBezTo>
                  <a:cubicBezTo>
                    <a:pt x="17773" y="28304"/>
                    <a:pt x="18214" y="27739"/>
                    <a:pt x="18636" y="27190"/>
                  </a:cubicBezTo>
                  <a:cubicBezTo>
                    <a:pt x="18899" y="26842"/>
                    <a:pt x="19189" y="26515"/>
                    <a:pt x="19505" y="26212"/>
                  </a:cubicBezTo>
                  <a:close/>
                  <a:moveTo>
                    <a:pt x="10067" y="24629"/>
                  </a:moveTo>
                  <a:cubicBezTo>
                    <a:pt x="10161" y="24929"/>
                    <a:pt x="10259" y="25226"/>
                    <a:pt x="10305" y="25505"/>
                  </a:cubicBezTo>
                  <a:cubicBezTo>
                    <a:pt x="10478" y="26538"/>
                    <a:pt x="10579" y="27597"/>
                    <a:pt x="10699" y="28638"/>
                  </a:cubicBezTo>
                  <a:cubicBezTo>
                    <a:pt x="10874" y="30144"/>
                    <a:pt x="11037" y="31658"/>
                    <a:pt x="11459" y="33115"/>
                  </a:cubicBezTo>
                  <a:cubicBezTo>
                    <a:pt x="11199" y="32784"/>
                    <a:pt x="11016" y="32346"/>
                    <a:pt x="10837" y="32008"/>
                  </a:cubicBezTo>
                  <a:cubicBezTo>
                    <a:pt x="10452" y="31279"/>
                    <a:pt x="9997" y="30588"/>
                    <a:pt x="9570" y="29886"/>
                  </a:cubicBezTo>
                  <a:cubicBezTo>
                    <a:pt x="8749" y="28537"/>
                    <a:pt x="8009" y="27136"/>
                    <a:pt x="7299" y="25726"/>
                  </a:cubicBezTo>
                  <a:cubicBezTo>
                    <a:pt x="8183" y="25270"/>
                    <a:pt x="9110" y="24903"/>
                    <a:pt x="10067" y="24631"/>
                  </a:cubicBezTo>
                  <a:lnTo>
                    <a:pt x="10067" y="24629"/>
                  </a:lnTo>
                  <a:close/>
                  <a:moveTo>
                    <a:pt x="53832" y="24261"/>
                  </a:moveTo>
                  <a:cubicBezTo>
                    <a:pt x="53861" y="25802"/>
                    <a:pt x="54000" y="27339"/>
                    <a:pt x="54011" y="28881"/>
                  </a:cubicBezTo>
                  <a:cubicBezTo>
                    <a:pt x="54019" y="30209"/>
                    <a:pt x="54028" y="31533"/>
                    <a:pt x="54093" y="32858"/>
                  </a:cubicBezTo>
                  <a:cubicBezTo>
                    <a:pt x="53987" y="32917"/>
                    <a:pt x="53888" y="32993"/>
                    <a:pt x="53804" y="33082"/>
                  </a:cubicBezTo>
                  <a:cubicBezTo>
                    <a:pt x="53722" y="33121"/>
                    <a:pt x="53645" y="33171"/>
                    <a:pt x="53577" y="33229"/>
                  </a:cubicBezTo>
                  <a:cubicBezTo>
                    <a:pt x="52782" y="32071"/>
                    <a:pt x="52052" y="30868"/>
                    <a:pt x="51217" y="29736"/>
                  </a:cubicBezTo>
                  <a:cubicBezTo>
                    <a:pt x="50385" y="28612"/>
                    <a:pt x="49544" y="27404"/>
                    <a:pt x="48568" y="26400"/>
                  </a:cubicBezTo>
                  <a:cubicBezTo>
                    <a:pt x="48537" y="26368"/>
                    <a:pt x="48501" y="26355"/>
                    <a:pt x="48467" y="26355"/>
                  </a:cubicBezTo>
                  <a:cubicBezTo>
                    <a:pt x="48354" y="26355"/>
                    <a:pt x="48254" y="26504"/>
                    <a:pt x="48356" y="26612"/>
                  </a:cubicBezTo>
                  <a:cubicBezTo>
                    <a:pt x="50267" y="28607"/>
                    <a:pt x="51715" y="31021"/>
                    <a:pt x="53317" y="33265"/>
                  </a:cubicBezTo>
                  <a:cubicBezTo>
                    <a:pt x="51554" y="32683"/>
                    <a:pt x="49771" y="32320"/>
                    <a:pt x="47937" y="31975"/>
                  </a:cubicBezTo>
                  <a:cubicBezTo>
                    <a:pt x="46724" y="31748"/>
                    <a:pt x="45547" y="31448"/>
                    <a:pt x="44360" y="31156"/>
                  </a:cubicBezTo>
                  <a:cubicBezTo>
                    <a:pt x="44408" y="31006"/>
                    <a:pt x="44459" y="30859"/>
                    <a:pt x="44514" y="30713"/>
                  </a:cubicBezTo>
                  <a:cubicBezTo>
                    <a:pt x="44562" y="30641"/>
                    <a:pt x="44615" y="30571"/>
                    <a:pt x="44658" y="30497"/>
                  </a:cubicBezTo>
                  <a:cubicBezTo>
                    <a:pt x="44689" y="30446"/>
                    <a:pt x="44695" y="30384"/>
                    <a:pt x="44678" y="30328"/>
                  </a:cubicBezTo>
                  <a:cubicBezTo>
                    <a:pt x="46148" y="27142"/>
                    <a:pt x="49828" y="25092"/>
                    <a:pt x="53195" y="24377"/>
                  </a:cubicBezTo>
                  <a:cubicBezTo>
                    <a:pt x="53407" y="24334"/>
                    <a:pt x="53618" y="24294"/>
                    <a:pt x="53832" y="24261"/>
                  </a:cubicBezTo>
                  <a:close/>
                  <a:moveTo>
                    <a:pt x="58477" y="24531"/>
                  </a:moveTo>
                  <a:cubicBezTo>
                    <a:pt x="59187" y="24732"/>
                    <a:pt x="59871" y="25011"/>
                    <a:pt x="60519" y="25364"/>
                  </a:cubicBezTo>
                  <a:lnTo>
                    <a:pt x="60519" y="25362"/>
                  </a:lnTo>
                  <a:cubicBezTo>
                    <a:pt x="61598" y="25952"/>
                    <a:pt x="62441" y="26778"/>
                    <a:pt x="63106" y="27739"/>
                  </a:cubicBezTo>
                  <a:cubicBezTo>
                    <a:pt x="61680" y="28505"/>
                    <a:pt x="60330" y="29589"/>
                    <a:pt x="59059" y="30542"/>
                  </a:cubicBezTo>
                  <a:cubicBezTo>
                    <a:pt x="57899" y="31409"/>
                    <a:pt x="56793" y="32345"/>
                    <a:pt x="55746" y="33344"/>
                  </a:cubicBezTo>
                  <a:cubicBezTo>
                    <a:pt x="55658" y="33201"/>
                    <a:pt x="55542" y="33081"/>
                    <a:pt x="55405" y="32988"/>
                  </a:cubicBezTo>
                  <a:cubicBezTo>
                    <a:pt x="55797" y="31677"/>
                    <a:pt x="56295" y="30396"/>
                    <a:pt x="56693" y="29085"/>
                  </a:cubicBezTo>
                  <a:cubicBezTo>
                    <a:pt x="57168" y="27521"/>
                    <a:pt x="57596" y="25922"/>
                    <a:pt x="58477" y="24531"/>
                  </a:cubicBezTo>
                  <a:close/>
                  <a:moveTo>
                    <a:pt x="12917" y="24145"/>
                  </a:moveTo>
                  <a:cubicBezTo>
                    <a:pt x="13001" y="24742"/>
                    <a:pt x="13129" y="25333"/>
                    <a:pt x="13132" y="25935"/>
                  </a:cubicBezTo>
                  <a:cubicBezTo>
                    <a:pt x="13135" y="26760"/>
                    <a:pt x="13147" y="27588"/>
                    <a:pt x="13194" y="28414"/>
                  </a:cubicBezTo>
                  <a:cubicBezTo>
                    <a:pt x="13239" y="29205"/>
                    <a:pt x="13276" y="29999"/>
                    <a:pt x="13310" y="30791"/>
                  </a:cubicBezTo>
                  <a:cubicBezTo>
                    <a:pt x="12837" y="31686"/>
                    <a:pt x="12379" y="32592"/>
                    <a:pt x="11926" y="33505"/>
                  </a:cubicBezTo>
                  <a:cubicBezTo>
                    <a:pt x="11389" y="31855"/>
                    <a:pt x="11214" y="30121"/>
                    <a:pt x="11013" y="28406"/>
                  </a:cubicBezTo>
                  <a:cubicBezTo>
                    <a:pt x="10917" y="27582"/>
                    <a:pt x="10823" y="26756"/>
                    <a:pt x="10712" y="25935"/>
                  </a:cubicBezTo>
                  <a:cubicBezTo>
                    <a:pt x="10650" y="25471"/>
                    <a:pt x="10492" y="25010"/>
                    <a:pt x="10356" y="24549"/>
                  </a:cubicBezTo>
                  <a:cubicBezTo>
                    <a:pt x="10594" y="24487"/>
                    <a:pt x="10834" y="24428"/>
                    <a:pt x="11071" y="24377"/>
                  </a:cubicBezTo>
                  <a:cubicBezTo>
                    <a:pt x="11678" y="24251"/>
                    <a:pt x="12295" y="24173"/>
                    <a:pt x="12917" y="24145"/>
                  </a:cubicBezTo>
                  <a:close/>
                  <a:moveTo>
                    <a:pt x="33055" y="32843"/>
                  </a:moveTo>
                  <a:lnTo>
                    <a:pt x="33055" y="32843"/>
                  </a:lnTo>
                  <a:cubicBezTo>
                    <a:pt x="33315" y="32942"/>
                    <a:pt x="33572" y="33055"/>
                    <a:pt x="33827" y="33183"/>
                  </a:cubicBezTo>
                  <a:cubicBezTo>
                    <a:pt x="33906" y="33223"/>
                    <a:pt x="33981" y="33265"/>
                    <a:pt x="34057" y="33311"/>
                  </a:cubicBezTo>
                  <a:cubicBezTo>
                    <a:pt x="34057" y="33376"/>
                    <a:pt x="34056" y="33441"/>
                    <a:pt x="34054" y="33506"/>
                  </a:cubicBezTo>
                  <a:cubicBezTo>
                    <a:pt x="34053" y="33590"/>
                    <a:pt x="34043" y="33670"/>
                    <a:pt x="34037" y="33750"/>
                  </a:cubicBezTo>
                  <a:cubicBezTo>
                    <a:pt x="34006" y="33723"/>
                    <a:pt x="33978" y="33693"/>
                    <a:pt x="33944" y="33665"/>
                  </a:cubicBezTo>
                  <a:cubicBezTo>
                    <a:pt x="33731" y="33358"/>
                    <a:pt x="33443" y="33093"/>
                    <a:pt x="33120" y="32877"/>
                  </a:cubicBezTo>
                  <a:cubicBezTo>
                    <a:pt x="33098" y="32863"/>
                    <a:pt x="33077" y="32855"/>
                    <a:pt x="33055" y="32843"/>
                  </a:cubicBezTo>
                  <a:close/>
                  <a:moveTo>
                    <a:pt x="7088" y="25839"/>
                  </a:moveTo>
                  <a:cubicBezTo>
                    <a:pt x="7840" y="27435"/>
                    <a:pt x="8686" y="28992"/>
                    <a:pt x="9598" y="30501"/>
                  </a:cubicBezTo>
                  <a:cubicBezTo>
                    <a:pt x="9993" y="31154"/>
                    <a:pt x="10382" y="31807"/>
                    <a:pt x="10733" y="32484"/>
                  </a:cubicBezTo>
                  <a:cubicBezTo>
                    <a:pt x="10965" y="32932"/>
                    <a:pt x="11219" y="33471"/>
                    <a:pt x="11664" y="33741"/>
                  </a:cubicBezTo>
                  <a:cubicBezTo>
                    <a:pt x="11661" y="33744"/>
                    <a:pt x="11655" y="33747"/>
                    <a:pt x="11652" y="33750"/>
                  </a:cubicBezTo>
                  <a:cubicBezTo>
                    <a:pt x="11551" y="33822"/>
                    <a:pt x="11531" y="33928"/>
                    <a:pt x="11567" y="34013"/>
                  </a:cubicBezTo>
                  <a:cubicBezTo>
                    <a:pt x="11539" y="34054"/>
                    <a:pt x="11517" y="34097"/>
                    <a:pt x="11491" y="34139"/>
                  </a:cubicBezTo>
                  <a:cubicBezTo>
                    <a:pt x="11091" y="33857"/>
                    <a:pt x="10687" y="33580"/>
                    <a:pt x="10234" y="33351"/>
                  </a:cubicBezTo>
                  <a:cubicBezTo>
                    <a:pt x="9564" y="33011"/>
                    <a:pt x="8898" y="32648"/>
                    <a:pt x="8225" y="32323"/>
                  </a:cubicBezTo>
                  <a:cubicBezTo>
                    <a:pt x="7656" y="32048"/>
                    <a:pt x="7045" y="31847"/>
                    <a:pt x="6457" y="31621"/>
                  </a:cubicBezTo>
                  <a:cubicBezTo>
                    <a:pt x="5536" y="31267"/>
                    <a:pt x="4612" y="30911"/>
                    <a:pt x="3705" y="30523"/>
                  </a:cubicBezTo>
                  <a:cubicBezTo>
                    <a:pt x="3485" y="30429"/>
                    <a:pt x="3034" y="30288"/>
                    <a:pt x="2661" y="30104"/>
                  </a:cubicBezTo>
                  <a:cubicBezTo>
                    <a:pt x="3573" y="28285"/>
                    <a:pt x="5214" y="26850"/>
                    <a:pt x="7088" y="25839"/>
                  </a:cubicBezTo>
                  <a:close/>
                  <a:moveTo>
                    <a:pt x="32059" y="32991"/>
                  </a:moveTo>
                  <a:cubicBezTo>
                    <a:pt x="31784" y="33305"/>
                    <a:pt x="31594" y="33732"/>
                    <a:pt x="31462" y="34145"/>
                  </a:cubicBezTo>
                  <a:cubicBezTo>
                    <a:pt x="31393" y="33839"/>
                    <a:pt x="31326" y="33534"/>
                    <a:pt x="31219" y="33240"/>
                  </a:cubicBezTo>
                  <a:cubicBezTo>
                    <a:pt x="31489" y="33106"/>
                    <a:pt x="31773" y="33014"/>
                    <a:pt x="32059" y="32991"/>
                  </a:cubicBezTo>
                  <a:close/>
                  <a:moveTo>
                    <a:pt x="32929" y="33178"/>
                  </a:moveTo>
                  <a:cubicBezTo>
                    <a:pt x="33103" y="33273"/>
                    <a:pt x="33266" y="33390"/>
                    <a:pt x="33412" y="33526"/>
                  </a:cubicBezTo>
                  <a:cubicBezTo>
                    <a:pt x="33408" y="33553"/>
                    <a:pt x="33415" y="33580"/>
                    <a:pt x="33431" y="33604"/>
                  </a:cubicBezTo>
                  <a:cubicBezTo>
                    <a:pt x="33575" y="33802"/>
                    <a:pt x="33712" y="33961"/>
                    <a:pt x="33830" y="34122"/>
                  </a:cubicBezTo>
                  <a:cubicBezTo>
                    <a:pt x="33780" y="34110"/>
                    <a:pt x="33727" y="34104"/>
                    <a:pt x="33671" y="34104"/>
                  </a:cubicBezTo>
                  <a:cubicBezTo>
                    <a:pt x="33397" y="34104"/>
                    <a:pt x="33062" y="34235"/>
                    <a:pt x="32774" y="34397"/>
                  </a:cubicBezTo>
                  <a:cubicBezTo>
                    <a:pt x="32925" y="34000"/>
                    <a:pt x="33007" y="33575"/>
                    <a:pt x="32929" y="33178"/>
                  </a:cubicBezTo>
                  <a:close/>
                  <a:moveTo>
                    <a:pt x="12555" y="34086"/>
                  </a:moveTo>
                  <a:cubicBezTo>
                    <a:pt x="12404" y="34241"/>
                    <a:pt x="12263" y="34406"/>
                    <a:pt x="12139" y="34584"/>
                  </a:cubicBezTo>
                  <a:cubicBezTo>
                    <a:pt x="12116" y="34569"/>
                    <a:pt x="12094" y="34553"/>
                    <a:pt x="12073" y="34538"/>
                  </a:cubicBezTo>
                  <a:cubicBezTo>
                    <a:pt x="12076" y="34530"/>
                    <a:pt x="12077" y="34521"/>
                    <a:pt x="12080" y="34511"/>
                  </a:cubicBezTo>
                  <a:cubicBezTo>
                    <a:pt x="12139" y="34429"/>
                    <a:pt x="12201" y="34349"/>
                    <a:pt x="12258" y="34265"/>
                  </a:cubicBezTo>
                  <a:cubicBezTo>
                    <a:pt x="12351" y="34201"/>
                    <a:pt x="12455" y="34143"/>
                    <a:pt x="12555" y="34086"/>
                  </a:cubicBezTo>
                  <a:close/>
                  <a:moveTo>
                    <a:pt x="22567" y="32366"/>
                  </a:moveTo>
                  <a:cubicBezTo>
                    <a:pt x="22685" y="33147"/>
                    <a:pt x="22760" y="33922"/>
                    <a:pt x="22774" y="34688"/>
                  </a:cubicBezTo>
                  <a:lnTo>
                    <a:pt x="22638" y="34672"/>
                  </a:lnTo>
                  <a:cubicBezTo>
                    <a:pt x="22280" y="34634"/>
                    <a:pt x="21906" y="34624"/>
                    <a:pt x="21531" y="34624"/>
                  </a:cubicBezTo>
                  <a:cubicBezTo>
                    <a:pt x="21195" y="34624"/>
                    <a:pt x="20859" y="34632"/>
                    <a:pt x="20536" y="34634"/>
                  </a:cubicBezTo>
                  <a:cubicBezTo>
                    <a:pt x="19212" y="34638"/>
                    <a:pt x="17822" y="34818"/>
                    <a:pt x="16465" y="34818"/>
                  </a:cubicBezTo>
                  <a:cubicBezTo>
                    <a:pt x="16459" y="34818"/>
                    <a:pt x="16453" y="34818"/>
                    <a:pt x="16448" y="34818"/>
                  </a:cubicBezTo>
                  <a:cubicBezTo>
                    <a:pt x="16641" y="34238"/>
                    <a:pt x="16608" y="33652"/>
                    <a:pt x="16152" y="33229"/>
                  </a:cubicBezTo>
                  <a:cubicBezTo>
                    <a:pt x="17264" y="33010"/>
                    <a:pt x="18390" y="32891"/>
                    <a:pt x="19510" y="32727"/>
                  </a:cubicBezTo>
                  <a:cubicBezTo>
                    <a:pt x="20530" y="32578"/>
                    <a:pt x="21548" y="32462"/>
                    <a:pt x="22567" y="32366"/>
                  </a:cubicBezTo>
                  <a:close/>
                  <a:moveTo>
                    <a:pt x="32520" y="33019"/>
                  </a:moveTo>
                  <a:cubicBezTo>
                    <a:pt x="32525" y="33019"/>
                    <a:pt x="32531" y="33021"/>
                    <a:pt x="32535" y="33022"/>
                  </a:cubicBezTo>
                  <a:cubicBezTo>
                    <a:pt x="32783" y="33607"/>
                    <a:pt x="32463" y="34333"/>
                    <a:pt x="32171" y="34852"/>
                  </a:cubicBezTo>
                  <a:lnTo>
                    <a:pt x="32169" y="34850"/>
                  </a:lnTo>
                  <a:cubicBezTo>
                    <a:pt x="32094" y="34828"/>
                    <a:pt x="32019" y="34818"/>
                    <a:pt x="31944" y="34818"/>
                  </a:cubicBezTo>
                  <a:cubicBezTo>
                    <a:pt x="31690" y="34818"/>
                    <a:pt x="31438" y="34937"/>
                    <a:pt x="31227" y="35136"/>
                  </a:cubicBezTo>
                  <a:cubicBezTo>
                    <a:pt x="30819" y="34940"/>
                    <a:pt x="30757" y="34060"/>
                    <a:pt x="30861" y="33447"/>
                  </a:cubicBezTo>
                  <a:cubicBezTo>
                    <a:pt x="30892" y="33427"/>
                    <a:pt x="30924" y="33407"/>
                    <a:pt x="30958" y="33387"/>
                  </a:cubicBezTo>
                  <a:cubicBezTo>
                    <a:pt x="31119" y="33846"/>
                    <a:pt x="31170" y="34337"/>
                    <a:pt x="31306" y="34813"/>
                  </a:cubicBezTo>
                  <a:cubicBezTo>
                    <a:pt x="31327" y="34886"/>
                    <a:pt x="31395" y="34925"/>
                    <a:pt x="31462" y="34925"/>
                  </a:cubicBezTo>
                  <a:cubicBezTo>
                    <a:pt x="31527" y="34925"/>
                    <a:pt x="31590" y="34889"/>
                    <a:pt x="31608" y="34813"/>
                  </a:cubicBezTo>
                  <a:cubicBezTo>
                    <a:pt x="31742" y="34239"/>
                    <a:pt x="32000" y="33389"/>
                    <a:pt x="32520" y="33019"/>
                  </a:cubicBezTo>
                  <a:close/>
                  <a:moveTo>
                    <a:pt x="33567" y="34526"/>
                  </a:moveTo>
                  <a:cubicBezTo>
                    <a:pt x="33755" y="34526"/>
                    <a:pt x="33986" y="34563"/>
                    <a:pt x="33723" y="34745"/>
                  </a:cubicBezTo>
                  <a:cubicBezTo>
                    <a:pt x="33402" y="34971"/>
                    <a:pt x="32996" y="35032"/>
                    <a:pt x="32628" y="35172"/>
                  </a:cubicBezTo>
                  <a:cubicBezTo>
                    <a:pt x="32621" y="35161"/>
                    <a:pt x="32616" y="35150"/>
                    <a:pt x="32607" y="35139"/>
                  </a:cubicBezTo>
                  <a:cubicBezTo>
                    <a:pt x="32573" y="35102"/>
                    <a:pt x="32534" y="35068"/>
                    <a:pt x="32494" y="35037"/>
                  </a:cubicBezTo>
                  <a:cubicBezTo>
                    <a:pt x="32614" y="34918"/>
                    <a:pt x="32761" y="34828"/>
                    <a:pt x="32910" y="34745"/>
                  </a:cubicBezTo>
                  <a:cubicBezTo>
                    <a:pt x="33061" y="34661"/>
                    <a:pt x="33222" y="34593"/>
                    <a:pt x="33386" y="34539"/>
                  </a:cubicBezTo>
                  <a:cubicBezTo>
                    <a:pt x="33401" y="34534"/>
                    <a:pt x="33479" y="34526"/>
                    <a:pt x="33567" y="34526"/>
                  </a:cubicBezTo>
                  <a:close/>
                  <a:moveTo>
                    <a:pt x="2526" y="30395"/>
                  </a:moveTo>
                  <a:cubicBezTo>
                    <a:pt x="3448" y="30924"/>
                    <a:pt x="5066" y="31446"/>
                    <a:pt x="5338" y="31553"/>
                  </a:cubicBezTo>
                  <a:cubicBezTo>
                    <a:pt x="6171" y="31878"/>
                    <a:pt x="7013" y="32184"/>
                    <a:pt x="7842" y="32523"/>
                  </a:cubicBezTo>
                  <a:cubicBezTo>
                    <a:pt x="8435" y="32765"/>
                    <a:pt x="8991" y="33115"/>
                    <a:pt x="9574" y="33390"/>
                  </a:cubicBezTo>
                  <a:cubicBezTo>
                    <a:pt x="10189" y="33681"/>
                    <a:pt x="10764" y="34047"/>
                    <a:pt x="11352" y="34383"/>
                  </a:cubicBezTo>
                  <a:cubicBezTo>
                    <a:pt x="11304" y="34474"/>
                    <a:pt x="11259" y="34565"/>
                    <a:pt x="11221" y="34658"/>
                  </a:cubicBezTo>
                  <a:cubicBezTo>
                    <a:pt x="11185" y="34745"/>
                    <a:pt x="11156" y="34833"/>
                    <a:pt x="11131" y="34924"/>
                  </a:cubicBezTo>
                  <a:cubicBezTo>
                    <a:pt x="11106" y="34971"/>
                    <a:pt x="11084" y="35019"/>
                    <a:pt x="11067" y="35068"/>
                  </a:cubicBezTo>
                  <a:cubicBezTo>
                    <a:pt x="9475" y="35351"/>
                    <a:pt x="7851" y="35460"/>
                    <a:pt x="6233" y="35460"/>
                  </a:cubicBezTo>
                  <a:cubicBezTo>
                    <a:pt x="5907" y="35460"/>
                    <a:pt x="5580" y="35455"/>
                    <a:pt x="5254" y="35447"/>
                  </a:cubicBezTo>
                  <a:cubicBezTo>
                    <a:pt x="4955" y="35439"/>
                    <a:pt x="4656" y="35436"/>
                    <a:pt x="4358" y="35436"/>
                  </a:cubicBezTo>
                  <a:cubicBezTo>
                    <a:pt x="3688" y="35436"/>
                    <a:pt x="3021" y="35450"/>
                    <a:pt x="2351" y="35450"/>
                  </a:cubicBezTo>
                  <a:cubicBezTo>
                    <a:pt x="2326" y="35450"/>
                    <a:pt x="2302" y="35450"/>
                    <a:pt x="2277" y="35450"/>
                  </a:cubicBezTo>
                  <a:cubicBezTo>
                    <a:pt x="2243" y="35450"/>
                    <a:pt x="2208" y="35450"/>
                    <a:pt x="2172" y="35452"/>
                  </a:cubicBezTo>
                  <a:cubicBezTo>
                    <a:pt x="2024" y="34870"/>
                    <a:pt x="1932" y="34276"/>
                    <a:pt x="1902" y="33678"/>
                  </a:cubicBezTo>
                  <a:lnTo>
                    <a:pt x="1902" y="33676"/>
                  </a:lnTo>
                  <a:cubicBezTo>
                    <a:pt x="1847" y="32549"/>
                    <a:pt x="2061" y="31425"/>
                    <a:pt x="2526" y="30395"/>
                  </a:cubicBezTo>
                  <a:close/>
                  <a:moveTo>
                    <a:pt x="13406" y="33904"/>
                  </a:moveTo>
                  <a:cubicBezTo>
                    <a:pt x="13407" y="33939"/>
                    <a:pt x="13409" y="33975"/>
                    <a:pt x="13410" y="34012"/>
                  </a:cubicBezTo>
                  <a:cubicBezTo>
                    <a:pt x="13412" y="34027"/>
                    <a:pt x="13418" y="34044"/>
                    <a:pt x="13429" y="34057"/>
                  </a:cubicBezTo>
                  <a:cubicBezTo>
                    <a:pt x="13287" y="34275"/>
                    <a:pt x="13147" y="34494"/>
                    <a:pt x="13018" y="34712"/>
                  </a:cubicBezTo>
                  <a:cubicBezTo>
                    <a:pt x="12906" y="34898"/>
                    <a:pt x="12739" y="35169"/>
                    <a:pt x="12639" y="35445"/>
                  </a:cubicBezTo>
                  <a:cubicBezTo>
                    <a:pt x="12569" y="35483"/>
                    <a:pt x="12501" y="35521"/>
                    <a:pt x="12433" y="35558"/>
                  </a:cubicBezTo>
                  <a:cubicBezTo>
                    <a:pt x="12571" y="35240"/>
                    <a:pt x="12762" y="34927"/>
                    <a:pt x="12854" y="34757"/>
                  </a:cubicBezTo>
                  <a:cubicBezTo>
                    <a:pt x="12951" y="34579"/>
                    <a:pt x="13106" y="34259"/>
                    <a:pt x="13294" y="33986"/>
                  </a:cubicBezTo>
                  <a:cubicBezTo>
                    <a:pt x="13330" y="33958"/>
                    <a:pt x="13369" y="33931"/>
                    <a:pt x="13406" y="33904"/>
                  </a:cubicBezTo>
                  <a:close/>
                  <a:moveTo>
                    <a:pt x="33923" y="35036"/>
                  </a:moveTo>
                  <a:cubicBezTo>
                    <a:pt x="33916" y="35169"/>
                    <a:pt x="33912" y="35302"/>
                    <a:pt x="33918" y="35438"/>
                  </a:cubicBezTo>
                  <a:cubicBezTo>
                    <a:pt x="33920" y="35464"/>
                    <a:pt x="33930" y="35489"/>
                    <a:pt x="33951" y="35507"/>
                  </a:cubicBezTo>
                  <a:cubicBezTo>
                    <a:pt x="33941" y="35551"/>
                    <a:pt x="33935" y="35594"/>
                    <a:pt x="33930" y="35636"/>
                  </a:cubicBezTo>
                  <a:cubicBezTo>
                    <a:pt x="33675" y="35494"/>
                    <a:pt x="33394" y="35423"/>
                    <a:pt x="33103" y="35389"/>
                  </a:cubicBezTo>
                  <a:lnTo>
                    <a:pt x="33103" y="35389"/>
                  </a:lnTo>
                  <a:cubicBezTo>
                    <a:pt x="33390" y="35291"/>
                    <a:pt x="33702" y="35182"/>
                    <a:pt x="33923" y="35036"/>
                  </a:cubicBezTo>
                  <a:close/>
                  <a:moveTo>
                    <a:pt x="30505" y="33729"/>
                  </a:moveTo>
                  <a:lnTo>
                    <a:pt x="30505" y="33729"/>
                  </a:lnTo>
                  <a:cubicBezTo>
                    <a:pt x="30479" y="34142"/>
                    <a:pt x="30527" y="34587"/>
                    <a:pt x="30683" y="34915"/>
                  </a:cubicBezTo>
                  <a:lnTo>
                    <a:pt x="30681" y="34913"/>
                  </a:lnTo>
                  <a:cubicBezTo>
                    <a:pt x="30452" y="34774"/>
                    <a:pt x="30198" y="34687"/>
                    <a:pt x="29901" y="34687"/>
                  </a:cubicBezTo>
                  <a:cubicBezTo>
                    <a:pt x="29881" y="34687"/>
                    <a:pt x="29861" y="34687"/>
                    <a:pt x="29842" y="34688"/>
                  </a:cubicBezTo>
                  <a:cubicBezTo>
                    <a:pt x="29696" y="34694"/>
                    <a:pt x="29634" y="34831"/>
                    <a:pt x="29688" y="34955"/>
                  </a:cubicBezTo>
                  <a:cubicBezTo>
                    <a:pt x="29803" y="35218"/>
                    <a:pt x="30032" y="35399"/>
                    <a:pt x="30295" y="35530"/>
                  </a:cubicBezTo>
                  <a:cubicBezTo>
                    <a:pt x="29910" y="35597"/>
                    <a:pt x="29528" y="35724"/>
                    <a:pt x="29293" y="35968"/>
                  </a:cubicBezTo>
                  <a:cubicBezTo>
                    <a:pt x="29384" y="35178"/>
                    <a:pt x="29834" y="34392"/>
                    <a:pt x="30392" y="33832"/>
                  </a:cubicBezTo>
                  <a:cubicBezTo>
                    <a:pt x="30428" y="33798"/>
                    <a:pt x="30466" y="33764"/>
                    <a:pt x="30505" y="33729"/>
                  </a:cubicBezTo>
                  <a:close/>
                  <a:moveTo>
                    <a:pt x="32829" y="35716"/>
                  </a:moveTo>
                  <a:lnTo>
                    <a:pt x="32829" y="35716"/>
                  </a:lnTo>
                  <a:cubicBezTo>
                    <a:pt x="33094" y="35727"/>
                    <a:pt x="33357" y="35766"/>
                    <a:pt x="33592" y="35866"/>
                  </a:cubicBezTo>
                  <a:cubicBezTo>
                    <a:pt x="33341" y="35945"/>
                    <a:pt x="33084" y="35999"/>
                    <a:pt x="32823" y="36030"/>
                  </a:cubicBezTo>
                  <a:cubicBezTo>
                    <a:pt x="32837" y="35926"/>
                    <a:pt x="32839" y="35821"/>
                    <a:pt x="32829" y="35716"/>
                  </a:cubicBezTo>
                  <a:close/>
                  <a:moveTo>
                    <a:pt x="30817" y="35812"/>
                  </a:moveTo>
                  <a:lnTo>
                    <a:pt x="30817" y="35812"/>
                  </a:lnTo>
                  <a:cubicBezTo>
                    <a:pt x="30791" y="35895"/>
                    <a:pt x="30773" y="35980"/>
                    <a:pt x="30760" y="36067"/>
                  </a:cubicBezTo>
                  <a:cubicBezTo>
                    <a:pt x="30581" y="36205"/>
                    <a:pt x="30409" y="36349"/>
                    <a:pt x="30242" y="36503"/>
                  </a:cubicBezTo>
                  <a:cubicBezTo>
                    <a:pt x="29911" y="36474"/>
                    <a:pt x="29252" y="36372"/>
                    <a:pt x="29641" y="36123"/>
                  </a:cubicBezTo>
                  <a:lnTo>
                    <a:pt x="29639" y="36123"/>
                  </a:lnTo>
                  <a:cubicBezTo>
                    <a:pt x="29953" y="35922"/>
                    <a:pt x="30415" y="35840"/>
                    <a:pt x="30817" y="35812"/>
                  </a:cubicBezTo>
                  <a:close/>
                  <a:moveTo>
                    <a:pt x="35496" y="31175"/>
                  </a:moveTo>
                  <a:cubicBezTo>
                    <a:pt x="36081" y="31175"/>
                    <a:pt x="36788" y="31669"/>
                    <a:pt x="37229" y="31910"/>
                  </a:cubicBezTo>
                  <a:cubicBezTo>
                    <a:pt x="37841" y="32244"/>
                    <a:pt x="38514" y="32481"/>
                    <a:pt x="39167" y="32724"/>
                  </a:cubicBezTo>
                  <a:cubicBezTo>
                    <a:pt x="39691" y="32915"/>
                    <a:pt x="40228" y="33070"/>
                    <a:pt x="40774" y="33184"/>
                  </a:cubicBezTo>
                  <a:cubicBezTo>
                    <a:pt x="40022" y="33772"/>
                    <a:pt x="39250" y="34337"/>
                    <a:pt x="38472" y="34887"/>
                  </a:cubicBezTo>
                  <a:lnTo>
                    <a:pt x="38471" y="34889"/>
                  </a:lnTo>
                  <a:cubicBezTo>
                    <a:pt x="37693" y="35439"/>
                    <a:pt x="36921" y="36001"/>
                    <a:pt x="36150" y="36559"/>
                  </a:cubicBezTo>
                  <a:cubicBezTo>
                    <a:pt x="36267" y="36202"/>
                    <a:pt x="36326" y="35829"/>
                    <a:pt x="36323" y="35455"/>
                  </a:cubicBezTo>
                  <a:cubicBezTo>
                    <a:pt x="36314" y="34197"/>
                    <a:pt x="35499" y="33293"/>
                    <a:pt x="34455" y="32662"/>
                  </a:cubicBezTo>
                  <a:cubicBezTo>
                    <a:pt x="34493" y="32063"/>
                    <a:pt x="34617" y="31437"/>
                    <a:pt x="35205" y="31224"/>
                  </a:cubicBezTo>
                  <a:cubicBezTo>
                    <a:pt x="35297" y="31190"/>
                    <a:pt x="35395" y="31175"/>
                    <a:pt x="35496" y="31175"/>
                  </a:cubicBezTo>
                  <a:close/>
                  <a:moveTo>
                    <a:pt x="44267" y="31462"/>
                  </a:moveTo>
                  <a:cubicBezTo>
                    <a:pt x="44425" y="31493"/>
                    <a:pt x="44581" y="31516"/>
                    <a:pt x="44698" y="31544"/>
                  </a:cubicBezTo>
                  <a:cubicBezTo>
                    <a:pt x="45571" y="31754"/>
                    <a:pt x="46435" y="31955"/>
                    <a:pt x="47320" y="32127"/>
                  </a:cubicBezTo>
                  <a:cubicBezTo>
                    <a:pt x="49358" y="32520"/>
                    <a:pt x="51368" y="32871"/>
                    <a:pt x="53343" y="33495"/>
                  </a:cubicBezTo>
                  <a:cubicBezTo>
                    <a:pt x="53335" y="33508"/>
                    <a:pt x="53326" y="33519"/>
                    <a:pt x="53318" y="33529"/>
                  </a:cubicBezTo>
                  <a:cubicBezTo>
                    <a:pt x="53303" y="33560"/>
                    <a:pt x="53289" y="33593"/>
                    <a:pt x="53277" y="33624"/>
                  </a:cubicBezTo>
                  <a:cubicBezTo>
                    <a:pt x="52913" y="33672"/>
                    <a:pt x="52547" y="33820"/>
                    <a:pt x="52217" y="33948"/>
                  </a:cubicBezTo>
                  <a:cubicBezTo>
                    <a:pt x="51277" y="34315"/>
                    <a:pt x="50272" y="34485"/>
                    <a:pt x="49343" y="34895"/>
                  </a:cubicBezTo>
                  <a:cubicBezTo>
                    <a:pt x="48240" y="35380"/>
                    <a:pt x="47092" y="35755"/>
                    <a:pt x="45985" y="36234"/>
                  </a:cubicBezTo>
                  <a:cubicBezTo>
                    <a:pt x="45585" y="36407"/>
                    <a:pt x="45145" y="36567"/>
                    <a:pt x="44720" y="36752"/>
                  </a:cubicBezTo>
                  <a:cubicBezTo>
                    <a:pt x="44323" y="35781"/>
                    <a:pt x="44078" y="34749"/>
                    <a:pt x="44027" y="33678"/>
                  </a:cubicBezTo>
                  <a:lnTo>
                    <a:pt x="44026" y="33678"/>
                  </a:lnTo>
                  <a:cubicBezTo>
                    <a:pt x="44021" y="33549"/>
                    <a:pt x="44024" y="33424"/>
                    <a:pt x="44024" y="33300"/>
                  </a:cubicBezTo>
                  <a:cubicBezTo>
                    <a:pt x="44596" y="33197"/>
                    <a:pt x="45455" y="32945"/>
                    <a:pt x="45377" y="32354"/>
                  </a:cubicBezTo>
                  <a:cubicBezTo>
                    <a:pt x="45333" y="32018"/>
                    <a:pt x="44947" y="31850"/>
                    <a:pt x="44678" y="31728"/>
                  </a:cubicBezTo>
                  <a:cubicBezTo>
                    <a:pt x="44539" y="31664"/>
                    <a:pt x="44391" y="31613"/>
                    <a:pt x="44244" y="31561"/>
                  </a:cubicBezTo>
                  <a:cubicBezTo>
                    <a:pt x="44252" y="31528"/>
                    <a:pt x="44258" y="31494"/>
                    <a:pt x="44267" y="31462"/>
                  </a:cubicBezTo>
                  <a:close/>
                  <a:moveTo>
                    <a:pt x="29320" y="36696"/>
                  </a:moveTo>
                  <a:lnTo>
                    <a:pt x="29320" y="36696"/>
                  </a:lnTo>
                  <a:cubicBezTo>
                    <a:pt x="29475" y="36771"/>
                    <a:pt x="29685" y="36811"/>
                    <a:pt x="29907" y="36831"/>
                  </a:cubicBezTo>
                  <a:cubicBezTo>
                    <a:pt x="29775" y="36964"/>
                    <a:pt x="29644" y="37100"/>
                    <a:pt x="29511" y="37235"/>
                  </a:cubicBezTo>
                  <a:lnTo>
                    <a:pt x="29509" y="37235"/>
                  </a:lnTo>
                  <a:cubicBezTo>
                    <a:pt x="29421" y="37065"/>
                    <a:pt x="29358" y="36884"/>
                    <a:pt x="29320" y="36696"/>
                  </a:cubicBezTo>
                  <a:close/>
                  <a:moveTo>
                    <a:pt x="14682" y="36938"/>
                  </a:moveTo>
                  <a:cubicBezTo>
                    <a:pt x="14782" y="37112"/>
                    <a:pt x="14799" y="37287"/>
                    <a:pt x="14896" y="37462"/>
                  </a:cubicBezTo>
                  <a:cubicBezTo>
                    <a:pt x="14547" y="37352"/>
                    <a:pt x="14465" y="37228"/>
                    <a:pt x="14017" y="37097"/>
                  </a:cubicBezTo>
                  <a:lnTo>
                    <a:pt x="14017" y="37051"/>
                  </a:lnTo>
                  <a:cubicBezTo>
                    <a:pt x="14465" y="37040"/>
                    <a:pt x="14454" y="37004"/>
                    <a:pt x="14682" y="36938"/>
                  </a:cubicBezTo>
                  <a:close/>
                  <a:moveTo>
                    <a:pt x="19541" y="35038"/>
                  </a:moveTo>
                  <a:cubicBezTo>
                    <a:pt x="20192" y="35038"/>
                    <a:pt x="20844" y="35061"/>
                    <a:pt x="21493" y="35061"/>
                  </a:cubicBezTo>
                  <a:cubicBezTo>
                    <a:pt x="21555" y="35061"/>
                    <a:pt x="21617" y="35061"/>
                    <a:pt x="21679" y="35060"/>
                  </a:cubicBezTo>
                  <a:cubicBezTo>
                    <a:pt x="21844" y="35059"/>
                    <a:pt x="22011" y="35053"/>
                    <a:pt x="22176" y="35053"/>
                  </a:cubicBezTo>
                  <a:cubicBezTo>
                    <a:pt x="22378" y="35053"/>
                    <a:pt x="22577" y="35062"/>
                    <a:pt x="22771" y="35097"/>
                  </a:cubicBezTo>
                  <a:cubicBezTo>
                    <a:pt x="22760" y="35909"/>
                    <a:pt x="22675" y="36709"/>
                    <a:pt x="22490" y="37498"/>
                  </a:cubicBezTo>
                  <a:lnTo>
                    <a:pt x="22490" y="37496"/>
                  </a:lnTo>
                  <a:cubicBezTo>
                    <a:pt x="22077" y="37440"/>
                    <a:pt x="21661" y="37385"/>
                    <a:pt x="21252" y="37290"/>
                  </a:cubicBezTo>
                  <a:cubicBezTo>
                    <a:pt x="20425" y="37097"/>
                    <a:pt x="19613" y="36834"/>
                    <a:pt x="18781" y="36658"/>
                  </a:cubicBezTo>
                  <a:cubicBezTo>
                    <a:pt x="17748" y="36440"/>
                    <a:pt x="16704" y="36291"/>
                    <a:pt x="15670" y="36092"/>
                  </a:cubicBezTo>
                  <a:cubicBezTo>
                    <a:pt x="15943" y="35792"/>
                    <a:pt x="16186" y="35439"/>
                    <a:pt x="16349" y="35074"/>
                  </a:cubicBezTo>
                  <a:cubicBezTo>
                    <a:pt x="16570" y="35083"/>
                    <a:pt x="16793" y="35086"/>
                    <a:pt x="17015" y="35086"/>
                  </a:cubicBezTo>
                  <a:cubicBezTo>
                    <a:pt x="17743" y="35086"/>
                    <a:pt x="18473" y="35050"/>
                    <a:pt x="19194" y="35040"/>
                  </a:cubicBezTo>
                  <a:cubicBezTo>
                    <a:pt x="19310" y="35039"/>
                    <a:pt x="19425" y="35038"/>
                    <a:pt x="19541" y="35038"/>
                  </a:cubicBezTo>
                  <a:close/>
                  <a:moveTo>
                    <a:pt x="63307" y="28044"/>
                  </a:moveTo>
                  <a:cubicBezTo>
                    <a:pt x="63783" y="28796"/>
                    <a:pt x="64162" y="29617"/>
                    <a:pt x="64448" y="30477"/>
                  </a:cubicBezTo>
                  <a:cubicBezTo>
                    <a:pt x="64399" y="30563"/>
                    <a:pt x="64382" y="30665"/>
                    <a:pt x="64402" y="30763"/>
                  </a:cubicBezTo>
                  <a:cubicBezTo>
                    <a:pt x="64884" y="33079"/>
                    <a:pt x="65133" y="35353"/>
                    <a:pt x="64609" y="37535"/>
                  </a:cubicBezTo>
                  <a:cubicBezTo>
                    <a:pt x="64532" y="37547"/>
                    <a:pt x="64453" y="37553"/>
                    <a:pt x="64372" y="37553"/>
                  </a:cubicBezTo>
                  <a:cubicBezTo>
                    <a:pt x="63897" y="37553"/>
                    <a:pt x="63382" y="37358"/>
                    <a:pt x="62947" y="37264"/>
                  </a:cubicBezTo>
                  <a:cubicBezTo>
                    <a:pt x="62000" y="37057"/>
                    <a:pt x="61130" y="36693"/>
                    <a:pt x="60237" y="36324"/>
                  </a:cubicBezTo>
                  <a:cubicBezTo>
                    <a:pt x="58716" y="35694"/>
                    <a:pt x="57248" y="34941"/>
                    <a:pt x="55725" y="34321"/>
                  </a:cubicBezTo>
                  <a:cubicBezTo>
                    <a:pt x="55776" y="34224"/>
                    <a:pt x="55814" y="34122"/>
                    <a:pt x="55841" y="34016"/>
                  </a:cubicBezTo>
                  <a:cubicBezTo>
                    <a:pt x="56011" y="34025"/>
                    <a:pt x="56181" y="34029"/>
                    <a:pt x="56351" y="34029"/>
                  </a:cubicBezTo>
                  <a:cubicBezTo>
                    <a:pt x="57647" y="34029"/>
                    <a:pt x="58913" y="33789"/>
                    <a:pt x="60186" y="33398"/>
                  </a:cubicBezTo>
                  <a:cubicBezTo>
                    <a:pt x="61051" y="33133"/>
                    <a:pt x="61965" y="32939"/>
                    <a:pt x="62848" y="32736"/>
                  </a:cubicBezTo>
                  <a:cubicBezTo>
                    <a:pt x="63357" y="32620"/>
                    <a:pt x="63893" y="32430"/>
                    <a:pt x="64421" y="32424"/>
                  </a:cubicBezTo>
                  <a:cubicBezTo>
                    <a:pt x="64521" y="32424"/>
                    <a:pt x="64592" y="32286"/>
                    <a:pt x="64507" y="32215"/>
                  </a:cubicBezTo>
                  <a:cubicBezTo>
                    <a:pt x="64426" y="32145"/>
                    <a:pt x="64317" y="32120"/>
                    <a:pt x="64198" y="32120"/>
                  </a:cubicBezTo>
                  <a:cubicBezTo>
                    <a:pt x="63960" y="32120"/>
                    <a:pt x="63682" y="32220"/>
                    <a:pt x="63504" y="32258"/>
                  </a:cubicBezTo>
                  <a:cubicBezTo>
                    <a:pt x="62718" y="32427"/>
                    <a:pt x="61942" y="32635"/>
                    <a:pt x="61165" y="32841"/>
                  </a:cubicBezTo>
                  <a:cubicBezTo>
                    <a:pt x="59434" y="33298"/>
                    <a:pt x="57745" y="33787"/>
                    <a:pt x="55976" y="33787"/>
                  </a:cubicBezTo>
                  <a:cubicBezTo>
                    <a:pt x="55941" y="33787"/>
                    <a:pt x="55905" y="33786"/>
                    <a:pt x="55870" y="33786"/>
                  </a:cubicBezTo>
                  <a:cubicBezTo>
                    <a:pt x="55870" y="33715"/>
                    <a:pt x="55861" y="33644"/>
                    <a:pt x="55844" y="33574"/>
                  </a:cubicBezTo>
                  <a:cubicBezTo>
                    <a:pt x="56987" y="32535"/>
                    <a:pt x="58191" y="31561"/>
                    <a:pt x="59430" y="30642"/>
                  </a:cubicBezTo>
                  <a:cubicBezTo>
                    <a:pt x="60673" y="29717"/>
                    <a:pt x="62054" y="28952"/>
                    <a:pt x="63307" y="28044"/>
                  </a:cubicBezTo>
                  <a:close/>
                  <a:moveTo>
                    <a:pt x="32548" y="36771"/>
                  </a:moveTo>
                  <a:cubicBezTo>
                    <a:pt x="32956" y="37007"/>
                    <a:pt x="33303" y="37309"/>
                    <a:pt x="33156" y="37648"/>
                  </a:cubicBezTo>
                  <a:lnTo>
                    <a:pt x="33156" y="37646"/>
                  </a:lnTo>
                  <a:cubicBezTo>
                    <a:pt x="33150" y="37658"/>
                    <a:pt x="33142" y="37663"/>
                    <a:pt x="33130" y="37663"/>
                  </a:cubicBezTo>
                  <a:cubicBezTo>
                    <a:pt x="33030" y="37663"/>
                    <a:pt x="32707" y="37242"/>
                    <a:pt x="32461" y="36901"/>
                  </a:cubicBezTo>
                  <a:cubicBezTo>
                    <a:pt x="32463" y="36898"/>
                    <a:pt x="32464" y="36898"/>
                    <a:pt x="32467" y="36894"/>
                  </a:cubicBezTo>
                  <a:cubicBezTo>
                    <a:pt x="32495" y="36857"/>
                    <a:pt x="32522" y="36812"/>
                    <a:pt x="32548" y="36771"/>
                  </a:cubicBezTo>
                  <a:close/>
                  <a:moveTo>
                    <a:pt x="34087" y="36081"/>
                  </a:moveTo>
                  <a:cubicBezTo>
                    <a:pt x="34104" y="36107"/>
                    <a:pt x="34124" y="36134"/>
                    <a:pt x="34145" y="36158"/>
                  </a:cubicBezTo>
                  <a:cubicBezTo>
                    <a:pt x="34087" y="36713"/>
                    <a:pt x="33934" y="37241"/>
                    <a:pt x="33542" y="37720"/>
                  </a:cubicBezTo>
                  <a:cubicBezTo>
                    <a:pt x="33533" y="37728"/>
                    <a:pt x="33524" y="37737"/>
                    <a:pt x="33514" y="37747"/>
                  </a:cubicBezTo>
                  <a:cubicBezTo>
                    <a:pt x="33762" y="37278"/>
                    <a:pt x="33241" y="36828"/>
                    <a:pt x="32692" y="36499"/>
                  </a:cubicBezTo>
                  <a:cubicBezTo>
                    <a:pt x="32706" y="36466"/>
                    <a:pt x="32715" y="36434"/>
                    <a:pt x="32727" y="36400"/>
                  </a:cubicBezTo>
                  <a:cubicBezTo>
                    <a:pt x="33196" y="36370"/>
                    <a:pt x="33658" y="36268"/>
                    <a:pt x="34087" y="36081"/>
                  </a:cubicBezTo>
                  <a:close/>
                  <a:moveTo>
                    <a:pt x="30074" y="37293"/>
                  </a:moveTo>
                  <a:cubicBezTo>
                    <a:pt x="29980" y="37443"/>
                    <a:pt x="29917" y="37606"/>
                    <a:pt x="29920" y="37781"/>
                  </a:cubicBezTo>
                  <a:cubicBezTo>
                    <a:pt x="29889" y="37750"/>
                    <a:pt x="29855" y="37720"/>
                    <a:pt x="29826" y="37688"/>
                  </a:cubicBezTo>
                  <a:cubicBezTo>
                    <a:pt x="29800" y="37660"/>
                    <a:pt x="29780" y="37629"/>
                    <a:pt x="29755" y="37600"/>
                  </a:cubicBezTo>
                  <a:cubicBezTo>
                    <a:pt x="29863" y="37497"/>
                    <a:pt x="29970" y="37395"/>
                    <a:pt x="30074" y="37293"/>
                  </a:cubicBezTo>
                  <a:close/>
                  <a:moveTo>
                    <a:pt x="30900" y="36880"/>
                  </a:moveTo>
                  <a:lnTo>
                    <a:pt x="30900" y="36880"/>
                  </a:lnTo>
                  <a:cubicBezTo>
                    <a:pt x="30969" y="37020"/>
                    <a:pt x="31085" y="37136"/>
                    <a:pt x="31226" y="37205"/>
                  </a:cubicBezTo>
                  <a:cubicBezTo>
                    <a:pt x="30906" y="37414"/>
                    <a:pt x="30610" y="37652"/>
                    <a:pt x="30250" y="37788"/>
                  </a:cubicBezTo>
                  <a:cubicBezTo>
                    <a:pt x="30241" y="37428"/>
                    <a:pt x="30629" y="37116"/>
                    <a:pt x="30900" y="36880"/>
                  </a:cubicBezTo>
                  <a:close/>
                  <a:moveTo>
                    <a:pt x="34405" y="33556"/>
                  </a:moveTo>
                  <a:cubicBezTo>
                    <a:pt x="35318" y="34273"/>
                    <a:pt x="35823" y="35418"/>
                    <a:pt x="35333" y="36576"/>
                  </a:cubicBezTo>
                  <a:lnTo>
                    <a:pt x="35332" y="36577"/>
                  </a:lnTo>
                  <a:cubicBezTo>
                    <a:pt x="35042" y="37262"/>
                    <a:pt x="34475" y="37739"/>
                    <a:pt x="33828" y="38091"/>
                  </a:cubicBezTo>
                  <a:cubicBezTo>
                    <a:pt x="34487" y="37419"/>
                    <a:pt x="34645" y="36440"/>
                    <a:pt x="34640" y="35523"/>
                  </a:cubicBezTo>
                  <a:cubicBezTo>
                    <a:pt x="34636" y="34881"/>
                    <a:pt x="34577" y="34460"/>
                    <a:pt x="34337" y="34095"/>
                  </a:cubicBezTo>
                  <a:cubicBezTo>
                    <a:pt x="34365" y="33916"/>
                    <a:pt x="34388" y="33738"/>
                    <a:pt x="34405" y="33556"/>
                  </a:cubicBezTo>
                  <a:close/>
                  <a:moveTo>
                    <a:pt x="31965" y="37256"/>
                  </a:moveTo>
                  <a:lnTo>
                    <a:pt x="31965" y="37256"/>
                  </a:lnTo>
                  <a:cubicBezTo>
                    <a:pt x="31971" y="37524"/>
                    <a:pt x="31945" y="37791"/>
                    <a:pt x="31884" y="38053"/>
                  </a:cubicBezTo>
                  <a:lnTo>
                    <a:pt x="31838" y="38210"/>
                  </a:lnTo>
                  <a:cubicBezTo>
                    <a:pt x="31450" y="38108"/>
                    <a:pt x="31385" y="37907"/>
                    <a:pt x="31643" y="37609"/>
                  </a:cubicBezTo>
                  <a:cubicBezTo>
                    <a:pt x="31685" y="37508"/>
                    <a:pt x="31721" y="37408"/>
                    <a:pt x="31756" y="37306"/>
                  </a:cubicBezTo>
                  <a:cubicBezTo>
                    <a:pt x="31827" y="37297"/>
                    <a:pt x="31897" y="37280"/>
                    <a:pt x="31965" y="37256"/>
                  </a:cubicBezTo>
                  <a:close/>
                  <a:moveTo>
                    <a:pt x="31357" y="37499"/>
                  </a:moveTo>
                  <a:lnTo>
                    <a:pt x="31357" y="37499"/>
                  </a:lnTo>
                  <a:cubicBezTo>
                    <a:pt x="31263" y="37784"/>
                    <a:pt x="31156" y="38161"/>
                    <a:pt x="31147" y="38459"/>
                  </a:cubicBezTo>
                  <a:cubicBezTo>
                    <a:pt x="30854" y="38388"/>
                    <a:pt x="30578" y="38269"/>
                    <a:pt x="30326" y="38105"/>
                  </a:cubicBezTo>
                  <a:cubicBezTo>
                    <a:pt x="30706" y="37965"/>
                    <a:pt x="31022" y="37719"/>
                    <a:pt x="31357" y="37499"/>
                  </a:cubicBezTo>
                  <a:close/>
                  <a:moveTo>
                    <a:pt x="32296" y="37360"/>
                  </a:moveTo>
                  <a:cubicBezTo>
                    <a:pt x="32531" y="37713"/>
                    <a:pt x="32826" y="38055"/>
                    <a:pt x="33105" y="38055"/>
                  </a:cubicBezTo>
                  <a:cubicBezTo>
                    <a:pt x="33141" y="38055"/>
                    <a:pt x="33177" y="38050"/>
                    <a:pt x="33213" y="38037"/>
                  </a:cubicBezTo>
                  <a:lnTo>
                    <a:pt x="33213" y="38037"/>
                  </a:lnTo>
                  <a:cubicBezTo>
                    <a:pt x="32887" y="38297"/>
                    <a:pt x="32494" y="38461"/>
                    <a:pt x="32078" y="38510"/>
                  </a:cubicBezTo>
                  <a:cubicBezTo>
                    <a:pt x="32245" y="38198"/>
                    <a:pt x="32299" y="37762"/>
                    <a:pt x="32296" y="37360"/>
                  </a:cubicBezTo>
                  <a:close/>
                  <a:moveTo>
                    <a:pt x="15487" y="36280"/>
                  </a:moveTo>
                  <a:cubicBezTo>
                    <a:pt x="16642" y="36551"/>
                    <a:pt x="17813" y="36751"/>
                    <a:pt x="18971" y="37006"/>
                  </a:cubicBezTo>
                  <a:cubicBezTo>
                    <a:pt x="20032" y="37239"/>
                    <a:pt x="21225" y="37750"/>
                    <a:pt x="22381" y="37917"/>
                  </a:cubicBezTo>
                  <a:cubicBezTo>
                    <a:pt x="22320" y="38144"/>
                    <a:pt x="22248" y="38370"/>
                    <a:pt x="22165" y="38594"/>
                  </a:cubicBezTo>
                  <a:lnTo>
                    <a:pt x="22165" y="38592"/>
                  </a:lnTo>
                  <a:cubicBezTo>
                    <a:pt x="20622" y="38498"/>
                    <a:pt x="19081" y="38388"/>
                    <a:pt x="17547" y="38161"/>
                  </a:cubicBezTo>
                  <a:cubicBezTo>
                    <a:pt x="17198" y="38108"/>
                    <a:pt x="16172" y="37893"/>
                    <a:pt x="15060" y="37561"/>
                  </a:cubicBezTo>
                  <a:cubicBezTo>
                    <a:pt x="14926" y="37327"/>
                    <a:pt x="14791" y="37094"/>
                    <a:pt x="14655" y="36864"/>
                  </a:cubicBezTo>
                  <a:cubicBezTo>
                    <a:pt x="14923" y="36754"/>
                    <a:pt x="15215" y="36543"/>
                    <a:pt x="15487" y="36280"/>
                  </a:cubicBezTo>
                  <a:close/>
                  <a:moveTo>
                    <a:pt x="27262" y="32120"/>
                  </a:moveTo>
                  <a:cubicBezTo>
                    <a:pt x="28876" y="32120"/>
                    <a:pt x="30651" y="32172"/>
                    <a:pt x="32160" y="32614"/>
                  </a:cubicBezTo>
                  <a:cubicBezTo>
                    <a:pt x="32100" y="32608"/>
                    <a:pt x="32041" y="32605"/>
                    <a:pt x="31984" y="32605"/>
                  </a:cubicBezTo>
                  <a:cubicBezTo>
                    <a:pt x="31625" y="32605"/>
                    <a:pt x="31320" y="32718"/>
                    <a:pt x="30961" y="32891"/>
                  </a:cubicBezTo>
                  <a:cubicBezTo>
                    <a:pt x="30946" y="32858"/>
                    <a:pt x="30984" y="32826"/>
                    <a:pt x="30966" y="32795"/>
                  </a:cubicBezTo>
                  <a:cubicBezTo>
                    <a:pt x="30938" y="32744"/>
                    <a:pt x="30896" y="32721"/>
                    <a:pt x="30852" y="32721"/>
                  </a:cubicBezTo>
                  <a:cubicBezTo>
                    <a:pt x="30807" y="32721"/>
                    <a:pt x="30760" y="32747"/>
                    <a:pt x="30729" y="32795"/>
                  </a:cubicBezTo>
                  <a:cubicBezTo>
                    <a:pt x="30667" y="32889"/>
                    <a:pt x="30632" y="33011"/>
                    <a:pt x="30590" y="33152"/>
                  </a:cubicBezTo>
                  <a:cubicBezTo>
                    <a:pt x="29208" y="34061"/>
                    <a:pt x="28377" y="36018"/>
                    <a:pt x="29221" y="37522"/>
                  </a:cubicBezTo>
                  <a:cubicBezTo>
                    <a:pt x="29141" y="37603"/>
                    <a:pt x="29062" y="37685"/>
                    <a:pt x="28982" y="37762"/>
                  </a:cubicBezTo>
                  <a:cubicBezTo>
                    <a:pt x="28549" y="38176"/>
                    <a:pt x="28110" y="38579"/>
                    <a:pt x="27684" y="38999"/>
                  </a:cubicBezTo>
                  <a:cubicBezTo>
                    <a:pt x="26889" y="38936"/>
                    <a:pt x="26104" y="38851"/>
                    <a:pt x="25346" y="38793"/>
                  </a:cubicBezTo>
                  <a:lnTo>
                    <a:pt x="25346" y="38795"/>
                  </a:lnTo>
                  <a:cubicBezTo>
                    <a:pt x="24840" y="38756"/>
                    <a:pt x="23968" y="38725"/>
                    <a:pt x="23462" y="38693"/>
                  </a:cubicBezTo>
                  <a:cubicBezTo>
                    <a:pt x="24126" y="36627"/>
                    <a:pt x="24362" y="34400"/>
                    <a:pt x="23012" y="32295"/>
                  </a:cubicBezTo>
                  <a:lnTo>
                    <a:pt x="23012" y="32266"/>
                  </a:lnTo>
                  <a:cubicBezTo>
                    <a:pt x="24362" y="32178"/>
                    <a:pt x="25796" y="32124"/>
                    <a:pt x="27018" y="32121"/>
                  </a:cubicBezTo>
                  <a:cubicBezTo>
                    <a:pt x="27099" y="32120"/>
                    <a:pt x="27180" y="32120"/>
                    <a:pt x="27262" y="32120"/>
                  </a:cubicBezTo>
                  <a:close/>
                  <a:moveTo>
                    <a:pt x="29461" y="37880"/>
                  </a:moveTo>
                  <a:cubicBezTo>
                    <a:pt x="29916" y="38464"/>
                    <a:pt x="30585" y="38846"/>
                    <a:pt x="31320" y="38937"/>
                  </a:cubicBezTo>
                  <a:cubicBezTo>
                    <a:pt x="30715" y="39040"/>
                    <a:pt x="30094" y="39078"/>
                    <a:pt x="29467" y="39078"/>
                  </a:cubicBezTo>
                  <a:cubicBezTo>
                    <a:pt x="29044" y="39078"/>
                    <a:pt x="28619" y="39061"/>
                    <a:pt x="28195" y="39033"/>
                  </a:cubicBezTo>
                  <a:lnTo>
                    <a:pt x="28195" y="39033"/>
                  </a:lnTo>
                  <a:cubicBezTo>
                    <a:pt x="28550" y="38701"/>
                    <a:pt x="28906" y="38372"/>
                    <a:pt x="29272" y="38050"/>
                  </a:cubicBezTo>
                  <a:cubicBezTo>
                    <a:pt x="29337" y="37994"/>
                    <a:pt x="29398" y="37935"/>
                    <a:pt x="29461" y="37880"/>
                  </a:cubicBezTo>
                  <a:close/>
                  <a:moveTo>
                    <a:pt x="11012" y="35340"/>
                  </a:moveTo>
                  <a:lnTo>
                    <a:pt x="11012" y="35340"/>
                  </a:lnTo>
                  <a:cubicBezTo>
                    <a:pt x="10999" y="35575"/>
                    <a:pt x="11081" y="35798"/>
                    <a:pt x="11227" y="36008"/>
                  </a:cubicBezTo>
                  <a:cubicBezTo>
                    <a:pt x="11265" y="36075"/>
                    <a:pt x="11307" y="36138"/>
                    <a:pt x="11355" y="36200"/>
                  </a:cubicBezTo>
                  <a:cubicBezTo>
                    <a:pt x="10478" y="36765"/>
                    <a:pt x="9642" y="37394"/>
                    <a:pt x="8794" y="38019"/>
                  </a:cubicBezTo>
                  <a:cubicBezTo>
                    <a:pt x="7637" y="38872"/>
                    <a:pt x="6409" y="39672"/>
                    <a:pt x="5268" y="40561"/>
                  </a:cubicBezTo>
                  <a:cubicBezTo>
                    <a:pt x="3869" y="39239"/>
                    <a:pt x="2792" y="37601"/>
                    <a:pt x="2263" y="35784"/>
                  </a:cubicBezTo>
                  <a:lnTo>
                    <a:pt x="2263" y="35783"/>
                  </a:lnTo>
                  <a:cubicBezTo>
                    <a:pt x="2468" y="35783"/>
                    <a:pt x="2670" y="35792"/>
                    <a:pt x="2863" y="35793"/>
                  </a:cubicBezTo>
                  <a:cubicBezTo>
                    <a:pt x="3119" y="35797"/>
                    <a:pt x="3375" y="35798"/>
                    <a:pt x="3632" y="35798"/>
                  </a:cubicBezTo>
                  <a:cubicBezTo>
                    <a:pt x="4320" y="35798"/>
                    <a:pt x="5010" y="35789"/>
                    <a:pt x="5699" y="35789"/>
                  </a:cubicBezTo>
                  <a:cubicBezTo>
                    <a:pt x="5831" y="35789"/>
                    <a:pt x="5963" y="35790"/>
                    <a:pt x="6094" y="35790"/>
                  </a:cubicBezTo>
                  <a:cubicBezTo>
                    <a:pt x="6137" y="35790"/>
                    <a:pt x="6181" y="35791"/>
                    <a:pt x="6224" y="35791"/>
                  </a:cubicBezTo>
                  <a:cubicBezTo>
                    <a:pt x="7834" y="35791"/>
                    <a:pt x="9437" y="35650"/>
                    <a:pt x="11012" y="35340"/>
                  </a:cubicBezTo>
                  <a:close/>
                  <a:moveTo>
                    <a:pt x="53184" y="33902"/>
                  </a:moveTo>
                  <a:cubicBezTo>
                    <a:pt x="53133" y="34210"/>
                    <a:pt x="53240" y="34497"/>
                    <a:pt x="53441" y="34712"/>
                  </a:cubicBezTo>
                  <a:cubicBezTo>
                    <a:pt x="52606" y="35928"/>
                    <a:pt x="51636" y="37066"/>
                    <a:pt x="50716" y="38207"/>
                  </a:cubicBezTo>
                  <a:cubicBezTo>
                    <a:pt x="49884" y="39237"/>
                    <a:pt x="49008" y="40244"/>
                    <a:pt x="48360" y="41396"/>
                  </a:cubicBezTo>
                  <a:cubicBezTo>
                    <a:pt x="46851" y="40236"/>
                    <a:pt x="45606" y="38738"/>
                    <a:pt x="44842" y="37034"/>
                  </a:cubicBezTo>
                  <a:cubicBezTo>
                    <a:pt x="46079" y="36403"/>
                    <a:pt x="47448" y="35953"/>
                    <a:pt x="48715" y="35487"/>
                  </a:cubicBezTo>
                  <a:cubicBezTo>
                    <a:pt x="49646" y="35145"/>
                    <a:pt x="50533" y="34759"/>
                    <a:pt x="51494" y="34487"/>
                  </a:cubicBezTo>
                  <a:cubicBezTo>
                    <a:pt x="51973" y="34349"/>
                    <a:pt x="52602" y="34015"/>
                    <a:pt x="53184" y="33902"/>
                  </a:cubicBezTo>
                  <a:close/>
                  <a:moveTo>
                    <a:pt x="53592" y="34845"/>
                  </a:moveTo>
                  <a:cubicBezTo>
                    <a:pt x="53745" y="34960"/>
                    <a:pt x="53925" y="35034"/>
                    <a:pt x="54113" y="35065"/>
                  </a:cubicBezTo>
                  <a:cubicBezTo>
                    <a:pt x="54132" y="35067"/>
                    <a:pt x="54149" y="35067"/>
                    <a:pt x="54167" y="35070"/>
                  </a:cubicBezTo>
                  <a:cubicBezTo>
                    <a:pt x="53318" y="36089"/>
                    <a:pt x="52553" y="37181"/>
                    <a:pt x="51695" y="38195"/>
                  </a:cubicBezTo>
                  <a:cubicBezTo>
                    <a:pt x="50719" y="39350"/>
                    <a:pt x="49854" y="40637"/>
                    <a:pt x="48746" y="41671"/>
                  </a:cubicBezTo>
                  <a:cubicBezTo>
                    <a:pt x="48687" y="41630"/>
                    <a:pt x="48626" y="41588"/>
                    <a:pt x="48568" y="41545"/>
                  </a:cubicBezTo>
                  <a:cubicBezTo>
                    <a:pt x="49278" y="40256"/>
                    <a:pt x="50287" y="39145"/>
                    <a:pt x="51200" y="37996"/>
                  </a:cubicBezTo>
                  <a:cubicBezTo>
                    <a:pt x="52015" y="36966"/>
                    <a:pt x="52878" y="35953"/>
                    <a:pt x="53592" y="34845"/>
                  </a:cubicBezTo>
                  <a:close/>
                  <a:moveTo>
                    <a:pt x="55587" y="34531"/>
                  </a:moveTo>
                  <a:cubicBezTo>
                    <a:pt x="57345" y="35300"/>
                    <a:pt x="59057" y="36180"/>
                    <a:pt x="60823" y="36928"/>
                  </a:cubicBezTo>
                  <a:cubicBezTo>
                    <a:pt x="61640" y="37273"/>
                    <a:pt x="62457" y="37494"/>
                    <a:pt x="63312" y="37711"/>
                  </a:cubicBezTo>
                  <a:cubicBezTo>
                    <a:pt x="63627" y="37790"/>
                    <a:pt x="64021" y="37909"/>
                    <a:pt x="64387" y="37909"/>
                  </a:cubicBezTo>
                  <a:cubicBezTo>
                    <a:pt x="64428" y="37909"/>
                    <a:pt x="64469" y="37908"/>
                    <a:pt x="64510" y="37904"/>
                  </a:cubicBezTo>
                  <a:lnTo>
                    <a:pt x="64510" y="37904"/>
                  </a:lnTo>
                  <a:cubicBezTo>
                    <a:pt x="64272" y="38750"/>
                    <a:pt x="63915" y="39561"/>
                    <a:pt x="63449" y="40307"/>
                  </a:cubicBezTo>
                  <a:cubicBezTo>
                    <a:pt x="62936" y="41135"/>
                    <a:pt x="62273" y="41791"/>
                    <a:pt x="61518" y="42309"/>
                  </a:cubicBezTo>
                  <a:cubicBezTo>
                    <a:pt x="61504" y="42305"/>
                    <a:pt x="61489" y="42304"/>
                    <a:pt x="61474" y="42304"/>
                  </a:cubicBezTo>
                  <a:cubicBezTo>
                    <a:pt x="61414" y="42304"/>
                    <a:pt x="61353" y="42332"/>
                    <a:pt x="61325" y="42387"/>
                  </a:cubicBezTo>
                  <a:cubicBezTo>
                    <a:pt x="60684" y="42022"/>
                    <a:pt x="60223" y="41410"/>
                    <a:pt x="59727" y="40875"/>
                  </a:cubicBezTo>
                  <a:cubicBezTo>
                    <a:pt x="59003" y="40097"/>
                    <a:pt x="58323" y="39329"/>
                    <a:pt x="57744" y="38430"/>
                  </a:cubicBezTo>
                  <a:cubicBezTo>
                    <a:pt x="56987" y="37255"/>
                    <a:pt x="55912" y="36024"/>
                    <a:pt x="55501" y="34635"/>
                  </a:cubicBezTo>
                  <a:cubicBezTo>
                    <a:pt x="55530" y="34601"/>
                    <a:pt x="55559" y="34567"/>
                    <a:pt x="55587" y="34531"/>
                  </a:cubicBezTo>
                  <a:close/>
                  <a:moveTo>
                    <a:pt x="15475" y="38288"/>
                  </a:moveTo>
                  <a:lnTo>
                    <a:pt x="15475" y="38288"/>
                  </a:lnTo>
                  <a:cubicBezTo>
                    <a:pt x="17543" y="38906"/>
                    <a:pt x="19711" y="39107"/>
                    <a:pt x="21885" y="39261"/>
                  </a:cubicBezTo>
                  <a:cubicBezTo>
                    <a:pt x="21721" y="39621"/>
                    <a:pt x="21534" y="39970"/>
                    <a:pt x="21325" y="40307"/>
                  </a:cubicBezTo>
                  <a:cubicBezTo>
                    <a:pt x="20622" y="41439"/>
                    <a:pt x="19641" y="42256"/>
                    <a:pt x="18520" y="42825"/>
                  </a:cubicBezTo>
                  <a:cubicBezTo>
                    <a:pt x="17311" y="41458"/>
                    <a:pt x="16383" y="39878"/>
                    <a:pt x="15475" y="38288"/>
                  </a:cubicBezTo>
                  <a:close/>
                  <a:moveTo>
                    <a:pt x="11504" y="36362"/>
                  </a:moveTo>
                  <a:cubicBezTo>
                    <a:pt x="11635" y="36488"/>
                    <a:pt x="11783" y="36596"/>
                    <a:pt x="11946" y="36683"/>
                  </a:cubicBezTo>
                  <a:cubicBezTo>
                    <a:pt x="12082" y="36778"/>
                    <a:pt x="12226" y="36868"/>
                    <a:pt x="12371" y="36953"/>
                  </a:cubicBezTo>
                  <a:cubicBezTo>
                    <a:pt x="11406" y="39036"/>
                    <a:pt x="10367" y="41084"/>
                    <a:pt x="9390" y="43161"/>
                  </a:cubicBezTo>
                  <a:cubicBezTo>
                    <a:pt x="7962" y="42612"/>
                    <a:pt x="6648" y="41808"/>
                    <a:pt x="5511" y="40788"/>
                  </a:cubicBezTo>
                  <a:lnTo>
                    <a:pt x="5511" y="40787"/>
                  </a:lnTo>
                  <a:cubicBezTo>
                    <a:pt x="5932" y="40482"/>
                    <a:pt x="6340" y="40154"/>
                    <a:pt x="6748" y="39844"/>
                  </a:cubicBezTo>
                  <a:cubicBezTo>
                    <a:pt x="7466" y="39299"/>
                    <a:pt x="8205" y="38787"/>
                    <a:pt x="8929" y="38251"/>
                  </a:cubicBezTo>
                  <a:cubicBezTo>
                    <a:pt x="9781" y="37618"/>
                    <a:pt x="10622" y="36959"/>
                    <a:pt x="11504" y="36362"/>
                  </a:cubicBezTo>
                  <a:close/>
                  <a:moveTo>
                    <a:pt x="55247" y="34845"/>
                  </a:moveTo>
                  <a:cubicBezTo>
                    <a:pt x="55403" y="36197"/>
                    <a:pt x="55539" y="37547"/>
                    <a:pt x="55513" y="38911"/>
                  </a:cubicBezTo>
                  <a:cubicBezTo>
                    <a:pt x="55496" y="39811"/>
                    <a:pt x="55431" y="40710"/>
                    <a:pt x="55425" y="41611"/>
                  </a:cubicBezTo>
                  <a:cubicBezTo>
                    <a:pt x="55420" y="42333"/>
                    <a:pt x="55570" y="43048"/>
                    <a:pt x="55389" y="43751"/>
                  </a:cubicBezTo>
                  <a:cubicBezTo>
                    <a:pt x="55003" y="43472"/>
                    <a:pt x="54924" y="42649"/>
                    <a:pt x="54860" y="42253"/>
                  </a:cubicBezTo>
                  <a:cubicBezTo>
                    <a:pt x="54747" y="41545"/>
                    <a:pt x="54715" y="40819"/>
                    <a:pt x="54696" y="40102"/>
                  </a:cubicBezTo>
                  <a:cubicBezTo>
                    <a:pt x="54678" y="39339"/>
                    <a:pt x="54681" y="38575"/>
                    <a:pt x="54703" y="37811"/>
                  </a:cubicBezTo>
                  <a:cubicBezTo>
                    <a:pt x="54729" y="36785"/>
                    <a:pt x="54998" y="35851"/>
                    <a:pt x="55199" y="34879"/>
                  </a:cubicBezTo>
                  <a:cubicBezTo>
                    <a:pt x="55216" y="34869"/>
                    <a:pt x="55231" y="34856"/>
                    <a:pt x="55247" y="34845"/>
                  </a:cubicBezTo>
                  <a:close/>
                  <a:moveTo>
                    <a:pt x="13701" y="37635"/>
                  </a:moveTo>
                  <a:lnTo>
                    <a:pt x="13701" y="37635"/>
                  </a:lnTo>
                  <a:cubicBezTo>
                    <a:pt x="14170" y="37842"/>
                    <a:pt x="14649" y="38025"/>
                    <a:pt x="15138" y="38183"/>
                  </a:cubicBezTo>
                  <a:cubicBezTo>
                    <a:pt x="15487" y="38821"/>
                    <a:pt x="15829" y="39465"/>
                    <a:pt x="16166" y="40111"/>
                  </a:cubicBezTo>
                  <a:cubicBezTo>
                    <a:pt x="16681" y="41102"/>
                    <a:pt x="17300" y="42186"/>
                    <a:pt x="18107" y="43023"/>
                  </a:cubicBezTo>
                  <a:cubicBezTo>
                    <a:pt x="16881" y="43566"/>
                    <a:pt x="15514" y="43833"/>
                    <a:pt x="14165" y="43900"/>
                  </a:cubicBezTo>
                  <a:lnTo>
                    <a:pt x="14165" y="43898"/>
                  </a:lnTo>
                  <a:cubicBezTo>
                    <a:pt x="14210" y="43009"/>
                    <a:pt x="14071" y="42083"/>
                    <a:pt x="13995" y="41232"/>
                  </a:cubicBezTo>
                  <a:cubicBezTo>
                    <a:pt x="13891" y="40057"/>
                    <a:pt x="13735" y="38840"/>
                    <a:pt x="13701" y="37635"/>
                  </a:cubicBezTo>
                  <a:close/>
                  <a:moveTo>
                    <a:pt x="54914" y="35003"/>
                  </a:moveTo>
                  <a:cubicBezTo>
                    <a:pt x="54718" y="35933"/>
                    <a:pt x="54469" y="36833"/>
                    <a:pt x="54423" y="37811"/>
                  </a:cubicBezTo>
                  <a:cubicBezTo>
                    <a:pt x="54379" y="38758"/>
                    <a:pt x="54379" y="39714"/>
                    <a:pt x="54409" y="40662"/>
                  </a:cubicBezTo>
                  <a:cubicBezTo>
                    <a:pt x="54432" y="41412"/>
                    <a:pt x="54376" y="43219"/>
                    <a:pt x="55071" y="43909"/>
                  </a:cubicBezTo>
                  <a:cubicBezTo>
                    <a:pt x="52924" y="43824"/>
                    <a:pt x="50779" y="43060"/>
                    <a:pt x="48956" y="41821"/>
                  </a:cubicBezTo>
                  <a:cubicBezTo>
                    <a:pt x="49927" y="40900"/>
                    <a:pt x="50711" y="39796"/>
                    <a:pt x="51560" y="38755"/>
                  </a:cubicBezTo>
                  <a:cubicBezTo>
                    <a:pt x="52545" y="37545"/>
                    <a:pt x="53468" y="36262"/>
                    <a:pt x="54492" y="35080"/>
                  </a:cubicBezTo>
                  <a:cubicBezTo>
                    <a:pt x="54636" y="35073"/>
                    <a:pt x="54777" y="35046"/>
                    <a:pt x="54914" y="35003"/>
                  </a:cubicBezTo>
                  <a:close/>
                  <a:moveTo>
                    <a:pt x="12588" y="37080"/>
                  </a:moveTo>
                  <a:cubicBezTo>
                    <a:pt x="12795" y="37194"/>
                    <a:pt x="12996" y="37298"/>
                    <a:pt x="13177" y="37388"/>
                  </a:cubicBezTo>
                  <a:cubicBezTo>
                    <a:pt x="13270" y="37434"/>
                    <a:pt x="13364" y="37477"/>
                    <a:pt x="13458" y="37521"/>
                  </a:cubicBezTo>
                  <a:cubicBezTo>
                    <a:pt x="13469" y="38623"/>
                    <a:pt x="13596" y="39724"/>
                    <a:pt x="13628" y="40835"/>
                  </a:cubicBezTo>
                  <a:cubicBezTo>
                    <a:pt x="13658" y="41857"/>
                    <a:pt x="13833" y="42896"/>
                    <a:pt x="13775" y="43914"/>
                  </a:cubicBezTo>
                  <a:cubicBezTo>
                    <a:pt x="13648" y="43916"/>
                    <a:pt x="13520" y="43918"/>
                    <a:pt x="13392" y="43918"/>
                  </a:cubicBezTo>
                  <a:cubicBezTo>
                    <a:pt x="13265" y="43918"/>
                    <a:pt x="13137" y="43916"/>
                    <a:pt x="13011" y="43912"/>
                  </a:cubicBezTo>
                  <a:cubicBezTo>
                    <a:pt x="11896" y="43875"/>
                    <a:pt x="10780" y="43651"/>
                    <a:pt x="9707" y="43277"/>
                  </a:cubicBezTo>
                  <a:cubicBezTo>
                    <a:pt x="10682" y="41217"/>
                    <a:pt x="11675" y="39168"/>
                    <a:pt x="12588" y="37080"/>
                  </a:cubicBezTo>
                  <a:close/>
                  <a:moveTo>
                    <a:pt x="55604" y="35591"/>
                  </a:moveTo>
                  <a:cubicBezTo>
                    <a:pt x="56071" y="36584"/>
                    <a:pt x="56772" y="37504"/>
                    <a:pt x="57362" y="38359"/>
                  </a:cubicBezTo>
                  <a:cubicBezTo>
                    <a:pt x="57995" y="39278"/>
                    <a:pt x="58586" y="40156"/>
                    <a:pt x="59368" y="40963"/>
                  </a:cubicBezTo>
                  <a:cubicBezTo>
                    <a:pt x="59911" y="41521"/>
                    <a:pt x="60381" y="42188"/>
                    <a:pt x="61042" y="42610"/>
                  </a:cubicBezTo>
                  <a:cubicBezTo>
                    <a:pt x="59452" y="43535"/>
                    <a:pt x="57526" y="43909"/>
                    <a:pt x="55680" y="43918"/>
                  </a:cubicBezTo>
                  <a:cubicBezTo>
                    <a:pt x="55864" y="43298"/>
                    <a:pt x="55804" y="42649"/>
                    <a:pt x="55762" y="42007"/>
                  </a:cubicBezTo>
                  <a:cubicBezTo>
                    <a:pt x="55702" y="41068"/>
                    <a:pt x="55794" y="40117"/>
                    <a:pt x="55828" y="39180"/>
                  </a:cubicBezTo>
                  <a:cubicBezTo>
                    <a:pt x="55872" y="37966"/>
                    <a:pt x="55754" y="36778"/>
                    <a:pt x="55604" y="35591"/>
                  </a:cubicBezTo>
                  <a:close/>
                  <a:moveTo>
                    <a:pt x="47253" y="1"/>
                  </a:moveTo>
                  <a:cubicBezTo>
                    <a:pt x="47090" y="1"/>
                    <a:pt x="46941" y="71"/>
                    <a:pt x="46857" y="197"/>
                  </a:cubicBezTo>
                  <a:cubicBezTo>
                    <a:pt x="46856" y="197"/>
                    <a:pt x="46855" y="197"/>
                    <a:pt x="46854" y="197"/>
                  </a:cubicBezTo>
                  <a:cubicBezTo>
                    <a:pt x="46756" y="197"/>
                    <a:pt x="46666" y="269"/>
                    <a:pt x="46709" y="390"/>
                  </a:cubicBezTo>
                  <a:cubicBezTo>
                    <a:pt x="47329" y="2175"/>
                    <a:pt x="51919" y="18609"/>
                    <a:pt x="51968" y="18758"/>
                  </a:cubicBezTo>
                  <a:cubicBezTo>
                    <a:pt x="45529" y="21411"/>
                    <a:pt x="39162" y="24246"/>
                    <a:pt x="32718" y="26890"/>
                  </a:cubicBezTo>
                  <a:cubicBezTo>
                    <a:pt x="30896" y="27637"/>
                    <a:pt x="29025" y="28247"/>
                    <a:pt x="27151" y="28842"/>
                  </a:cubicBezTo>
                  <a:cubicBezTo>
                    <a:pt x="27145" y="28717"/>
                    <a:pt x="27140" y="28593"/>
                    <a:pt x="27137" y="28471"/>
                  </a:cubicBezTo>
                  <a:cubicBezTo>
                    <a:pt x="27093" y="27133"/>
                    <a:pt x="27163" y="25803"/>
                    <a:pt x="27228" y="24470"/>
                  </a:cubicBezTo>
                  <a:cubicBezTo>
                    <a:pt x="27364" y="21523"/>
                    <a:pt x="27322" y="18570"/>
                    <a:pt x="27101" y="15629"/>
                  </a:cubicBezTo>
                  <a:cubicBezTo>
                    <a:pt x="27089" y="15474"/>
                    <a:pt x="26983" y="15409"/>
                    <a:pt x="26875" y="15409"/>
                  </a:cubicBezTo>
                  <a:cubicBezTo>
                    <a:pt x="26749" y="15409"/>
                    <a:pt x="26620" y="15497"/>
                    <a:pt x="26634" y="15632"/>
                  </a:cubicBezTo>
                  <a:cubicBezTo>
                    <a:pt x="26449" y="18264"/>
                    <a:pt x="26544" y="20926"/>
                    <a:pt x="26449" y="23564"/>
                  </a:cubicBezTo>
                  <a:cubicBezTo>
                    <a:pt x="26384" y="25398"/>
                    <a:pt x="26218" y="27280"/>
                    <a:pt x="26201" y="29139"/>
                  </a:cubicBezTo>
                  <a:cubicBezTo>
                    <a:pt x="25309" y="29423"/>
                    <a:pt x="24418" y="29708"/>
                    <a:pt x="23532" y="30010"/>
                  </a:cubicBezTo>
                  <a:cubicBezTo>
                    <a:pt x="23374" y="29473"/>
                    <a:pt x="23142" y="28961"/>
                    <a:pt x="22912" y="28445"/>
                  </a:cubicBezTo>
                  <a:cubicBezTo>
                    <a:pt x="22194" y="26849"/>
                    <a:pt x="21175" y="25438"/>
                    <a:pt x="19814" y="24333"/>
                  </a:cubicBezTo>
                  <a:cubicBezTo>
                    <a:pt x="19463" y="24048"/>
                    <a:pt x="19086" y="23797"/>
                    <a:pt x="18690" y="23581"/>
                  </a:cubicBezTo>
                  <a:cubicBezTo>
                    <a:pt x="19278" y="22772"/>
                    <a:pt x="19873" y="21968"/>
                    <a:pt x="20468" y="21162"/>
                  </a:cubicBezTo>
                  <a:cubicBezTo>
                    <a:pt x="20864" y="20626"/>
                    <a:pt x="21291" y="20083"/>
                    <a:pt x="21715" y="19529"/>
                  </a:cubicBezTo>
                  <a:cubicBezTo>
                    <a:pt x="22230" y="18979"/>
                    <a:pt x="22740" y="18425"/>
                    <a:pt x="23213" y="17824"/>
                  </a:cubicBezTo>
                  <a:cubicBezTo>
                    <a:pt x="23817" y="17055"/>
                    <a:pt x="24698" y="16183"/>
                    <a:pt x="24689" y="15156"/>
                  </a:cubicBezTo>
                  <a:cubicBezTo>
                    <a:pt x="24685" y="14908"/>
                    <a:pt x="24484" y="14741"/>
                    <a:pt x="24266" y="14741"/>
                  </a:cubicBezTo>
                  <a:cubicBezTo>
                    <a:pt x="24197" y="14741"/>
                    <a:pt x="24126" y="14758"/>
                    <a:pt x="24059" y="14794"/>
                  </a:cubicBezTo>
                  <a:cubicBezTo>
                    <a:pt x="23213" y="15249"/>
                    <a:pt x="22797" y="16327"/>
                    <a:pt x="22282" y="17104"/>
                  </a:cubicBezTo>
                  <a:cubicBezTo>
                    <a:pt x="21914" y="17658"/>
                    <a:pt x="21559" y="18216"/>
                    <a:pt x="21205" y="18776"/>
                  </a:cubicBezTo>
                  <a:cubicBezTo>
                    <a:pt x="20957" y="18866"/>
                    <a:pt x="20741" y="19020"/>
                    <a:pt x="20499" y="19135"/>
                  </a:cubicBezTo>
                  <a:cubicBezTo>
                    <a:pt x="20373" y="19195"/>
                    <a:pt x="20238" y="19239"/>
                    <a:pt x="20103" y="19239"/>
                  </a:cubicBezTo>
                  <a:cubicBezTo>
                    <a:pt x="20097" y="19239"/>
                    <a:pt x="20090" y="19239"/>
                    <a:pt x="20083" y="19239"/>
                  </a:cubicBezTo>
                  <a:cubicBezTo>
                    <a:pt x="18248" y="18575"/>
                    <a:pt x="16135" y="18685"/>
                    <a:pt x="14210" y="18546"/>
                  </a:cubicBezTo>
                  <a:cubicBezTo>
                    <a:pt x="11213" y="18326"/>
                    <a:pt x="8271" y="18068"/>
                    <a:pt x="5260" y="17987"/>
                  </a:cubicBezTo>
                  <a:cubicBezTo>
                    <a:pt x="5258" y="17987"/>
                    <a:pt x="5255" y="17987"/>
                    <a:pt x="5252" y="17987"/>
                  </a:cubicBezTo>
                  <a:cubicBezTo>
                    <a:pt x="4928" y="17987"/>
                    <a:pt x="4949" y="18456"/>
                    <a:pt x="5260" y="18493"/>
                  </a:cubicBezTo>
                  <a:cubicBezTo>
                    <a:pt x="6575" y="18646"/>
                    <a:pt x="7891" y="18855"/>
                    <a:pt x="9209" y="19054"/>
                  </a:cubicBezTo>
                  <a:cubicBezTo>
                    <a:pt x="9781" y="19820"/>
                    <a:pt x="10098" y="20912"/>
                    <a:pt x="10409" y="21796"/>
                  </a:cubicBezTo>
                  <a:cubicBezTo>
                    <a:pt x="10500" y="22058"/>
                    <a:pt x="10625" y="22427"/>
                    <a:pt x="10818" y="22704"/>
                  </a:cubicBezTo>
                  <a:cubicBezTo>
                    <a:pt x="5268" y="23825"/>
                    <a:pt x="1" y="28007"/>
                    <a:pt x="267" y="34115"/>
                  </a:cubicBezTo>
                  <a:cubicBezTo>
                    <a:pt x="560" y="40843"/>
                    <a:pt x="7533" y="45588"/>
                    <a:pt x="13809" y="45588"/>
                  </a:cubicBezTo>
                  <a:cubicBezTo>
                    <a:pt x="13853" y="45588"/>
                    <a:pt x="13898" y="45588"/>
                    <a:pt x="13942" y="45587"/>
                  </a:cubicBezTo>
                  <a:cubicBezTo>
                    <a:pt x="17388" y="45550"/>
                    <a:pt x="20648" y="43863"/>
                    <a:pt x="22635" y="41075"/>
                  </a:cubicBezTo>
                  <a:cubicBezTo>
                    <a:pt x="23011" y="40546"/>
                    <a:pt x="23326" y="39977"/>
                    <a:pt x="23575" y="39376"/>
                  </a:cubicBezTo>
                  <a:cubicBezTo>
                    <a:pt x="24735" y="39455"/>
                    <a:pt x="25895" y="39537"/>
                    <a:pt x="27053" y="39635"/>
                  </a:cubicBezTo>
                  <a:cubicBezTo>
                    <a:pt x="27019" y="39712"/>
                    <a:pt x="27022" y="39800"/>
                    <a:pt x="27063" y="39876"/>
                  </a:cubicBezTo>
                  <a:cubicBezTo>
                    <a:pt x="27086" y="39916"/>
                    <a:pt x="27129" y="39941"/>
                    <a:pt x="27175" y="39943"/>
                  </a:cubicBezTo>
                  <a:cubicBezTo>
                    <a:pt x="27644" y="41103"/>
                    <a:pt x="29380" y="41444"/>
                    <a:pt x="30594" y="41444"/>
                  </a:cubicBezTo>
                  <a:cubicBezTo>
                    <a:pt x="30731" y="41444"/>
                    <a:pt x="30862" y="41440"/>
                    <a:pt x="30983" y="41432"/>
                  </a:cubicBezTo>
                  <a:cubicBezTo>
                    <a:pt x="32113" y="41356"/>
                    <a:pt x="34455" y="41557"/>
                    <a:pt x="34982" y="40241"/>
                  </a:cubicBezTo>
                  <a:cubicBezTo>
                    <a:pt x="35008" y="40174"/>
                    <a:pt x="34977" y="40086"/>
                    <a:pt x="34929" y="40040"/>
                  </a:cubicBezTo>
                  <a:cubicBezTo>
                    <a:pt x="34665" y="39779"/>
                    <a:pt x="34344" y="39704"/>
                    <a:pt x="34008" y="39704"/>
                  </a:cubicBezTo>
                  <a:cubicBezTo>
                    <a:pt x="33820" y="39704"/>
                    <a:pt x="33627" y="39728"/>
                    <a:pt x="33437" y="39755"/>
                  </a:cubicBezTo>
                  <a:cubicBezTo>
                    <a:pt x="33123" y="39661"/>
                    <a:pt x="32795" y="39605"/>
                    <a:pt x="32461" y="39567"/>
                  </a:cubicBezTo>
                  <a:cubicBezTo>
                    <a:pt x="32972" y="39376"/>
                    <a:pt x="33465" y="39148"/>
                    <a:pt x="33940" y="38882"/>
                  </a:cubicBezTo>
                  <a:cubicBezTo>
                    <a:pt x="34161" y="38772"/>
                    <a:pt x="34374" y="38647"/>
                    <a:pt x="34580" y="38509"/>
                  </a:cubicBezTo>
                  <a:cubicBezTo>
                    <a:pt x="36057" y="37595"/>
                    <a:pt x="37439" y="36430"/>
                    <a:pt x="38819" y="35481"/>
                  </a:cubicBezTo>
                  <a:cubicBezTo>
                    <a:pt x="39810" y="34797"/>
                    <a:pt x="40780" y="34083"/>
                    <a:pt x="41725" y="33334"/>
                  </a:cubicBezTo>
                  <a:cubicBezTo>
                    <a:pt x="41946" y="33361"/>
                    <a:pt x="42168" y="33379"/>
                    <a:pt x="42390" y="33389"/>
                  </a:cubicBezTo>
                  <a:cubicBezTo>
                    <a:pt x="42382" y="33628"/>
                    <a:pt x="42382" y="33870"/>
                    <a:pt x="42393" y="34114"/>
                  </a:cubicBezTo>
                  <a:cubicBezTo>
                    <a:pt x="42448" y="35363"/>
                    <a:pt x="42736" y="36590"/>
                    <a:pt x="43242" y="37734"/>
                  </a:cubicBezTo>
                  <a:cubicBezTo>
                    <a:pt x="43181" y="37813"/>
                    <a:pt x="43243" y="37937"/>
                    <a:pt x="43330" y="37937"/>
                  </a:cubicBezTo>
                  <a:cubicBezTo>
                    <a:pt x="43332" y="37937"/>
                    <a:pt x="43334" y="37937"/>
                    <a:pt x="43336" y="37937"/>
                  </a:cubicBezTo>
                  <a:cubicBezTo>
                    <a:pt x="45488" y="42571"/>
                    <a:pt x="50931" y="45588"/>
                    <a:pt x="55935" y="45588"/>
                  </a:cubicBezTo>
                  <a:cubicBezTo>
                    <a:pt x="55979" y="45588"/>
                    <a:pt x="56024" y="45588"/>
                    <a:pt x="56068" y="45587"/>
                  </a:cubicBezTo>
                  <a:cubicBezTo>
                    <a:pt x="59514" y="45550"/>
                    <a:pt x="62774" y="43863"/>
                    <a:pt x="64761" y="41075"/>
                  </a:cubicBezTo>
                  <a:cubicBezTo>
                    <a:pt x="65604" y="39890"/>
                    <a:pt x="66114" y="38534"/>
                    <a:pt x="66307" y="37097"/>
                  </a:cubicBezTo>
                  <a:cubicBezTo>
                    <a:pt x="66522" y="35490"/>
                    <a:pt x="66480" y="33845"/>
                    <a:pt x="66199" y="32241"/>
                  </a:cubicBezTo>
                  <a:cubicBezTo>
                    <a:pt x="65970" y="30933"/>
                    <a:pt x="65579" y="29657"/>
                    <a:pt x="65036" y="28446"/>
                  </a:cubicBezTo>
                  <a:cubicBezTo>
                    <a:pt x="64320" y="26850"/>
                    <a:pt x="63301" y="25438"/>
                    <a:pt x="61940" y="24333"/>
                  </a:cubicBezTo>
                  <a:cubicBezTo>
                    <a:pt x="60238" y="22947"/>
                    <a:pt x="57999" y="22411"/>
                    <a:pt x="55800" y="22411"/>
                  </a:cubicBezTo>
                  <a:cubicBezTo>
                    <a:pt x="55684" y="22411"/>
                    <a:pt x="55568" y="22412"/>
                    <a:pt x="55453" y="22415"/>
                  </a:cubicBezTo>
                  <a:cubicBezTo>
                    <a:pt x="55287" y="22101"/>
                    <a:pt x="55119" y="21786"/>
                    <a:pt x="54928" y="21487"/>
                  </a:cubicBezTo>
                  <a:cubicBezTo>
                    <a:pt x="54797" y="21284"/>
                    <a:pt x="54659" y="21099"/>
                    <a:pt x="54526" y="20907"/>
                  </a:cubicBezTo>
                  <a:cubicBezTo>
                    <a:pt x="54319" y="20289"/>
                    <a:pt x="54129" y="19664"/>
                    <a:pt x="53923" y="19079"/>
                  </a:cubicBezTo>
                  <a:cubicBezTo>
                    <a:pt x="53852" y="18880"/>
                    <a:pt x="53787" y="18679"/>
                    <a:pt x="53722" y="18479"/>
                  </a:cubicBezTo>
                  <a:lnTo>
                    <a:pt x="53722" y="18479"/>
                  </a:lnTo>
                  <a:cubicBezTo>
                    <a:pt x="54084" y="18721"/>
                    <a:pt x="54476" y="18933"/>
                    <a:pt x="54843" y="18933"/>
                  </a:cubicBezTo>
                  <a:cubicBezTo>
                    <a:pt x="55103" y="18933"/>
                    <a:pt x="55351" y="18827"/>
                    <a:pt x="55569" y="18550"/>
                  </a:cubicBezTo>
                  <a:cubicBezTo>
                    <a:pt x="56122" y="17845"/>
                    <a:pt x="55674" y="16538"/>
                    <a:pt x="55378" y="15821"/>
                  </a:cubicBezTo>
                  <a:cubicBezTo>
                    <a:pt x="55149" y="15263"/>
                    <a:pt x="54863" y="14435"/>
                    <a:pt x="54308" y="14435"/>
                  </a:cubicBezTo>
                  <a:cubicBezTo>
                    <a:pt x="54156" y="14435"/>
                    <a:pt x="53983" y="14498"/>
                    <a:pt x="53786" y="14646"/>
                  </a:cubicBezTo>
                  <a:cubicBezTo>
                    <a:pt x="53434" y="14910"/>
                    <a:pt x="53396" y="15521"/>
                    <a:pt x="53348" y="15915"/>
                  </a:cubicBezTo>
                  <a:cubicBezTo>
                    <a:pt x="53291" y="16404"/>
                    <a:pt x="53322" y="16910"/>
                    <a:pt x="53377" y="17409"/>
                  </a:cubicBezTo>
                  <a:cubicBezTo>
                    <a:pt x="53094" y="16498"/>
                    <a:pt x="52824" y="15581"/>
                    <a:pt x="52527" y="14673"/>
                  </a:cubicBezTo>
                  <a:cubicBezTo>
                    <a:pt x="52417" y="14341"/>
                    <a:pt x="52310" y="14007"/>
                    <a:pt x="52203" y="13673"/>
                  </a:cubicBezTo>
                  <a:lnTo>
                    <a:pt x="52203" y="13673"/>
                  </a:lnTo>
                  <a:cubicBezTo>
                    <a:pt x="52641" y="13891"/>
                    <a:pt x="53163" y="13983"/>
                    <a:pt x="53723" y="13983"/>
                  </a:cubicBezTo>
                  <a:cubicBezTo>
                    <a:pt x="54965" y="13983"/>
                    <a:pt x="56390" y="13531"/>
                    <a:pt x="57468" y="13006"/>
                  </a:cubicBezTo>
                  <a:cubicBezTo>
                    <a:pt x="59030" y="12244"/>
                    <a:pt x="59985" y="11169"/>
                    <a:pt x="60452" y="9482"/>
                  </a:cubicBezTo>
                  <a:cubicBezTo>
                    <a:pt x="60768" y="8342"/>
                    <a:pt x="60814" y="6975"/>
                    <a:pt x="60847" y="5801"/>
                  </a:cubicBezTo>
                  <a:cubicBezTo>
                    <a:pt x="60875" y="4843"/>
                    <a:pt x="61060" y="3888"/>
                    <a:pt x="60893" y="2933"/>
                  </a:cubicBezTo>
                  <a:cubicBezTo>
                    <a:pt x="60868" y="2786"/>
                    <a:pt x="60734" y="2714"/>
                    <a:pt x="60599" y="2714"/>
                  </a:cubicBezTo>
                  <a:cubicBezTo>
                    <a:pt x="60553" y="2714"/>
                    <a:pt x="60506" y="2722"/>
                    <a:pt x="60463" y="2739"/>
                  </a:cubicBezTo>
                  <a:cubicBezTo>
                    <a:pt x="60144" y="2571"/>
                    <a:pt x="59712" y="2513"/>
                    <a:pt x="59245" y="2513"/>
                  </a:cubicBezTo>
                  <a:cubicBezTo>
                    <a:pt x="58317" y="2513"/>
                    <a:pt x="57253" y="2739"/>
                    <a:pt x="56663" y="2773"/>
                  </a:cubicBezTo>
                  <a:cubicBezTo>
                    <a:pt x="54095" y="2917"/>
                    <a:pt x="51440" y="3186"/>
                    <a:pt x="48973" y="3969"/>
                  </a:cubicBezTo>
                  <a:cubicBezTo>
                    <a:pt x="48967" y="3968"/>
                    <a:pt x="48961" y="3967"/>
                    <a:pt x="48955" y="3967"/>
                  </a:cubicBezTo>
                  <a:cubicBezTo>
                    <a:pt x="48928" y="3967"/>
                    <a:pt x="48901" y="3976"/>
                    <a:pt x="48880" y="3992"/>
                  </a:cubicBezTo>
                  <a:cubicBezTo>
                    <a:pt x="48713" y="3523"/>
                    <a:pt x="48554" y="3052"/>
                    <a:pt x="48412" y="2574"/>
                  </a:cubicBezTo>
                  <a:cubicBezTo>
                    <a:pt x="48206" y="1887"/>
                    <a:pt x="48183" y="1162"/>
                    <a:pt x="47906" y="497"/>
                  </a:cubicBezTo>
                  <a:cubicBezTo>
                    <a:pt x="47762" y="151"/>
                    <a:pt x="47492" y="1"/>
                    <a:pt x="47253" y="1"/>
                  </a:cubicBezTo>
                  <a:close/>
                </a:path>
              </a:pathLst>
            </a:custGeom>
            <a:solidFill>
              <a:srgbClr val="2A263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16" name="Google Shape;2544;p37">
              <a:extLst>
                <a:ext uri="{FF2B5EF4-FFF2-40B4-BE49-F238E27FC236}">
                  <a16:creationId xmlns:a16="http://schemas.microsoft.com/office/drawing/2014/main" id="{E744403C-92FB-4B16-8033-4A98E564280E}"/>
                </a:ext>
              </a:extLst>
            </p:cNvPr>
            <p:cNvSpPr/>
            <p:nvPr/>
          </p:nvSpPr>
          <p:spPr>
            <a:xfrm>
              <a:off x="724320" y="4277520"/>
              <a:ext cx="169560" cy="124560"/>
            </a:xfrm>
            <a:custGeom>
              <a:avLst/>
              <a:gdLst>
                <a:gd name="textAreaLeft" fmla="*/ 0 w 169560"/>
                <a:gd name="textAreaRight" fmla="*/ 169920 w 169560"/>
                <a:gd name="textAreaTop" fmla="*/ 0 h 124560"/>
                <a:gd name="textAreaBottom" fmla="*/ 124920 h 124560"/>
              </a:gdLst>
              <a:ahLst/>
              <a:cxnLst/>
              <a:rect l="textAreaLeft" t="textAreaTop" r="textAreaRight" b="textAreaBottom"/>
              <a:pathLst>
                <a:path w="15198" h="11173">
                  <a:moveTo>
                    <a:pt x="346" y="1"/>
                  </a:moveTo>
                  <a:cubicBezTo>
                    <a:pt x="307" y="1"/>
                    <a:pt x="270" y="30"/>
                    <a:pt x="286" y="80"/>
                  </a:cubicBezTo>
                  <a:cubicBezTo>
                    <a:pt x="309" y="150"/>
                    <a:pt x="339" y="214"/>
                    <a:pt x="363" y="283"/>
                  </a:cubicBezTo>
                  <a:cubicBezTo>
                    <a:pt x="351" y="279"/>
                    <a:pt x="338" y="278"/>
                    <a:pt x="326" y="278"/>
                  </a:cubicBezTo>
                  <a:cubicBezTo>
                    <a:pt x="270" y="278"/>
                    <a:pt x="217" y="308"/>
                    <a:pt x="187" y="357"/>
                  </a:cubicBezTo>
                  <a:cubicBezTo>
                    <a:pt x="0" y="685"/>
                    <a:pt x="108" y="1261"/>
                    <a:pt x="114" y="1619"/>
                  </a:cubicBezTo>
                  <a:cubicBezTo>
                    <a:pt x="130" y="2506"/>
                    <a:pt x="422" y="3368"/>
                    <a:pt x="710" y="4203"/>
                  </a:cubicBezTo>
                  <a:cubicBezTo>
                    <a:pt x="1070" y="5257"/>
                    <a:pt x="1492" y="6309"/>
                    <a:pt x="1927" y="7334"/>
                  </a:cubicBezTo>
                  <a:cubicBezTo>
                    <a:pt x="2264" y="8128"/>
                    <a:pt x="2717" y="8924"/>
                    <a:pt x="3421" y="9450"/>
                  </a:cubicBezTo>
                  <a:cubicBezTo>
                    <a:pt x="5154" y="10740"/>
                    <a:pt x="7457" y="11105"/>
                    <a:pt x="9557" y="11165"/>
                  </a:cubicBezTo>
                  <a:cubicBezTo>
                    <a:pt x="9734" y="11170"/>
                    <a:pt x="9910" y="11172"/>
                    <a:pt x="10085" y="11172"/>
                  </a:cubicBezTo>
                  <a:cubicBezTo>
                    <a:pt x="11082" y="11172"/>
                    <a:pt x="12069" y="11096"/>
                    <a:pt x="13062" y="10969"/>
                  </a:cubicBezTo>
                  <a:cubicBezTo>
                    <a:pt x="13637" y="10893"/>
                    <a:pt x="14770" y="11033"/>
                    <a:pt x="15157" y="10483"/>
                  </a:cubicBezTo>
                  <a:cubicBezTo>
                    <a:pt x="15197" y="10424"/>
                    <a:pt x="15193" y="10334"/>
                    <a:pt x="15157" y="10277"/>
                  </a:cubicBezTo>
                  <a:cubicBezTo>
                    <a:pt x="14971" y="9968"/>
                    <a:pt x="14582" y="9911"/>
                    <a:pt x="14211" y="9911"/>
                  </a:cubicBezTo>
                  <a:cubicBezTo>
                    <a:pt x="14033" y="9911"/>
                    <a:pt x="13858" y="9924"/>
                    <a:pt x="13713" y="9929"/>
                  </a:cubicBezTo>
                  <a:cubicBezTo>
                    <a:pt x="13621" y="9932"/>
                    <a:pt x="13529" y="9933"/>
                    <a:pt x="13436" y="9933"/>
                  </a:cubicBezTo>
                  <a:cubicBezTo>
                    <a:pt x="12697" y="9933"/>
                    <a:pt x="11945" y="9849"/>
                    <a:pt x="11218" y="9738"/>
                  </a:cubicBezTo>
                  <a:cubicBezTo>
                    <a:pt x="9625" y="9495"/>
                    <a:pt x="8083" y="8946"/>
                    <a:pt x="6744" y="8038"/>
                  </a:cubicBezTo>
                  <a:cubicBezTo>
                    <a:pt x="5985" y="7523"/>
                    <a:pt x="5396" y="6832"/>
                    <a:pt x="4769" y="6171"/>
                  </a:cubicBezTo>
                  <a:cubicBezTo>
                    <a:pt x="4075" y="5440"/>
                    <a:pt x="3497" y="4715"/>
                    <a:pt x="2982" y="3849"/>
                  </a:cubicBezTo>
                  <a:cubicBezTo>
                    <a:pt x="2600" y="3207"/>
                    <a:pt x="2174" y="2628"/>
                    <a:pt x="1710" y="2045"/>
                  </a:cubicBezTo>
                  <a:cubicBezTo>
                    <a:pt x="1199" y="1402"/>
                    <a:pt x="889" y="669"/>
                    <a:pt x="405" y="29"/>
                  </a:cubicBezTo>
                  <a:cubicBezTo>
                    <a:pt x="390" y="10"/>
                    <a:pt x="368" y="1"/>
                    <a:pt x="346"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62280" bIns="622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17" name="Google Shape;2545;p37">
              <a:extLst>
                <a:ext uri="{FF2B5EF4-FFF2-40B4-BE49-F238E27FC236}">
                  <a16:creationId xmlns:a16="http://schemas.microsoft.com/office/drawing/2014/main" id="{468C4766-7999-479C-AFCA-F97DBD65CE61}"/>
                </a:ext>
              </a:extLst>
            </p:cNvPr>
            <p:cNvSpPr/>
            <p:nvPr/>
          </p:nvSpPr>
          <p:spPr>
            <a:xfrm>
              <a:off x="851760" y="4368600"/>
              <a:ext cx="54720" cy="23760"/>
            </a:xfrm>
            <a:custGeom>
              <a:avLst/>
              <a:gdLst>
                <a:gd name="textAreaLeft" fmla="*/ 0 w 54720"/>
                <a:gd name="textAreaRight" fmla="*/ 55080 w 54720"/>
                <a:gd name="textAreaTop" fmla="*/ 0 h 23760"/>
                <a:gd name="textAreaBottom" fmla="*/ 24120 h 23760"/>
              </a:gdLst>
              <a:ahLst/>
              <a:cxnLst/>
              <a:rect l="textAreaLeft" t="textAreaTop" r="textAreaRight" b="textAreaBottom"/>
              <a:pathLst>
                <a:path w="4921" h="2157">
                  <a:moveTo>
                    <a:pt x="2640" y="0"/>
                  </a:moveTo>
                  <a:cubicBezTo>
                    <a:pt x="1751" y="0"/>
                    <a:pt x="596" y="725"/>
                    <a:pt x="230" y="1594"/>
                  </a:cubicBezTo>
                  <a:cubicBezTo>
                    <a:pt x="206" y="1598"/>
                    <a:pt x="186" y="1611"/>
                    <a:pt x="169" y="1629"/>
                  </a:cubicBezTo>
                  <a:cubicBezTo>
                    <a:pt x="0" y="1812"/>
                    <a:pt x="17" y="1932"/>
                    <a:pt x="136" y="2013"/>
                  </a:cubicBezTo>
                  <a:cubicBezTo>
                    <a:pt x="149" y="2042"/>
                    <a:pt x="178" y="2061"/>
                    <a:pt x="209" y="2061"/>
                  </a:cubicBezTo>
                  <a:cubicBezTo>
                    <a:pt x="215" y="2061"/>
                    <a:pt x="221" y="2061"/>
                    <a:pt x="227" y="2059"/>
                  </a:cubicBezTo>
                  <a:cubicBezTo>
                    <a:pt x="415" y="2133"/>
                    <a:pt x="725" y="2156"/>
                    <a:pt x="1035" y="2156"/>
                  </a:cubicBezTo>
                  <a:cubicBezTo>
                    <a:pt x="1533" y="2156"/>
                    <a:pt x="2033" y="2098"/>
                    <a:pt x="2044" y="2098"/>
                  </a:cubicBezTo>
                  <a:cubicBezTo>
                    <a:pt x="2420" y="2092"/>
                    <a:pt x="2815" y="1963"/>
                    <a:pt x="3189" y="1928"/>
                  </a:cubicBezTo>
                  <a:cubicBezTo>
                    <a:pt x="3232" y="1923"/>
                    <a:pt x="3274" y="1921"/>
                    <a:pt x="3315" y="1921"/>
                  </a:cubicBezTo>
                  <a:cubicBezTo>
                    <a:pt x="3607" y="1921"/>
                    <a:pt x="3871" y="2022"/>
                    <a:pt x="4155" y="2095"/>
                  </a:cubicBezTo>
                  <a:cubicBezTo>
                    <a:pt x="4230" y="2114"/>
                    <a:pt x="4312" y="2127"/>
                    <a:pt x="4391" y="2127"/>
                  </a:cubicBezTo>
                  <a:cubicBezTo>
                    <a:pt x="4574" y="2127"/>
                    <a:pt x="4746" y="2060"/>
                    <a:pt x="4802" y="1855"/>
                  </a:cubicBezTo>
                  <a:cubicBezTo>
                    <a:pt x="4921" y="1417"/>
                    <a:pt x="4459" y="858"/>
                    <a:pt x="4185" y="573"/>
                  </a:cubicBezTo>
                  <a:cubicBezTo>
                    <a:pt x="3797" y="171"/>
                    <a:pt x="3226" y="15"/>
                    <a:pt x="2685" y="1"/>
                  </a:cubicBezTo>
                  <a:cubicBezTo>
                    <a:pt x="2670" y="0"/>
                    <a:pt x="2655" y="0"/>
                    <a:pt x="2640" y="0"/>
                  </a:cubicBezTo>
                  <a:close/>
                </a:path>
              </a:pathLst>
            </a:custGeom>
            <a:solidFill>
              <a:srgbClr val="FDC052"/>
            </a:solidFill>
            <a:ln w="0">
              <a:noFill/>
            </a:ln>
          </p:spPr>
          <p:style>
            <a:lnRef idx="0">
              <a:scrgbClr r="0" g="0" b="0"/>
            </a:lnRef>
            <a:fillRef idx="0">
              <a:scrgbClr r="0" g="0" b="0"/>
            </a:fillRef>
            <a:effectRef idx="0">
              <a:scrgbClr r="0" g="0" b="0"/>
            </a:effectRef>
            <a:fontRef idx="minor"/>
          </p:style>
          <p:txBody>
            <a:bodyPr tIns="11880" bIns="118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18" name="Google Shape;2546;p37">
              <a:extLst>
                <a:ext uri="{FF2B5EF4-FFF2-40B4-BE49-F238E27FC236}">
                  <a16:creationId xmlns:a16="http://schemas.microsoft.com/office/drawing/2014/main" id="{858F63DF-0665-4EC2-A1CB-A6060F5DFFD9}"/>
                </a:ext>
              </a:extLst>
            </p:cNvPr>
            <p:cNvSpPr/>
            <p:nvPr/>
          </p:nvSpPr>
          <p:spPr>
            <a:xfrm>
              <a:off x="699840" y="4213080"/>
              <a:ext cx="45720" cy="68400"/>
            </a:xfrm>
            <a:custGeom>
              <a:avLst/>
              <a:gdLst>
                <a:gd name="textAreaLeft" fmla="*/ 0 w 45720"/>
                <a:gd name="textAreaRight" fmla="*/ 46080 w 45720"/>
                <a:gd name="textAreaTop" fmla="*/ 0 h 68400"/>
                <a:gd name="textAreaBottom" fmla="*/ 68760 h 68400"/>
              </a:gdLst>
              <a:ahLst/>
              <a:cxnLst/>
              <a:rect l="textAreaLeft" t="textAreaTop" r="textAreaRight" b="textAreaBottom"/>
              <a:pathLst>
                <a:path w="4139" h="6142">
                  <a:moveTo>
                    <a:pt x="2103" y="0"/>
                  </a:moveTo>
                  <a:cubicBezTo>
                    <a:pt x="1672" y="0"/>
                    <a:pt x="1270" y="196"/>
                    <a:pt x="1081" y="587"/>
                  </a:cubicBezTo>
                  <a:cubicBezTo>
                    <a:pt x="991" y="589"/>
                    <a:pt x="920" y="660"/>
                    <a:pt x="917" y="750"/>
                  </a:cubicBezTo>
                  <a:cubicBezTo>
                    <a:pt x="840" y="1942"/>
                    <a:pt x="306" y="3051"/>
                    <a:pt x="118" y="4224"/>
                  </a:cubicBezTo>
                  <a:cubicBezTo>
                    <a:pt x="34" y="4741"/>
                    <a:pt x="0" y="5537"/>
                    <a:pt x="497" y="5885"/>
                  </a:cubicBezTo>
                  <a:cubicBezTo>
                    <a:pt x="752" y="6065"/>
                    <a:pt x="1011" y="6141"/>
                    <a:pt x="1264" y="6141"/>
                  </a:cubicBezTo>
                  <a:cubicBezTo>
                    <a:pt x="2202" y="6141"/>
                    <a:pt x="3065" y="5093"/>
                    <a:pt x="3368" y="4285"/>
                  </a:cubicBezTo>
                  <a:cubicBezTo>
                    <a:pt x="3797" y="3142"/>
                    <a:pt x="4139" y="1291"/>
                    <a:pt x="3105" y="382"/>
                  </a:cubicBezTo>
                  <a:cubicBezTo>
                    <a:pt x="2816" y="127"/>
                    <a:pt x="2450" y="0"/>
                    <a:pt x="210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34200" bIns="342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19" name="Google Shape;2547;p37">
              <a:extLst>
                <a:ext uri="{FF2B5EF4-FFF2-40B4-BE49-F238E27FC236}">
                  <a16:creationId xmlns:a16="http://schemas.microsoft.com/office/drawing/2014/main" id="{693B0CB3-21B6-4D35-BFB5-FD97DC43AA90}"/>
                </a:ext>
              </a:extLst>
            </p:cNvPr>
            <p:cNvSpPr/>
            <p:nvPr/>
          </p:nvSpPr>
          <p:spPr>
            <a:xfrm>
              <a:off x="861120" y="4397040"/>
              <a:ext cx="45000" cy="43920"/>
            </a:xfrm>
            <a:custGeom>
              <a:avLst/>
              <a:gdLst>
                <a:gd name="textAreaLeft" fmla="*/ 0 w 45000"/>
                <a:gd name="textAreaRight" fmla="*/ 45360 w 45000"/>
                <a:gd name="textAreaTop" fmla="*/ 0 h 43920"/>
                <a:gd name="textAreaBottom" fmla="*/ 44280 h 43920"/>
              </a:gdLst>
              <a:ahLst/>
              <a:cxnLst/>
              <a:rect l="textAreaLeft" t="textAreaTop" r="textAreaRight" b="textAreaBottom"/>
              <a:pathLst>
                <a:path w="4067" h="3955">
                  <a:moveTo>
                    <a:pt x="1965" y="0"/>
                  </a:moveTo>
                  <a:cubicBezTo>
                    <a:pt x="1651" y="0"/>
                    <a:pt x="1331" y="124"/>
                    <a:pt x="1099" y="329"/>
                  </a:cubicBezTo>
                  <a:cubicBezTo>
                    <a:pt x="171" y="1148"/>
                    <a:pt x="1" y="2616"/>
                    <a:pt x="893" y="3527"/>
                  </a:cubicBezTo>
                  <a:cubicBezTo>
                    <a:pt x="1185" y="3825"/>
                    <a:pt x="1562" y="3954"/>
                    <a:pt x="1947" y="3954"/>
                  </a:cubicBezTo>
                  <a:cubicBezTo>
                    <a:pt x="2574" y="3954"/>
                    <a:pt x="3224" y="3612"/>
                    <a:pt x="3569" y="3098"/>
                  </a:cubicBezTo>
                  <a:cubicBezTo>
                    <a:pt x="4014" y="2435"/>
                    <a:pt x="4067" y="1832"/>
                    <a:pt x="3202" y="655"/>
                  </a:cubicBezTo>
                  <a:cubicBezTo>
                    <a:pt x="3194" y="644"/>
                    <a:pt x="3184" y="639"/>
                    <a:pt x="3173" y="639"/>
                  </a:cubicBezTo>
                  <a:cubicBezTo>
                    <a:pt x="3140" y="639"/>
                    <a:pt x="3100" y="678"/>
                    <a:pt x="3078" y="701"/>
                  </a:cubicBezTo>
                  <a:cubicBezTo>
                    <a:pt x="2938" y="489"/>
                    <a:pt x="2766" y="298"/>
                    <a:pt x="2506" y="143"/>
                  </a:cubicBezTo>
                  <a:cubicBezTo>
                    <a:pt x="2341" y="45"/>
                    <a:pt x="2154" y="0"/>
                    <a:pt x="1965" y="0"/>
                  </a:cubicBezTo>
                  <a:close/>
                </a:path>
              </a:pathLst>
            </a:custGeom>
            <a:solidFill>
              <a:srgbClr val="2A2639"/>
            </a:solidFill>
            <a:ln w="0">
              <a:noFill/>
            </a:ln>
          </p:spPr>
          <p:style>
            <a:lnRef idx="0">
              <a:scrgbClr r="0" g="0" b="0"/>
            </a:lnRef>
            <a:fillRef idx="0">
              <a:scrgbClr r="0" g="0" b="0"/>
            </a:fillRef>
            <a:effectRef idx="0">
              <a:scrgbClr r="0" g="0" b="0"/>
            </a:effectRef>
            <a:fontRef idx="minor"/>
          </p:style>
          <p:txBody>
            <a:bodyPr tIns="21960" bIns="219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20" name="Google Shape;2548;p37">
              <a:extLst>
                <a:ext uri="{FF2B5EF4-FFF2-40B4-BE49-F238E27FC236}">
                  <a16:creationId xmlns:a16="http://schemas.microsoft.com/office/drawing/2014/main" id="{2862E61E-A8C2-456A-9F4C-CF5262664970}"/>
                </a:ext>
              </a:extLst>
            </p:cNvPr>
            <p:cNvSpPr/>
            <p:nvPr/>
          </p:nvSpPr>
          <p:spPr>
            <a:xfrm>
              <a:off x="599760" y="4518000"/>
              <a:ext cx="105120" cy="59400"/>
            </a:xfrm>
            <a:custGeom>
              <a:avLst/>
              <a:gdLst>
                <a:gd name="textAreaLeft" fmla="*/ 0 w 105120"/>
                <a:gd name="textAreaRight" fmla="*/ 105480 w 105120"/>
                <a:gd name="textAreaTop" fmla="*/ 0 h 59400"/>
                <a:gd name="textAreaBottom" fmla="*/ 59760 h 59400"/>
              </a:gdLst>
              <a:ahLst/>
              <a:cxnLst/>
              <a:rect l="textAreaLeft" t="textAreaTop" r="textAreaRight" b="textAreaBottom"/>
              <a:pathLst>
                <a:path w="9442" h="5341">
                  <a:moveTo>
                    <a:pt x="1298" y="1"/>
                  </a:moveTo>
                  <a:cubicBezTo>
                    <a:pt x="981" y="1"/>
                    <a:pt x="663" y="17"/>
                    <a:pt x="346" y="48"/>
                  </a:cubicBezTo>
                  <a:cubicBezTo>
                    <a:pt x="278" y="55"/>
                    <a:pt x="193" y="95"/>
                    <a:pt x="182" y="174"/>
                  </a:cubicBezTo>
                  <a:cubicBezTo>
                    <a:pt x="1" y="1480"/>
                    <a:pt x="1009" y="2592"/>
                    <a:pt x="1908" y="3407"/>
                  </a:cubicBezTo>
                  <a:cubicBezTo>
                    <a:pt x="3054" y="4447"/>
                    <a:pt x="4557" y="5124"/>
                    <a:pt x="6094" y="5308"/>
                  </a:cubicBezTo>
                  <a:cubicBezTo>
                    <a:pt x="6276" y="5330"/>
                    <a:pt x="6450" y="5340"/>
                    <a:pt x="6618" y="5340"/>
                  </a:cubicBezTo>
                  <a:cubicBezTo>
                    <a:pt x="7307" y="5340"/>
                    <a:pt x="7910" y="5167"/>
                    <a:pt x="8595" y="4893"/>
                  </a:cubicBezTo>
                  <a:cubicBezTo>
                    <a:pt x="8925" y="4760"/>
                    <a:pt x="9442" y="4440"/>
                    <a:pt x="9292" y="3995"/>
                  </a:cubicBezTo>
                  <a:cubicBezTo>
                    <a:pt x="8935" y="2933"/>
                    <a:pt x="7854" y="2223"/>
                    <a:pt x="6768" y="1893"/>
                  </a:cubicBezTo>
                  <a:cubicBezTo>
                    <a:pt x="6405" y="1593"/>
                    <a:pt x="6054" y="1281"/>
                    <a:pt x="5656" y="1021"/>
                  </a:cubicBezTo>
                  <a:cubicBezTo>
                    <a:pt x="5188" y="715"/>
                    <a:pt x="4555" y="553"/>
                    <a:pt x="4026" y="395"/>
                  </a:cubicBezTo>
                  <a:cubicBezTo>
                    <a:pt x="3139" y="134"/>
                    <a:pt x="2220" y="1"/>
                    <a:pt x="1298" y="1"/>
                  </a:cubicBezTo>
                  <a:close/>
                </a:path>
              </a:pathLst>
            </a:custGeom>
            <a:solidFill>
              <a:srgbClr val="2A2639"/>
            </a:solidFill>
            <a:ln w="0">
              <a:noFill/>
            </a:ln>
          </p:spPr>
          <p:style>
            <a:lnRef idx="0">
              <a:scrgbClr r="0" g="0" b="0"/>
            </a:lnRef>
            <a:fillRef idx="0">
              <a:scrgbClr r="0" g="0" b="0"/>
            </a:fillRef>
            <a:effectRef idx="0">
              <a:scrgbClr r="0" g="0" b="0"/>
            </a:effectRef>
            <a:fontRef idx="minor"/>
          </p:style>
          <p:txBody>
            <a:bodyPr tIns="29880" bIns="2988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21" name="Google Shape;2549;p37">
              <a:extLst>
                <a:ext uri="{FF2B5EF4-FFF2-40B4-BE49-F238E27FC236}">
                  <a16:creationId xmlns:a16="http://schemas.microsoft.com/office/drawing/2014/main" id="{44F8C52C-64D5-4649-8B59-E56D7301D3BF}"/>
                </a:ext>
              </a:extLst>
            </p:cNvPr>
            <p:cNvSpPr/>
            <p:nvPr/>
          </p:nvSpPr>
          <p:spPr>
            <a:xfrm>
              <a:off x="681840" y="4773960"/>
              <a:ext cx="71280" cy="60480"/>
            </a:xfrm>
            <a:custGeom>
              <a:avLst/>
              <a:gdLst>
                <a:gd name="textAreaLeft" fmla="*/ 0 w 71280"/>
                <a:gd name="textAreaRight" fmla="*/ 71640 w 71280"/>
                <a:gd name="textAreaTop" fmla="*/ 0 h 60480"/>
                <a:gd name="textAreaBottom" fmla="*/ 60840 h 60480"/>
              </a:gdLst>
              <a:ahLst/>
              <a:cxnLst/>
              <a:rect l="textAreaLeft" t="textAreaTop" r="textAreaRight" b="textAreaBottom"/>
              <a:pathLst>
                <a:path w="6412" h="5449">
                  <a:moveTo>
                    <a:pt x="1553" y="0"/>
                  </a:moveTo>
                  <a:cubicBezTo>
                    <a:pt x="1413" y="0"/>
                    <a:pt x="1274" y="73"/>
                    <a:pt x="1151" y="257"/>
                  </a:cubicBezTo>
                  <a:cubicBezTo>
                    <a:pt x="973" y="521"/>
                    <a:pt x="861" y="825"/>
                    <a:pt x="798" y="1135"/>
                  </a:cubicBezTo>
                  <a:cubicBezTo>
                    <a:pt x="790" y="1134"/>
                    <a:pt x="783" y="1133"/>
                    <a:pt x="775" y="1133"/>
                  </a:cubicBezTo>
                  <a:cubicBezTo>
                    <a:pt x="733" y="1133"/>
                    <a:pt x="690" y="1158"/>
                    <a:pt x="685" y="1213"/>
                  </a:cubicBezTo>
                  <a:cubicBezTo>
                    <a:pt x="592" y="2127"/>
                    <a:pt x="0" y="3446"/>
                    <a:pt x="506" y="4327"/>
                  </a:cubicBezTo>
                  <a:cubicBezTo>
                    <a:pt x="1035" y="5246"/>
                    <a:pt x="2139" y="5306"/>
                    <a:pt x="3087" y="5376"/>
                  </a:cubicBezTo>
                  <a:cubicBezTo>
                    <a:pt x="3565" y="5410"/>
                    <a:pt x="4043" y="5449"/>
                    <a:pt x="4520" y="5449"/>
                  </a:cubicBezTo>
                  <a:cubicBezTo>
                    <a:pt x="4818" y="5449"/>
                    <a:pt x="5116" y="5434"/>
                    <a:pt x="5414" y="5393"/>
                  </a:cubicBezTo>
                  <a:cubicBezTo>
                    <a:pt x="5903" y="5325"/>
                    <a:pt x="6412" y="4890"/>
                    <a:pt x="5959" y="4406"/>
                  </a:cubicBezTo>
                  <a:cubicBezTo>
                    <a:pt x="5453" y="3866"/>
                    <a:pt x="4605" y="3701"/>
                    <a:pt x="3925" y="3501"/>
                  </a:cubicBezTo>
                  <a:cubicBezTo>
                    <a:pt x="3381" y="3342"/>
                    <a:pt x="2915" y="3042"/>
                    <a:pt x="2737" y="2482"/>
                  </a:cubicBezTo>
                  <a:cubicBezTo>
                    <a:pt x="2555" y="1902"/>
                    <a:pt x="2626" y="1230"/>
                    <a:pt x="2346" y="678"/>
                  </a:cubicBezTo>
                  <a:cubicBezTo>
                    <a:pt x="2195" y="382"/>
                    <a:pt x="1872" y="0"/>
                    <a:pt x="1553" y="0"/>
                  </a:cubicBezTo>
                  <a:close/>
                </a:path>
              </a:pathLst>
            </a:custGeom>
            <a:solidFill>
              <a:srgbClr val="559A90"/>
            </a:solidFill>
            <a:ln w="0">
              <a:noFill/>
            </a:ln>
          </p:spPr>
          <p:style>
            <a:lnRef idx="0">
              <a:scrgbClr r="0" g="0" b="0"/>
            </a:lnRef>
            <a:fillRef idx="0">
              <a:scrgbClr r="0" g="0" b="0"/>
            </a:fillRef>
            <a:effectRef idx="0">
              <a:scrgbClr r="0" g="0" b="0"/>
            </a:effectRef>
            <a:fontRef idx="minor"/>
          </p:style>
          <p:txBody>
            <a:bodyPr tIns="30240" bIns="302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22" name="Google Shape;2550;p37">
              <a:extLst>
                <a:ext uri="{FF2B5EF4-FFF2-40B4-BE49-F238E27FC236}">
                  <a16:creationId xmlns:a16="http://schemas.microsoft.com/office/drawing/2014/main" id="{9D135253-C7F4-4662-9D20-5897E7A3B0FE}"/>
                </a:ext>
              </a:extLst>
            </p:cNvPr>
            <p:cNvSpPr/>
            <p:nvPr/>
          </p:nvSpPr>
          <p:spPr>
            <a:xfrm>
              <a:off x="578160" y="4411080"/>
              <a:ext cx="217440" cy="389520"/>
            </a:xfrm>
            <a:custGeom>
              <a:avLst/>
              <a:gdLst>
                <a:gd name="textAreaLeft" fmla="*/ 0 w 217440"/>
                <a:gd name="textAreaRight" fmla="*/ 217800 w 217440"/>
                <a:gd name="textAreaTop" fmla="*/ 0 h 389520"/>
                <a:gd name="textAreaBottom" fmla="*/ 389880 h 389520"/>
              </a:gdLst>
              <a:ahLst/>
              <a:cxnLst/>
              <a:rect l="textAreaLeft" t="textAreaTop" r="textAreaRight" b="textAreaBottom"/>
              <a:pathLst>
                <a:path w="19488" h="34896">
                  <a:moveTo>
                    <a:pt x="3700" y="0"/>
                  </a:moveTo>
                  <a:cubicBezTo>
                    <a:pt x="3537" y="0"/>
                    <a:pt x="3446" y="113"/>
                    <a:pt x="3451" y="371"/>
                  </a:cubicBezTo>
                  <a:cubicBezTo>
                    <a:pt x="3452" y="549"/>
                    <a:pt x="398" y="3224"/>
                    <a:pt x="199" y="6410"/>
                  </a:cubicBezTo>
                  <a:cubicBezTo>
                    <a:pt x="1" y="9594"/>
                    <a:pt x="7332" y="12447"/>
                    <a:pt x="9552" y="14097"/>
                  </a:cubicBezTo>
                  <a:cubicBezTo>
                    <a:pt x="11109" y="15254"/>
                    <a:pt x="13099" y="16533"/>
                    <a:pt x="14596" y="17754"/>
                  </a:cubicBezTo>
                  <a:cubicBezTo>
                    <a:pt x="16033" y="18928"/>
                    <a:pt x="12547" y="24265"/>
                    <a:pt x="12057" y="25414"/>
                  </a:cubicBezTo>
                  <a:cubicBezTo>
                    <a:pt x="11284" y="27220"/>
                    <a:pt x="10588" y="29040"/>
                    <a:pt x="10116" y="30952"/>
                  </a:cubicBezTo>
                  <a:cubicBezTo>
                    <a:pt x="9813" y="32189"/>
                    <a:pt x="9222" y="33943"/>
                    <a:pt x="10019" y="34540"/>
                  </a:cubicBezTo>
                  <a:cubicBezTo>
                    <a:pt x="10243" y="34708"/>
                    <a:pt x="10725" y="34896"/>
                    <a:pt x="11179" y="34896"/>
                  </a:cubicBezTo>
                  <a:cubicBezTo>
                    <a:pt x="11455" y="34896"/>
                    <a:pt x="11720" y="34826"/>
                    <a:pt x="11910" y="34640"/>
                  </a:cubicBezTo>
                  <a:cubicBezTo>
                    <a:pt x="12586" y="33975"/>
                    <a:pt x="12722" y="32338"/>
                    <a:pt x="12900" y="31870"/>
                  </a:cubicBezTo>
                  <a:cubicBezTo>
                    <a:pt x="14448" y="27819"/>
                    <a:pt x="17095" y="24328"/>
                    <a:pt x="18538" y="20207"/>
                  </a:cubicBezTo>
                  <a:cubicBezTo>
                    <a:pt x="19110" y="18574"/>
                    <a:pt x="19488" y="16981"/>
                    <a:pt x="19189" y="15260"/>
                  </a:cubicBezTo>
                  <a:cubicBezTo>
                    <a:pt x="18895" y="13565"/>
                    <a:pt x="17114" y="11801"/>
                    <a:pt x="16099" y="10478"/>
                  </a:cubicBezTo>
                  <a:cubicBezTo>
                    <a:pt x="14483" y="8367"/>
                    <a:pt x="12510" y="6346"/>
                    <a:pt x="10033" y="5302"/>
                  </a:cubicBezTo>
                  <a:cubicBezTo>
                    <a:pt x="8980" y="4859"/>
                    <a:pt x="4771" y="0"/>
                    <a:pt x="370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23" name="Google Shape;2551;p37">
              <a:extLst>
                <a:ext uri="{FF2B5EF4-FFF2-40B4-BE49-F238E27FC236}">
                  <a16:creationId xmlns:a16="http://schemas.microsoft.com/office/drawing/2014/main" id="{E8603C46-34CB-460B-B6B1-41BE534B003D}"/>
                </a:ext>
              </a:extLst>
            </p:cNvPr>
            <p:cNvSpPr/>
            <p:nvPr/>
          </p:nvSpPr>
          <p:spPr>
            <a:xfrm>
              <a:off x="712800" y="4482360"/>
              <a:ext cx="58680" cy="59040"/>
            </a:xfrm>
            <a:custGeom>
              <a:avLst/>
              <a:gdLst>
                <a:gd name="textAreaLeft" fmla="*/ 0 w 58680"/>
                <a:gd name="textAreaRight" fmla="*/ 59040 w 58680"/>
                <a:gd name="textAreaTop" fmla="*/ 0 h 59040"/>
                <a:gd name="textAreaBottom" fmla="*/ 59400 h 59040"/>
              </a:gdLst>
              <a:ahLst/>
              <a:cxnLst/>
              <a:rect l="textAreaLeft" t="textAreaTop" r="textAreaRight" b="textAreaBottom"/>
              <a:pathLst>
                <a:path w="5282" h="5310">
                  <a:moveTo>
                    <a:pt x="104" y="1"/>
                  </a:moveTo>
                  <a:cubicBezTo>
                    <a:pt x="48" y="1"/>
                    <a:pt x="1" y="69"/>
                    <a:pt x="50" y="122"/>
                  </a:cubicBezTo>
                  <a:cubicBezTo>
                    <a:pt x="908" y="1033"/>
                    <a:pt x="1836" y="1841"/>
                    <a:pt x="2651" y="2799"/>
                  </a:cubicBezTo>
                  <a:cubicBezTo>
                    <a:pt x="3366" y="3640"/>
                    <a:pt x="4111" y="4738"/>
                    <a:pt x="5081" y="5296"/>
                  </a:cubicBezTo>
                  <a:cubicBezTo>
                    <a:pt x="5097" y="5306"/>
                    <a:pt x="5114" y="5310"/>
                    <a:pt x="5131" y="5310"/>
                  </a:cubicBezTo>
                  <a:cubicBezTo>
                    <a:pt x="5209" y="5310"/>
                    <a:pt x="5281" y="5222"/>
                    <a:pt x="5231" y="5145"/>
                  </a:cubicBezTo>
                  <a:cubicBezTo>
                    <a:pt x="4598" y="4203"/>
                    <a:pt x="3661" y="3394"/>
                    <a:pt x="2908" y="2540"/>
                  </a:cubicBezTo>
                  <a:cubicBezTo>
                    <a:pt x="2062" y="1583"/>
                    <a:pt x="1105" y="858"/>
                    <a:pt x="152" y="20"/>
                  </a:cubicBezTo>
                  <a:cubicBezTo>
                    <a:pt x="137" y="6"/>
                    <a:pt x="120" y="1"/>
                    <a:pt x="104" y="1"/>
                  </a:cubicBezTo>
                  <a:close/>
                </a:path>
              </a:pathLst>
            </a:custGeom>
            <a:solidFill>
              <a:srgbClr val="F5B231"/>
            </a:solidFill>
            <a:ln w="0">
              <a:noFill/>
            </a:ln>
          </p:spPr>
          <p:style>
            <a:lnRef idx="0">
              <a:scrgbClr r="0" g="0" b="0"/>
            </a:lnRef>
            <a:fillRef idx="0">
              <a:scrgbClr r="0" g="0" b="0"/>
            </a:fillRef>
            <a:effectRef idx="0">
              <a:scrgbClr r="0" g="0" b="0"/>
            </a:effectRef>
            <a:fontRef idx="minor"/>
          </p:style>
          <p:txBody>
            <a:bodyPr tIns="29520" bIns="295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24" name="Google Shape;2552;p37">
              <a:extLst>
                <a:ext uri="{FF2B5EF4-FFF2-40B4-BE49-F238E27FC236}">
                  <a16:creationId xmlns:a16="http://schemas.microsoft.com/office/drawing/2014/main" id="{C0733112-8E4F-4402-A032-628AF9F7A3B4}"/>
                </a:ext>
              </a:extLst>
            </p:cNvPr>
            <p:cNvSpPr/>
            <p:nvPr/>
          </p:nvSpPr>
          <p:spPr>
            <a:xfrm>
              <a:off x="739440" y="4608360"/>
              <a:ext cx="31680" cy="16560"/>
            </a:xfrm>
            <a:custGeom>
              <a:avLst/>
              <a:gdLst>
                <a:gd name="textAreaLeft" fmla="*/ 0 w 31680"/>
                <a:gd name="textAreaRight" fmla="*/ 32040 w 31680"/>
                <a:gd name="textAreaTop" fmla="*/ 0 h 16560"/>
                <a:gd name="textAreaBottom" fmla="*/ 16920 h 16560"/>
              </a:gdLst>
              <a:ahLst/>
              <a:cxnLst/>
              <a:rect l="textAreaLeft" t="textAreaTop" r="textAreaRight" b="textAreaBottom"/>
              <a:pathLst>
                <a:path w="2860" h="1530">
                  <a:moveTo>
                    <a:pt x="2562" y="1"/>
                  </a:moveTo>
                  <a:cubicBezTo>
                    <a:pt x="2560" y="1"/>
                    <a:pt x="2558" y="1"/>
                    <a:pt x="2557" y="1"/>
                  </a:cubicBezTo>
                  <a:cubicBezTo>
                    <a:pt x="2184" y="20"/>
                    <a:pt x="1828" y="146"/>
                    <a:pt x="1465" y="221"/>
                  </a:cubicBezTo>
                  <a:cubicBezTo>
                    <a:pt x="1012" y="313"/>
                    <a:pt x="546" y="351"/>
                    <a:pt x="85" y="382"/>
                  </a:cubicBezTo>
                  <a:cubicBezTo>
                    <a:pt x="81" y="382"/>
                    <a:pt x="79" y="386"/>
                    <a:pt x="73" y="388"/>
                  </a:cubicBezTo>
                  <a:cubicBezTo>
                    <a:pt x="65" y="389"/>
                    <a:pt x="59" y="395"/>
                    <a:pt x="50" y="399"/>
                  </a:cubicBezTo>
                  <a:cubicBezTo>
                    <a:pt x="37" y="405"/>
                    <a:pt x="25" y="408"/>
                    <a:pt x="19" y="419"/>
                  </a:cubicBezTo>
                  <a:cubicBezTo>
                    <a:pt x="11" y="429"/>
                    <a:pt x="6" y="443"/>
                    <a:pt x="6" y="456"/>
                  </a:cubicBezTo>
                  <a:cubicBezTo>
                    <a:pt x="5" y="462"/>
                    <a:pt x="0" y="465"/>
                    <a:pt x="0" y="471"/>
                  </a:cubicBezTo>
                  <a:cubicBezTo>
                    <a:pt x="2" y="480"/>
                    <a:pt x="5" y="491"/>
                    <a:pt x="11" y="501"/>
                  </a:cubicBezTo>
                  <a:cubicBezTo>
                    <a:pt x="13" y="511"/>
                    <a:pt x="17" y="522"/>
                    <a:pt x="25" y="532"/>
                  </a:cubicBezTo>
                  <a:cubicBezTo>
                    <a:pt x="501" y="985"/>
                    <a:pt x="1237" y="1529"/>
                    <a:pt x="1919" y="1529"/>
                  </a:cubicBezTo>
                  <a:cubicBezTo>
                    <a:pt x="2239" y="1529"/>
                    <a:pt x="2547" y="1410"/>
                    <a:pt x="2810" y="1105"/>
                  </a:cubicBezTo>
                  <a:cubicBezTo>
                    <a:pt x="2859" y="1051"/>
                    <a:pt x="2825" y="944"/>
                    <a:pt x="2753" y="944"/>
                  </a:cubicBezTo>
                  <a:cubicBezTo>
                    <a:pt x="2743" y="944"/>
                    <a:pt x="2733" y="946"/>
                    <a:pt x="2722" y="951"/>
                  </a:cubicBezTo>
                  <a:cubicBezTo>
                    <a:pt x="2410" y="1077"/>
                    <a:pt x="2140" y="1168"/>
                    <a:pt x="1846" y="1168"/>
                  </a:cubicBezTo>
                  <a:cubicBezTo>
                    <a:pt x="1702" y="1168"/>
                    <a:pt x="1552" y="1146"/>
                    <a:pt x="1389" y="1096"/>
                  </a:cubicBezTo>
                  <a:cubicBezTo>
                    <a:pt x="1040" y="986"/>
                    <a:pt x="727" y="774"/>
                    <a:pt x="416" y="573"/>
                  </a:cubicBezTo>
                  <a:lnTo>
                    <a:pt x="416" y="573"/>
                  </a:lnTo>
                  <a:cubicBezTo>
                    <a:pt x="522" y="577"/>
                    <a:pt x="631" y="579"/>
                    <a:pt x="740" y="579"/>
                  </a:cubicBezTo>
                  <a:cubicBezTo>
                    <a:pt x="1390" y="579"/>
                    <a:pt x="2085" y="504"/>
                    <a:pt x="2600" y="167"/>
                  </a:cubicBezTo>
                  <a:cubicBezTo>
                    <a:pt x="2670" y="123"/>
                    <a:pt x="2650" y="1"/>
                    <a:pt x="2562" y="1"/>
                  </a:cubicBezTo>
                  <a:close/>
                </a:path>
              </a:pathLst>
            </a:custGeom>
            <a:solidFill>
              <a:srgbClr val="F5B231"/>
            </a:solidFill>
            <a:ln w="0">
              <a:noFill/>
            </a:ln>
          </p:spPr>
          <p:style>
            <a:lnRef idx="0">
              <a:scrgbClr r="0" g="0" b="0"/>
            </a:lnRef>
            <a:fillRef idx="0">
              <a:scrgbClr r="0" g="0" b="0"/>
            </a:fillRef>
            <a:effectRef idx="0">
              <a:scrgbClr r="0" g="0" b="0"/>
            </a:effectRef>
            <a:fontRef idx="minor"/>
          </p:style>
          <p:txBody>
            <a:bodyPr tIns="8280" bIns="82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25" name="Google Shape;2553;p37">
              <a:extLst>
                <a:ext uri="{FF2B5EF4-FFF2-40B4-BE49-F238E27FC236}">
                  <a16:creationId xmlns:a16="http://schemas.microsoft.com/office/drawing/2014/main" id="{17B5F7C8-00C2-474C-9BF8-C74529A9BF7E}"/>
                </a:ext>
              </a:extLst>
            </p:cNvPr>
            <p:cNvSpPr/>
            <p:nvPr/>
          </p:nvSpPr>
          <p:spPr>
            <a:xfrm>
              <a:off x="591120" y="4251960"/>
              <a:ext cx="165960" cy="237240"/>
            </a:xfrm>
            <a:custGeom>
              <a:avLst/>
              <a:gdLst>
                <a:gd name="textAreaLeft" fmla="*/ 0 w 165960"/>
                <a:gd name="textAreaRight" fmla="*/ 166320 w 165960"/>
                <a:gd name="textAreaTop" fmla="*/ 0 h 237240"/>
                <a:gd name="textAreaBottom" fmla="*/ 237600 h 237240"/>
              </a:gdLst>
              <a:ahLst/>
              <a:cxnLst/>
              <a:rect l="textAreaLeft" t="textAreaTop" r="textAreaRight" b="textAreaBottom"/>
              <a:pathLst>
                <a:path w="14885" h="21270">
                  <a:moveTo>
                    <a:pt x="10151" y="1"/>
                  </a:moveTo>
                  <a:cubicBezTo>
                    <a:pt x="10141" y="1"/>
                    <a:pt x="10134" y="5"/>
                    <a:pt x="10130" y="14"/>
                  </a:cubicBezTo>
                  <a:cubicBezTo>
                    <a:pt x="10100" y="13"/>
                    <a:pt x="10071" y="13"/>
                    <a:pt x="10041" y="13"/>
                  </a:cubicBezTo>
                  <a:cubicBezTo>
                    <a:pt x="6851" y="13"/>
                    <a:pt x="5124" y="5180"/>
                    <a:pt x="4122" y="7482"/>
                  </a:cubicBezTo>
                  <a:cubicBezTo>
                    <a:pt x="3213" y="9569"/>
                    <a:pt x="2383" y="11626"/>
                    <a:pt x="1032" y="13439"/>
                  </a:cubicBezTo>
                  <a:cubicBezTo>
                    <a:pt x="892" y="13774"/>
                    <a:pt x="771" y="14118"/>
                    <a:pt x="671" y="14469"/>
                  </a:cubicBezTo>
                  <a:cubicBezTo>
                    <a:pt x="1" y="16890"/>
                    <a:pt x="1249" y="19049"/>
                    <a:pt x="3490" y="20109"/>
                  </a:cubicBezTo>
                  <a:cubicBezTo>
                    <a:pt x="4832" y="20743"/>
                    <a:pt x="6503" y="21269"/>
                    <a:pt x="8084" y="21269"/>
                  </a:cubicBezTo>
                  <a:cubicBezTo>
                    <a:pt x="8538" y="21269"/>
                    <a:pt x="8985" y="21226"/>
                    <a:pt x="9414" y="21129"/>
                  </a:cubicBezTo>
                  <a:cubicBezTo>
                    <a:pt x="9787" y="21044"/>
                    <a:pt x="10143" y="20891"/>
                    <a:pt x="10461" y="20678"/>
                  </a:cubicBezTo>
                  <a:cubicBezTo>
                    <a:pt x="11279" y="18887"/>
                    <a:pt x="12155" y="17088"/>
                    <a:pt x="12617" y="15186"/>
                  </a:cubicBezTo>
                  <a:cubicBezTo>
                    <a:pt x="13140" y="13047"/>
                    <a:pt x="14742" y="10047"/>
                    <a:pt x="14819" y="7867"/>
                  </a:cubicBezTo>
                  <a:cubicBezTo>
                    <a:pt x="14884" y="5986"/>
                    <a:pt x="13678" y="555"/>
                    <a:pt x="10650" y="336"/>
                  </a:cubicBezTo>
                  <a:cubicBezTo>
                    <a:pt x="10534" y="326"/>
                    <a:pt x="10238" y="1"/>
                    <a:pt x="1015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26" name="Google Shape;2554;p37">
              <a:extLst>
                <a:ext uri="{FF2B5EF4-FFF2-40B4-BE49-F238E27FC236}">
                  <a16:creationId xmlns:a16="http://schemas.microsoft.com/office/drawing/2014/main" id="{082657E5-038A-4673-9443-A3D3A6B5AADD}"/>
                </a:ext>
              </a:extLst>
            </p:cNvPr>
            <p:cNvSpPr/>
            <p:nvPr/>
          </p:nvSpPr>
          <p:spPr>
            <a:xfrm>
              <a:off x="694440" y="4280400"/>
              <a:ext cx="181440" cy="154080"/>
            </a:xfrm>
            <a:custGeom>
              <a:avLst/>
              <a:gdLst>
                <a:gd name="textAreaLeft" fmla="*/ 0 w 181440"/>
                <a:gd name="textAreaRight" fmla="*/ 181800 w 181440"/>
                <a:gd name="textAreaTop" fmla="*/ 0 h 154080"/>
                <a:gd name="textAreaBottom" fmla="*/ 154440 h 154080"/>
              </a:gdLst>
              <a:ahLst/>
              <a:cxnLst/>
              <a:rect l="textAreaLeft" t="textAreaTop" r="textAreaRight" b="textAreaBottom"/>
              <a:pathLst>
                <a:path w="16285" h="13821">
                  <a:moveTo>
                    <a:pt x="2177" y="1"/>
                  </a:moveTo>
                  <a:cubicBezTo>
                    <a:pt x="1679" y="1"/>
                    <a:pt x="1132" y="299"/>
                    <a:pt x="794" y="630"/>
                  </a:cubicBezTo>
                  <a:cubicBezTo>
                    <a:pt x="338" y="1075"/>
                    <a:pt x="0" y="1927"/>
                    <a:pt x="319" y="2493"/>
                  </a:cubicBezTo>
                  <a:cubicBezTo>
                    <a:pt x="321" y="2503"/>
                    <a:pt x="321" y="2510"/>
                    <a:pt x="322" y="2520"/>
                  </a:cubicBezTo>
                  <a:cubicBezTo>
                    <a:pt x="686" y="4900"/>
                    <a:pt x="1748" y="7402"/>
                    <a:pt x="2803" y="9559"/>
                  </a:cubicBezTo>
                  <a:cubicBezTo>
                    <a:pt x="3700" y="11399"/>
                    <a:pt x="4917" y="13073"/>
                    <a:pt x="6963" y="13623"/>
                  </a:cubicBezTo>
                  <a:cubicBezTo>
                    <a:pt x="7481" y="13763"/>
                    <a:pt x="8059" y="13821"/>
                    <a:pt x="8665" y="13821"/>
                  </a:cubicBezTo>
                  <a:cubicBezTo>
                    <a:pt x="10392" y="13821"/>
                    <a:pt x="12346" y="13353"/>
                    <a:pt x="13793" y="13002"/>
                  </a:cubicBezTo>
                  <a:cubicBezTo>
                    <a:pt x="14720" y="12777"/>
                    <a:pt x="16285" y="11933"/>
                    <a:pt x="15184" y="10833"/>
                  </a:cubicBezTo>
                  <a:cubicBezTo>
                    <a:pt x="14759" y="10408"/>
                    <a:pt x="14209" y="10312"/>
                    <a:pt x="13646" y="10312"/>
                  </a:cubicBezTo>
                  <a:cubicBezTo>
                    <a:pt x="13450" y="10312"/>
                    <a:pt x="13252" y="10324"/>
                    <a:pt x="13057" y="10337"/>
                  </a:cubicBezTo>
                  <a:cubicBezTo>
                    <a:pt x="12524" y="10373"/>
                    <a:pt x="11967" y="10408"/>
                    <a:pt x="11407" y="10408"/>
                  </a:cubicBezTo>
                  <a:cubicBezTo>
                    <a:pt x="10270" y="10408"/>
                    <a:pt x="9124" y="10264"/>
                    <a:pt x="8161" y="9698"/>
                  </a:cubicBezTo>
                  <a:cubicBezTo>
                    <a:pt x="5911" y="8375"/>
                    <a:pt x="4637" y="4598"/>
                    <a:pt x="3995" y="2274"/>
                  </a:cubicBezTo>
                  <a:cubicBezTo>
                    <a:pt x="3808" y="1598"/>
                    <a:pt x="3502" y="480"/>
                    <a:pt x="2806" y="212"/>
                  </a:cubicBezTo>
                  <a:cubicBezTo>
                    <a:pt x="2622" y="63"/>
                    <a:pt x="2405" y="1"/>
                    <a:pt x="217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7040" bIns="770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27" name="Google Shape;2555;p37">
              <a:extLst>
                <a:ext uri="{FF2B5EF4-FFF2-40B4-BE49-F238E27FC236}">
                  <a16:creationId xmlns:a16="http://schemas.microsoft.com/office/drawing/2014/main" id="{755430DA-C378-41B0-A881-7FD066620545}"/>
                </a:ext>
              </a:extLst>
            </p:cNvPr>
            <p:cNvSpPr/>
            <p:nvPr/>
          </p:nvSpPr>
          <p:spPr>
            <a:xfrm>
              <a:off x="681840" y="4298040"/>
              <a:ext cx="49680" cy="102960"/>
            </a:xfrm>
            <a:custGeom>
              <a:avLst/>
              <a:gdLst>
                <a:gd name="textAreaLeft" fmla="*/ 0 w 49680"/>
                <a:gd name="textAreaRight" fmla="*/ 50040 w 49680"/>
                <a:gd name="textAreaTop" fmla="*/ 0 h 102960"/>
                <a:gd name="textAreaBottom" fmla="*/ 103320 h 102960"/>
              </a:gdLst>
              <a:ahLst/>
              <a:cxnLst/>
              <a:rect l="textAreaLeft" t="textAreaTop" r="textAreaRight" b="textAreaBottom"/>
              <a:pathLst>
                <a:path w="4493" h="9264">
                  <a:moveTo>
                    <a:pt x="1152" y="0"/>
                  </a:moveTo>
                  <a:cubicBezTo>
                    <a:pt x="1124" y="0"/>
                    <a:pt x="1097" y="27"/>
                    <a:pt x="1103" y="61"/>
                  </a:cubicBezTo>
                  <a:cubicBezTo>
                    <a:pt x="1222" y="810"/>
                    <a:pt x="1632" y="1493"/>
                    <a:pt x="1835" y="2225"/>
                  </a:cubicBezTo>
                  <a:cubicBezTo>
                    <a:pt x="2078" y="3110"/>
                    <a:pt x="2130" y="4039"/>
                    <a:pt x="2337" y="4933"/>
                  </a:cubicBezTo>
                  <a:cubicBezTo>
                    <a:pt x="2344" y="4958"/>
                    <a:pt x="2351" y="4984"/>
                    <a:pt x="2359" y="5010"/>
                  </a:cubicBezTo>
                  <a:cubicBezTo>
                    <a:pt x="2231" y="4837"/>
                    <a:pt x="2101" y="4670"/>
                    <a:pt x="1989" y="4500"/>
                  </a:cubicBezTo>
                  <a:cubicBezTo>
                    <a:pt x="1516" y="3785"/>
                    <a:pt x="955" y="2898"/>
                    <a:pt x="141" y="2548"/>
                  </a:cubicBezTo>
                  <a:cubicBezTo>
                    <a:pt x="129" y="2543"/>
                    <a:pt x="117" y="2540"/>
                    <a:pt x="105" y="2540"/>
                  </a:cubicBezTo>
                  <a:cubicBezTo>
                    <a:pt x="43" y="2540"/>
                    <a:pt x="0" y="2610"/>
                    <a:pt x="49" y="2667"/>
                  </a:cubicBezTo>
                  <a:cubicBezTo>
                    <a:pt x="564" y="3277"/>
                    <a:pt x="1137" y="3787"/>
                    <a:pt x="1607" y="4443"/>
                  </a:cubicBezTo>
                  <a:cubicBezTo>
                    <a:pt x="1867" y="4804"/>
                    <a:pt x="2280" y="5234"/>
                    <a:pt x="2568" y="5691"/>
                  </a:cubicBezTo>
                  <a:cubicBezTo>
                    <a:pt x="2657" y="5944"/>
                    <a:pt x="2760" y="6198"/>
                    <a:pt x="2872" y="6448"/>
                  </a:cubicBezTo>
                  <a:cubicBezTo>
                    <a:pt x="2883" y="6499"/>
                    <a:pt x="2889" y="6552"/>
                    <a:pt x="2893" y="6603"/>
                  </a:cubicBezTo>
                  <a:cubicBezTo>
                    <a:pt x="2893" y="6641"/>
                    <a:pt x="2917" y="6657"/>
                    <a:pt x="2944" y="6657"/>
                  </a:cubicBezTo>
                  <a:cubicBezTo>
                    <a:pt x="2952" y="6657"/>
                    <a:pt x="2959" y="6656"/>
                    <a:pt x="2967" y="6654"/>
                  </a:cubicBezTo>
                  <a:cubicBezTo>
                    <a:pt x="3380" y="7535"/>
                    <a:pt x="3887" y="8392"/>
                    <a:pt x="4295" y="9216"/>
                  </a:cubicBezTo>
                  <a:cubicBezTo>
                    <a:pt x="4311" y="9249"/>
                    <a:pt x="4340" y="9263"/>
                    <a:pt x="4370" y="9263"/>
                  </a:cubicBezTo>
                  <a:cubicBezTo>
                    <a:pt x="4430" y="9263"/>
                    <a:pt x="4492" y="9210"/>
                    <a:pt x="4470" y="9142"/>
                  </a:cubicBezTo>
                  <a:cubicBezTo>
                    <a:pt x="3949" y="7573"/>
                    <a:pt x="2931" y="6195"/>
                    <a:pt x="2555" y="4571"/>
                  </a:cubicBezTo>
                  <a:cubicBezTo>
                    <a:pt x="2368" y="3770"/>
                    <a:pt x="2308" y="2947"/>
                    <a:pt x="2116" y="2148"/>
                  </a:cubicBezTo>
                  <a:cubicBezTo>
                    <a:pt x="1943" y="1415"/>
                    <a:pt x="1575" y="668"/>
                    <a:pt x="1191" y="24"/>
                  </a:cubicBezTo>
                  <a:cubicBezTo>
                    <a:pt x="1181" y="7"/>
                    <a:pt x="1166" y="0"/>
                    <a:pt x="1152" y="0"/>
                  </a:cubicBezTo>
                  <a:close/>
                </a:path>
              </a:pathLst>
            </a:custGeom>
            <a:solidFill>
              <a:srgbClr val="559A90"/>
            </a:solidFill>
            <a:ln w="0">
              <a:noFill/>
            </a:ln>
          </p:spPr>
          <p:style>
            <a:lnRef idx="0">
              <a:scrgbClr r="0" g="0" b="0"/>
            </a:lnRef>
            <a:fillRef idx="0">
              <a:scrgbClr r="0" g="0" b="0"/>
            </a:fillRef>
            <a:effectRef idx="0">
              <a:scrgbClr r="0" g="0" b="0"/>
            </a:effectRef>
            <a:fontRef idx="minor"/>
          </p:style>
          <p:txBody>
            <a:bodyPr tIns="51480" bIns="5148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28" name="Google Shape;2556;p37">
              <a:extLst>
                <a:ext uri="{FF2B5EF4-FFF2-40B4-BE49-F238E27FC236}">
                  <a16:creationId xmlns:a16="http://schemas.microsoft.com/office/drawing/2014/main" id="{48B8B812-BF0D-4EDA-B1AE-A749FCE46ED6}"/>
                </a:ext>
              </a:extLst>
            </p:cNvPr>
            <p:cNvSpPr/>
            <p:nvPr/>
          </p:nvSpPr>
          <p:spPr>
            <a:xfrm>
              <a:off x="853200" y="4378320"/>
              <a:ext cx="59040" cy="41040"/>
            </a:xfrm>
            <a:custGeom>
              <a:avLst/>
              <a:gdLst>
                <a:gd name="textAreaLeft" fmla="*/ 0 w 59040"/>
                <a:gd name="textAreaRight" fmla="*/ 59400 w 59040"/>
                <a:gd name="textAreaTop" fmla="*/ 0 h 41040"/>
                <a:gd name="textAreaBottom" fmla="*/ 41400 h 41040"/>
              </a:gdLst>
              <a:ahLst/>
              <a:cxnLst/>
              <a:rect l="textAreaLeft" t="textAreaTop" r="textAreaRight" b="textAreaBottom"/>
              <a:pathLst>
                <a:path w="5328" h="3703">
                  <a:moveTo>
                    <a:pt x="3049" y="0"/>
                  </a:moveTo>
                  <a:cubicBezTo>
                    <a:pt x="1903" y="0"/>
                    <a:pt x="630" y="759"/>
                    <a:pt x="153" y="1741"/>
                  </a:cubicBezTo>
                  <a:cubicBezTo>
                    <a:pt x="131" y="1781"/>
                    <a:pt x="142" y="1830"/>
                    <a:pt x="178" y="1860"/>
                  </a:cubicBezTo>
                  <a:cubicBezTo>
                    <a:pt x="1" y="2528"/>
                    <a:pt x="683" y="3495"/>
                    <a:pt x="1349" y="3495"/>
                  </a:cubicBezTo>
                  <a:cubicBezTo>
                    <a:pt x="1563" y="3495"/>
                    <a:pt x="1776" y="3395"/>
                    <a:pt x="1958" y="3153"/>
                  </a:cubicBezTo>
                  <a:cubicBezTo>
                    <a:pt x="2210" y="2816"/>
                    <a:pt x="2378" y="2430"/>
                    <a:pt x="2598" y="2075"/>
                  </a:cubicBezTo>
                  <a:cubicBezTo>
                    <a:pt x="2711" y="1890"/>
                    <a:pt x="2803" y="1816"/>
                    <a:pt x="2881" y="1816"/>
                  </a:cubicBezTo>
                  <a:cubicBezTo>
                    <a:pt x="3006" y="1816"/>
                    <a:pt x="3093" y="2011"/>
                    <a:pt x="3165" y="2245"/>
                  </a:cubicBezTo>
                  <a:cubicBezTo>
                    <a:pt x="3301" y="2679"/>
                    <a:pt x="3397" y="3300"/>
                    <a:pt x="3807" y="3575"/>
                  </a:cubicBezTo>
                  <a:cubicBezTo>
                    <a:pt x="3936" y="3660"/>
                    <a:pt x="4099" y="3703"/>
                    <a:pt x="4264" y="3703"/>
                  </a:cubicBezTo>
                  <a:cubicBezTo>
                    <a:pt x="4539" y="3703"/>
                    <a:pt x="4820" y="3585"/>
                    <a:pt x="4959" y="3351"/>
                  </a:cubicBezTo>
                  <a:cubicBezTo>
                    <a:pt x="5327" y="2726"/>
                    <a:pt x="5193" y="1863"/>
                    <a:pt x="4922" y="1227"/>
                  </a:cubicBezTo>
                  <a:cubicBezTo>
                    <a:pt x="4552" y="353"/>
                    <a:pt x="3830" y="0"/>
                    <a:pt x="3049"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0520" bIns="205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29" name="Google Shape;2557;p37">
              <a:extLst>
                <a:ext uri="{FF2B5EF4-FFF2-40B4-BE49-F238E27FC236}">
                  <a16:creationId xmlns:a16="http://schemas.microsoft.com/office/drawing/2014/main" id="{E78A533D-A93B-42B7-BDCF-54B4E328EF03}"/>
                </a:ext>
              </a:extLst>
            </p:cNvPr>
            <p:cNvSpPr/>
            <p:nvPr/>
          </p:nvSpPr>
          <p:spPr>
            <a:xfrm>
              <a:off x="612000" y="4475520"/>
              <a:ext cx="69480" cy="42840"/>
            </a:xfrm>
            <a:custGeom>
              <a:avLst/>
              <a:gdLst>
                <a:gd name="textAreaLeft" fmla="*/ 0 w 69480"/>
                <a:gd name="textAreaRight" fmla="*/ 69840 w 69480"/>
                <a:gd name="textAreaTop" fmla="*/ 0 h 42840"/>
                <a:gd name="textAreaBottom" fmla="*/ 43200 h 42840"/>
              </a:gdLst>
              <a:ahLst/>
              <a:cxnLst/>
              <a:rect l="textAreaLeft" t="textAreaTop" r="textAreaRight" b="textAreaBottom"/>
              <a:pathLst>
                <a:path w="6263" h="3854">
                  <a:moveTo>
                    <a:pt x="164" y="0"/>
                  </a:moveTo>
                  <a:cubicBezTo>
                    <a:pt x="85" y="0"/>
                    <a:pt x="1" y="91"/>
                    <a:pt x="44" y="191"/>
                  </a:cubicBezTo>
                  <a:cubicBezTo>
                    <a:pt x="655" y="1591"/>
                    <a:pt x="1374" y="3259"/>
                    <a:pt x="2950" y="3754"/>
                  </a:cubicBezTo>
                  <a:cubicBezTo>
                    <a:pt x="3164" y="3821"/>
                    <a:pt x="3389" y="3853"/>
                    <a:pt x="3617" y="3853"/>
                  </a:cubicBezTo>
                  <a:cubicBezTo>
                    <a:pt x="4785" y="3853"/>
                    <a:pt x="6034" y="3024"/>
                    <a:pt x="6247" y="1887"/>
                  </a:cubicBezTo>
                  <a:cubicBezTo>
                    <a:pt x="6263" y="1805"/>
                    <a:pt x="6190" y="1718"/>
                    <a:pt x="6115" y="1718"/>
                  </a:cubicBezTo>
                  <a:cubicBezTo>
                    <a:pt x="6086" y="1718"/>
                    <a:pt x="6056" y="1731"/>
                    <a:pt x="6030" y="1762"/>
                  </a:cubicBezTo>
                  <a:cubicBezTo>
                    <a:pt x="5343" y="2596"/>
                    <a:pt x="4567" y="3397"/>
                    <a:pt x="3556" y="3397"/>
                  </a:cubicBezTo>
                  <a:cubicBezTo>
                    <a:pt x="3232" y="3397"/>
                    <a:pt x="2884" y="3315"/>
                    <a:pt x="2508" y="3126"/>
                  </a:cubicBezTo>
                  <a:cubicBezTo>
                    <a:pt x="1399" y="2569"/>
                    <a:pt x="756" y="1131"/>
                    <a:pt x="258" y="66"/>
                  </a:cubicBezTo>
                  <a:cubicBezTo>
                    <a:pt x="236" y="20"/>
                    <a:pt x="201" y="0"/>
                    <a:pt x="164" y="0"/>
                  </a:cubicBezTo>
                  <a:close/>
                </a:path>
              </a:pathLst>
            </a:custGeom>
            <a:solidFill>
              <a:srgbClr val="F5B231"/>
            </a:solidFill>
            <a:ln w="0">
              <a:noFill/>
            </a:ln>
          </p:spPr>
          <p:style>
            <a:lnRef idx="0">
              <a:scrgbClr r="0" g="0" b="0"/>
            </a:lnRef>
            <a:fillRef idx="0">
              <a:scrgbClr r="0" g="0" b="0"/>
            </a:fillRef>
            <a:effectRef idx="0">
              <a:scrgbClr r="0" g="0" b="0"/>
            </a:effectRef>
            <a:fontRef idx="minor"/>
          </p:style>
          <p:txBody>
            <a:bodyPr tIns="21600" bIns="216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30" name="Google Shape;2558;p37">
              <a:extLst>
                <a:ext uri="{FF2B5EF4-FFF2-40B4-BE49-F238E27FC236}">
                  <a16:creationId xmlns:a16="http://schemas.microsoft.com/office/drawing/2014/main" id="{0F3AC291-36A7-4691-AAD0-5D887CD1985E}"/>
                </a:ext>
              </a:extLst>
            </p:cNvPr>
            <p:cNvSpPr/>
            <p:nvPr/>
          </p:nvSpPr>
          <p:spPr>
            <a:xfrm>
              <a:off x="604800" y="4737600"/>
              <a:ext cx="70200" cy="59760"/>
            </a:xfrm>
            <a:custGeom>
              <a:avLst/>
              <a:gdLst>
                <a:gd name="textAreaLeft" fmla="*/ 0 w 70200"/>
                <a:gd name="textAreaRight" fmla="*/ 70560 w 70200"/>
                <a:gd name="textAreaTop" fmla="*/ 0 h 59760"/>
                <a:gd name="textAreaBottom" fmla="*/ 60120 h 59760"/>
              </a:gdLst>
              <a:ahLst/>
              <a:cxnLst/>
              <a:rect l="textAreaLeft" t="textAreaTop" r="textAreaRight" b="textAreaBottom"/>
              <a:pathLst>
                <a:path w="6331" h="5380">
                  <a:moveTo>
                    <a:pt x="1534" y="0"/>
                  </a:moveTo>
                  <a:cubicBezTo>
                    <a:pt x="1396" y="0"/>
                    <a:pt x="1259" y="72"/>
                    <a:pt x="1136" y="254"/>
                  </a:cubicBezTo>
                  <a:cubicBezTo>
                    <a:pt x="963" y="515"/>
                    <a:pt x="850" y="814"/>
                    <a:pt x="788" y="1123"/>
                  </a:cubicBezTo>
                  <a:cubicBezTo>
                    <a:pt x="779" y="1120"/>
                    <a:pt x="770" y="1119"/>
                    <a:pt x="762" y="1119"/>
                  </a:cubicBezTo>
                  <a:cubicBezTo>
                    <a:pt x="719" y="1119"/>
                    <a:pt x="681" y="1152"/>
                    <a:pt x="678" y="1199"/>
                  </a:cubicBezTo>
                  <a:cubicBezTo>
                    <a:pt x="587" y="2100"/>
                    <a:pt x="1" y="3402"/>
                    <a:pt x="502" y="4272"/>
                  </a:cubicBezTo>
                  <a:cubicBezTo>
                    <a:pt x="1021" y="5179"/>
                    <a:pt x="2112" y="5238"/>
                    <a:pt x="3047" y="5306"/>
                  </a:cubicBezTo>
                  <a:cubicBezTo>
                    <a:pt x="3522" y="5341"/>
                    <a:pt x="3996" y="5380"/>
                    <a:pt x="4470" y="5380"/>
                  </a:cubicBezTo>
                  <a:cubicBezTo>
                    <a:pt x="4762" y="5380"/>
                    <a:pt x="5054" y="5365"/>
                    <a:pt x="5345" y="5325"/>
                  </a:cubicBezTo>
                  <a:cubicBezTo>
                    <a:pt x="5828" y="5257"/>
                    <a:pt x="6330" y="4828"/>
                    <a:pt x="5882" y="4350"/>
                  </a:cubicBezTo>
                  <a:cubicBezTo>
                    <a:pt x="5384" y="3817"/>
                    <a:pt x="4546" y="3655"/>
                    <a:pt x="3875" y="3458"/>
                  </a:cubicBezTo>
                  <a:cubicBezTo>
                    <a:pt x="3338" y="3300"/>
                    <a:pt x="2877" y="3005"/>
                    <a:pt x="2702" y="2451"/>
                  </a:cubicBezTo>
                  <a:cubicBezTo>
                    <a:pt x="2522" y="1878"/>
                    <a:pt x="2593" y="1216"/>
                    <a:pt x="2316" y="670"/>
                  </a:cubicBezTo>
                  <a:cubicBezTo>
                    <a:pt x="2167" y="377"/>
                    <a:pt x="1849" y="0"/>
                    <a:pt x="1534" y="0"/>
                  </a:cubicBezTo>
                  <a:close/>
                </a:path>
              </a:pathLst>
            </a:custGeom>
            <a:solidFill>
              <a:srgbClr val="559A90"/>
            </a:solidFill>
            <a:ln w="0">
              <a:noFill/>
            </a:ln>
          </p:spPr>
          <p:style>
            <a:lnRef idx="0">
              <a:scrgbClr r="0" g="0" b="0"/>
            </a:lnRef>
            <a:fillRef idx="0">
              <a:scrgbClr r="0" g="0" b="0"/>
            </a:fillRef>
            <a:effectRef idx="0">
              <a:scrgbClr r="0" g="0" b="0"/>
            </a:effectRef>
            <a:fontRef idx="minor"/>
          </p:style>
          <p:txBody>
            <a:bodyPr tIns="29880" bIns="2988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31" name="Google Shape;2559;p37">
              <a:extLst>
                <a:ext uri="{FF2B5EF4-FFF2-40B4-BE49-F238E27FC236}">
                  <a16:creationId xmlns:a16="http://schemas.microsoft.com/office/drawing/2014/main" id="{8C0729AE-8CA5-4B9B-AE2A-25D6038C2210}"/>
                </a:ext>
              </a:extLst>
            </p:cNvPr>
            <p:cNvSpPr/>
            <p:nvPr/>
          </p:nvSpPr>
          <p:spPr>
            <a:xfrm>
              <a:off x="472680" y="4518720"/>
              <a:ext cx="184320" cy="246600"/>
            </a:xfrm>
            <a:custGeom>
              <a:avLst/>
              <a:gdLst>
                <a:gd name="textAreaLeft" fmla="*/ 0 w 184320"/>
                <a:gd name="textAreaRight" fmla="*/ 184680 w 184320"/>
                <a:gd name="textAreaTop" fmla="*/ 0 h 246600"/>
                <a:gd name="textAreaBottom" fmla="*/ 246960 h 246600"/>
              </a:gdLst>
              <a:ahLst/>
              <a:cxnLst/>
              <a:rect l="textAreaLeft" t="textAreaTop" r="textAreaRight" b="textAreaBottom"/>
              <a:pathLst>
                <a:path w="16519" h="22095">
                  <a:moveTo>
                    <a:pt x="3805" y="0"/>
                  </a:moveTo>
                  <a:cubicBezTo>
                    <a:pt x="3110" y="0"/>
                    <a:pt x="2424" y="51"/>
                    <a:pt x="1862" y="243"/>
                  </a:cubicBezTo>
                  <a:cubicBezTo>
                    <a:pt x="277" y="601"/>
                    <a:pt x="0" y="2453"/>
                    <a:pt x="723" y="3843"/>
                  </a:cubicBezTo>
                  <a:cubicBezTo>
                    <a:pt x="1952" y="6207"/>
                    <a:pt x="4749" y="6717"/>
                    <a:pt x="7201" y="6717"/>
                  </a:cubicBezTo>
                  <a:cubicBezTo>
                    <a:pt x="7413" y="6717"/>
                    <a:pt x="7623" y="6714"/>
                    <a:pt x="7829" y="6707"/>
                  </a:cubicBezTo>
                  <a:cubicBezTo>
                    <a:pt x="8460" y="6685"/>
                    <a:pt x="9060" y="6565"/>
                    <a:pt x="9678" y="6446"/>
                  </a:cubicBezTo>
                  <a:cubicBezTo>
                    <a:pt x="9845" y="6413"/>
                    <a:pt x="9998" y="6398"/>
                    <a:pt x="10138" y="6398"/>
                  </a:cubicBezTo>
                  <a:cubicBezTo>
                    <a:pt x="11672" y="6398"/>
                    <a:pt x="11664" y="8219"/>
                    <a:pt x="11800" y="9450"/>
                  </a:cubicBezTo>
                  <a:cubicBezTo>
                    <a:pt x="12041" y="11629"/>
                    <a:pt x="12233" y="13805"/>
                    <a:pt x="12253" y="15998"/>
                  </a:cubicBezTo>
                  <a:cubicBezTo>
                    <a:pt x="12262" y="16887"/>
                    <a:pt x="11438" y="22094"/>
                    <a:pt x="13271" y="22094"/>
                  </a:cubicBezTo>
                  <a:cubicBezTo>
                    <a:pt x="13328" y="22094"/>
                    <a:pt x="13389" y="22089"/>
                    <a:pt x="13452" y="22079"/>
                  </a:cubicBezTo>
                  <a:cubicBezTo>
                    <a:pt x="14517" y="21899"/>
                    <a:pt x="14939" y="21389"/>
                    <a:pt x="15092" y="20333"/>
                  </a:cubicBezTo>
                  <a:cubicBezTo>
                    <a:pt x="15352" y="18550"/>
                    <a:pt x="15702" y="16762"/>
                    <a:pt x="15833" y="14962"/>
                  </a:cubicBezTo>
                  <a:cubicBezTo>
                    <a:pt x="16076" y="11660"/>
                    <a:pt x="16518" y="8174"/>
                    <a:pt x="16382" y="4857"/>
                  </a:cubicBezTo>
                  <a:cubicBezTo>
                    <a:pt x="16262" y="1921"/>
                    <a:pt x="14420" y="1342"/>
                    <a:pt x="11805" y="790"/>
                  </a:cubicBezTo>
                  <a:cubicBezTo>
                    <a:pt x="10024" y="414"/>
                    <a:pt x="8258" y="61"/>
                    <a:pt x="6437" y="61"/>
                  </a:cubicBezTo>
                  <a:cubicBezTo>
                    <a:pt x="6351" y="61"/>
                    <a:pt x="6265" y="62"/>
                    <a:pt x="6179" y="63"/>
                  </a:cubicBezTo>
                  <a:cubicBezTo>
                    <a:pt x="6127" y="64"/>
                    <a:pt x="6074" y="65"/>
                    <a:pt x="6020" y="65"/>
                  </a:cubicBezTo>
                  <a:cubicBezTo>
                    <a:pt x="5382" y="65"/>
                    <a:pt x="4588" y="0"/>
                    <a:pt x="3805"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32" name="Google Shape;2560;p37">
              <a:extLst>
                <a:ext uri="{FF2B5EF4-FFF2-40B4-BE49-F238E27FC236}">
                  <a16:creationId xmlns:a16="http://schemas.microsoft.com/office/drawing/2014/main" id="{A02A4238-8887-4960-A224-E91A40B937BD}"/>
                </a:ext>
              </a:extLst>
            </p:cNvPr>
            <p:cNvSpPr/>
            <p:nvPr/>
          </p:nvSpPr>
          <p:spPr>
            <a:xfrm>
              <a:off x="600840" y="4570920"/>
              <a:ext cx="29880" cy="15840"/>
            </a:xfrm>
            <a:custGeom>
              <a:avLst/>
              <a:gdLst>
                <a:gd name="textAreaLeft" fmla="*/ 0 w 29880"/>
                <a:gd name="textAreaRight" fmla="*/ 30240 w 29880"/>
                <a:gd name="textAreaTop" fmla="*/ 0 h 15840"/>
                <a:gd name="textAreaBottom" fmla="*/ 16200 h 15840"/>
              </a:gdLst>
              <a:ahLst/>
              <a:cxnLst/>
              <a:rect l="textAreaLeft" t="textAreaTop" r="textAreaRight" b="textAreaBottom"/>
              <a:pathLst>
                <a:path w="2716" h="1449">
                  <a:moveTo>
                    <a:pt x="2543" y="0"/>
                  </a:moveTo>
                  <a:cubicBezTo>
                    <a:pt x="1606" y="0"/>
                    <a:pt x="618" y="576"/>
                    <a:pt x="51" y="1280"/>
                  </a:cubicBezTo>
                  <a:cubicBezTo>
                    <a:pt x="0" y="1322"/>
                    <a:pt x="16" y="1378"/>
                    <a:pt x="54" y="1412"/>
                  </a:cubicBezTo>
                  <a:cubicBezTo>
                    <a:pt x="73" y="1434"/>
                    <a:pt x="99" y="1448"/>
                    <a:pt x="125" y="1448"/>
                  </a:cubicBezTo>
                  <a:cubicBezTo>
                    <a:pt x="146" y="1448"/>
                    <a:pt x="168" y="1439"/>
                    <a:pt x="186" y="1416"/>
                  </a:cubicBezTo>
                  <a:cubicBezTo>
                    <a:pt x="413" y="1234"/>
                    <a:pt x="636" y="1045"/>
                    <a:pt x="889" y="900"/>
                  </a:cubicBezTo>
                  <a:cubicBezTo>
                    <a:pt x="1443" y="581"/>
                    <a:pt x="2097" y="481"/>
                    <a:pt x="2643" y="159"/>
                  </a:cubicBezTo>
                  <a:cubicBezTo>
                    <a:pt x="2716" y="116"/>
                    <a:pt x="2682" y="3"/>
                    <a:pt x="2601" y="1"/>
                  </a:cubicBezTo>
                  <a:cubicBezTo>
                    <a:pt x="2582" y="1"/>
                    <a:pt x="2562" y="0"/>
                    <a:pt x="2543" y="0"/>
                  </a:cubicBezTo>
                  <a:close/>
                </a:path>
              </a:pathLst>
            </a:custGeom>
            <a:solidFill>
              <a:srgbClr val="559A90"/>
            </a:solidFill>
            <a:ln w="0">
              <a:noFill/>
            </a:ln>
          </p:spPr>
          <p:style>
            <a:lnRef idx="0">
              <a:scrgbClr r="0" g="0" b="0"/>
            </a:lnRef>
            <a:fillRef idx="0">
              <a:scrgbClr r="0" g="0" b="0"/>
            </a:fillRef>
            <a:effectRef idx="0">
              <a:scrgbClr r="0" g="0" b="0"/>
            </a:effectRef>
            <a:fontRef idx="minor"/>
          </p:style>
          <p:txBody>
            <a:bodyPr tIns="7920" bIns="792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33" name="Google Shape;2561;p37">
              <a:extLst>
                <a:ext uri="{FF2B5EF4-FFF2-40B4-BE49-F238E27FC236}">
                  <a16:creationId xmlns:a16="http://schemas.microsoft.com/office/drawing/2014/main" id="{1AB91108-A317-4F96-82B5-B7D96DF23FA5}"/>
                </a:ext>
              </a:extLst>
            </p:cNvPr>
            <p:cNvSpPr/>
            <p:nvPr/>
          </p:nvSpPr>
          <p:spPr>
            <a:xfrm>
              <a:off x="600840" y="4585320"/>
              <a:ext cx="33120" cy="6480"/>
            </a:xfrm>
            <a:custGeom>
              <a:avLst/>
              <a:gdLst>
                <a:gd name="textAreaLeft" fmla="*/ 0 w 33120"/>
                <a:gd name="textAreaRight" fmla="*/ 33480 w 33120"/>
                <a:gd name="textAreaTop" fmla="*/ 0 h 6480"/>
                <a:gd name="textAreaBottom" fmla="*/ 6840 h 6480"/>
              </a:gdLst>
              <a:ahLst/>
              <a:cxnLst/>
              <a:rect l="textAreaLeft" t="textAreaTop" r="textAreaRight" b="textAreaBottom"/>
              <a:pathLst>
                <a:path w="3008" h="608">
                  <a:moveTo>
                    <a:pt x="1962" y="1"/>
                  </a:moveTo>
                  <a:cubicBezTo>
                    <a:pt x="1318" y="1"/>
                    <a:pt x="654" y="139"/>
                    <a:pt x="107" y="391"/>
                  </a:cubicBezTo>
                  <a:cubicBezTo>
                    <a:pt x="0" y="440"/>
                    <a:pt x="59" y="607"/>
                    <a:pt x="162" y="607"/>
                  </a:cubicBezTo>
                  <a:cubicBezTo>
                    <a:pt x="172" y="607"/>
                    <a:pt x="183" y="606"/>
                    <a:pt x="195" y="602"/>
                  </a:cubicBezTo>
                  <a:cubicBezTo>
                    <a:pt x="1098" y="288"/>
                    <a:pt x="2012" y="520"/>
                    <a:pt x="2911" y="306"/>
                  </a:cubicBezTo>
                  <a:cubicBezTo>
                    <a:pt x="3008" y="283"/>
                    <a:pt x="3006" y="136"/>
                    <a:pt x="2911" y="112"/>
                  </a:cubicBezTo>
                  <a:cubicBezTo>
                    <a:pt x="2611" y="36"/>
                    <a:pt x="2289" y="1"/>
                    <a:pt x="1962" y="1"/>
                  </a:cubicBezTo>
                  <a:close/>
                </a:path>
              </a:pathLst>
            </a:custGeom>
            <a:solidFill>
              <a:srgbClr val="559A90"/>
            </a:solidFill>
            <a:ln w="0">
              <a:noFill/>
            </a:ln>
          </p:spPr>
          <p:style>
            <a:lnRef idx="0">
              <a:scrgbClr r="0" g="0" b="0"/>
            </a:lnRef>
            <a:fillRef idx="0">
              <a:scrgbClr r="0" g="0" b="0"/>
            </a:fillRef>
            <a:effectRef idx="0">
              <a:scrgbClr r="0" g="0" b="0"/>
            </a:effectRef>
            <a:fontRef idx="minor"/>
          </p:style>
          <p:txBody>
            <a:bodyPr tIns="3240" bIns="32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34" name="Google Shape;2562;p37">
              <a:extLst>
                <a:ext uri="{FF2B5EF4-FFF2-40B4-BE49-F238E27FC236}">
                  <a16:creationId xmlns:a16="http://schemas.microsoft.com/office/drawing/2014/main" id="{61EED07D-6237-4EEB-94DB-23998616C0A5}"/>
                </a:ext>
              </a:extLst>
            </p:cNvPr>
            <p:cNvSpPr/>
            <p:nvPr/>
          </p:nvSpPr>
          <p:spPr>
            <a:xfrm>
              <a:off x="495720" y="4279680"/>
              <a:ext cx="45360" cy="67320"/>
            </a:xfrm>
            <a:custGeom>
              <a:avLst/>
              <a:gdLst>
                <a:gd name="textAreaLeft" fmla="*/ 0 w 45360"/>
                <a:gd name="textAreaRight" fmla="*/ 45720 w 45360"/>
                <a:gd name="textAreaTop" fmla="*/ 0 h 67320"/>
                <a:gd name="textAreaBottom" fmla="*/ 67680 h 67320"/>
              </a:gdLst>
              <a:ahLst/>
              <a:cxnLst/>
              <a:rect l="textAreaLeft" t="textAreaTop" r="textAreaRight" b="textAreaBottom"/>
              <a:pathLst>
                <a:path w="4087" h="6063">
                  <a:moveTo>
                    <a:pt x="2077" y="0"/>
                  </a:moveTo>
                  <a:cubicBezTo>
                    <a:pt x="1651" y="0"/>
                    <a:pt x="1254" y="194"/>
                    <a:pt x="1068" y="581"/>
                  </a:cubicBezTo>
                  <a:cubicBezTo>
                    <a:pt x="980" y="582"/>
                    <a:pt x="909" y="652"/>
                    <a:pt x="906" y="740"/>
                  </a:cubicBezTo>
                  <a:cubicBezTo>
                    <a:pt x="828" y="1917"/>
                    <a:pt x="304" y="3012"/>
                    <a:pt x="117" y="4170"/>
                  </a:cubicBezTo>
                  <a:cubicBezTo>
                    <a:pt x="35" y="4680"/>
                    <a:pt x="1" y="5466"/>
                    <a:pt x="491" y="5809"/>
                  </a:cubicBezTo>
                  <a:cubicBezTo>
                    <a:pt x="743" y="5987"/>
                    <a:pt x="999" y="6063"/>
                    <a:pt x="1250" y="6063"/>
                  </a:cubicBezTo>
                  <a:cubicBezTo>
                    <a:pt x="2175" y="6063"/>
                    <a:pt x="3026" y="5027"/>
                    <a:pt x="3326" y="4230"/>
                  </a:cubicBezTo>
                  <a:cubicBezTo>
                    <a:pt x="3748" y="3103"/>
                    <a:pt x="4087" y="1273"/>
                    <a:pt x="3066" y="376"/>
                  </a:cubicBezTo>
                  <a:cubicBezTo>
                    <a:pt x="2781" y="126"/>
                    <a:pt x="2419" y="0"/>
                    <a:pt x="207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3840" bIns="338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35" name="Google Shape;2563;p37">
              <a:extLst>
                <a:ext uri="{FF2B5EF4-FFF2-40B4-BE49-F238E27FC236}">
                  <a16:creationId xmlns:a16="http://schemas.microsoft.com/office/drawing/2014/main" id="{E4C95322-7490-4198-86AA-AF2F0A487A08}"/>
                </a:ext>
              </a:extLst>
            </p:cNvPr>
            <p:cNvSpPr/>
            <p:nvPr/>
          </p:nvSpPr>
          <p:spPr>
            <a:xfrm>
              <a:off x="491040" y="4203360"/>
              <a:ext cx="83520" cy="101880"/>
            </a:xfrm>
            <a:custGeom>
              <a:avLst/>
              <a:gdLst>
                <a:gd name="textAreaLeft" fmla="*/ 0 w 83520"/>
                <a:gd name="textAreaRight" fmla="*/ 83880 w 83520"/>
                <a:gd name="textAreaTop" fmla="*/ 0 h 101880"/>
                <a:gd name="textAreaBottom" fmla="*/ 102240 h 101880"/>
              </a:gdLst>
              <a:ahLst/>
              <a:cxnLst/>
              <a:rect l="textAreaLeft" t="textAreaTop" r="textAreaRight" b="textAreaBottom"/>
              <a:pathLst>
                <a:path w="7510" h="9163">
                  <a:moveTo>
                    <a:pt x="4951" y="1"/>
                  </a:moveTo>
                  <a:cubicBezTo>
                    <a:pt x="4294" y="1"/>
                    <a:pt x="3471" y="314"/>
                    <a:pt x="2569" y="655"/>
                  </a:cubicBezTo>
                  <a:cubicBezTo>
                    <a:pt x="164" y="1564"/>
                    <a:pt x="0" y="5365"/>
                    <a:pt x="1179" y="7252"/>
                  </a:cubicBezTo>
                  <a:cubicBezTo>
                    <a:pt x="1870" y="8357"/>
                    <a:pt x="3205" y="9162"/>
                    <a:pt x="4441" y="9162"/>
                  </a:cubicBezTo>
                  <a:cubicBezTo>
                    <a:pt x="5248" y="9162"/>
                    <a:pt x="6012" y="8820"/>
                    <a:pt x="6529" y="7994"/>
                  </a:cubicBezTo>
                  <a:cubicBezTo>
                    <a:pt x="7417" y="6581"/>
                    <a:pt x="7510" y="1979"/>
                    <a:pt x="6140" y="700"/>
                  </a:cubicBezTo>
                  <a:cubicBezTo>
                    <a:pt x="5870" y="189"/>
                    <a:pt x="5460" y="1"/>
                    <a:pt x="4951" y="1"/>
                  </a:cubicBezTo>
                  <a:close/>
                </a:path>
              </a:pathLst>
            </a:custGeom>
            <a:solidFill>
              <a:srgbClr val="FDDF7B"/>
            </a:solidFill>
            <a:ln w="0">
              <a:noFill/>
            </a:ln>
          </p:spPr>
          <p:style>
            <a:lnRef idx="0">
              <a:scrgbClr r="0" g="0" b="0"/>
            </a:lnRef>
            <a:fillRef idx="0">
              <a:scrgbClr r="0" g="0" b="0"/>
            </a:fillRef>
            <a:effectRef idx="0">
              <a:scrgbClr r="0" g="0" b="0"/>
            </a:effectRef>
            <a:fontRef idx="minor"/>
          </p:style>
          <p:txBody>
            <a:bodyPr tIns="51120" bIns="511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36" name="Google Shape;2564;p37">
              <a:extLst>
                <a:ext uri="{FF2B5EF4-FFF2-40B4-BE49-F238E27FC236}">
                  <a16:creationId xmlns:a16="http://schemas.microsoft.com/office/drawing/2014/main" id="{01BAA4FF-85A3-4EAD-87A8-7A473FF6AA6B}"/>
                </a:ext>
              </a:extLst>
            </p:cNvPr>
            <p:cNvSpPr/>
            <p:nvPr/>
          </p:nvSpPr>
          <p:spPr>
            <a:xfrm>
              <a:off x="477720" y="4820400"/>
              <a:ext cx="70200" cy="59760"/>
            </a:xfrm>
            <a:custGeom>
              <a:avLst/>
              <a:gdLst>
                <a:gd name="textAreaLeft" fmla="*/ 0 w 70200"/>
                <a:gd name="textAreaRight" fmla="*/ 70560 w 70200"/>
                <a:gd name="textAreaTop" fmla="*/ 0 h 59760"/>
                <a:gd name="textAreaBottom" fmla="*/ 60120 h 59760"/>
              </a:gdLst>
              <a:ahLst/>
              <a:cxnLst/>
              <a:rect l="textAreaLeft" t="textAreaTop" r="textAreaRight" b="textAreaBottom"/>
              <a:pathLst>
                <a:path w="6329" h="5381">
                  <a:moveTo>
                    <a:pt x="1532" y="1"/>
                  </a:moveTo>
                  <a:cubicBezTo>
                    <a:pt x="1395" y="1"/>
                    <a:pt x="1258" y="73"/>
                    <a:pt x="1135" y="255"/>
                  </a:cubicBezTo>
                  <a:cubicBezTo>
                    <a:pt x="961" y="516"/>
                    <a:pt x="849" y="813"/>
                    <a:pt x="787" y="1122"/>
                  </a:cubicBezTo>
                  <a:cubicBezTo>
                    <a:pt x="779" y="1119"/>
                    <a:pt x="770" y="1118"/>
                    <a:pt x="761" y="1118"/>
                  </a:cubicBezTo>
                  <a:cubicBezTo>
                    <a:pt x="718" y="1118"/>
                    <a:pt x="680" y="1152"/>
                    <a:pt x="676" y="1198"/>
                  </a:cubicBezTo>
                  <a:cubicBezTo>
                    <a:pt x="585" y="2101"/>
                    <a:pt x="0" y="3402"/>
                    <a:pt x="500" y="4272"/>
                  </a:cubicBezTo>
                  <a:cubicBezTo>
                    <a:pt x="1021" y="5179"/>
                    <a:pt x="2111" y="5239"/>
                    <a:pt x="3047" y="5307"/>
                  </a:cubicBezTo>
                  <a:cubicBezTo>
                    <a:pt x="3518" y="5341"/>
                    <a:pt x="3990" y="5380"/>
                    <a:pt x="4462" y="5380"/>
                  </a:cubicBezTo>
                  <a:cubicBezTo>
                    <a:pt x="4756" y="5380"/>
                    <a:pt x="5051" y="5365"/>
                    <a:pt x="5345" y="5324"/>
                  </a:cubicBezTo>
                  <a:cubicBezTo>
                    <a:pt x="5827" y="5257"/>
                    <a:pt x="6328" y="4828"/>
                    <a:pt x="5882" y="4350"/>
                  </a:cubicBezTo>
                  <a:cubicBezTo>
                    <a:pt x="5384" y="3816"/>
                    <a:pt x="4545" y="3654"/>
                    <a:pt x="3873" y="3457"/>
                  </a:cubicBezTo>
                  <a:cubicBezTo>
                    <a:pt x="3336" y="3300"/>
                    <a:pt x="2877" y="3004"/>
                    <a:pt x="2702" y="2451"/>
                  </a:cubicBezTo>
                  <a:cubicBezTo>
                    <a:pt x="2521" y="1878"/>
                    <a:pt x="2592" y="1215"/>
                    <a:pt x="2315" y="669"/>
                  </a:cubicBezTo>
                  <a:cubicBezTo>
                    <a:pt x="2166" y="377"/>
                    <a:pt x="1848" y="1"/>
                    <a:pt x="1532" y="1"/>
                  </a:cubicBezTo>
                  <a:close/>
                </a:path>
              </a:pathLst>
            </a:custGeom>
            <a:solidFill>
              <a:srgbClr val="559A90"/>
            </a:solidFill>
            <a:ln w="0">
              <a:noFill/>
            </a:ln>
          </p:spPr>
          <p:style>
            <a:lnRef idx="0">
              <a:scrgbClr r="0" g="0" b="0"/>
            </a:lnRef>
            <a:fillRef idx="0">
              <a:scrgbClr r="0" g="0" b="0"/>
            </a:fillRef>
            <a:effectRef idx="0">
              <a:scrgbClr r="0" g="0" b="0"/>
            </a:effectRef>
            <a:fontRef idx="minor"/>
          </p:style>
          <p:txBody>
            <a:bodyPr tIns="29880" bIns="2988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37" name="Google Shape;2565;p37">
              <a:extLst>
                <a:ext uri="{FF2B5EF4-FFF2-40B4-BE49-F238E27FC236}">
                  <a16:creationId xmlns:a16="http://schemas.microsoft.com/office/drawing/2014/main" id="{33E9D59D-9435-418B-B996-8CFC3F1C884C}"/>
                </a:ext>
              </a:extLst>
            </p:cNvPr>
            <p:cNvSpPr/>
            <p:nvPr/>
          </p:nvSpPr>
          <p:spPr>
            <a:xfrm>
              <a:off x="433800" y="4497480"/>
              <a:ext cx="156240" cy="353880"/>
            </a:xfrm>
            <a:custGeom>
              <a:avLst/>
              <a:gdLst>
                <a:gd name="textAreaLeft" fmla="*/ 0 w 156240"/>
                <a:gd name="textAreaRight" fmla="*/ 156600 w 156240"/>
                <a:gd name="textAreaTop" fmla="*/ 0 h 353880"/>
                <a:gd name="textAreaBottom" fmla="*/ 354240 h 353880"/>
              </a:gdLst>
              <a:ahLst/>
              <a:cxnLst/>
              <a:rect l="textAreaLeft" t="textAreaTop" r="textAreaRight" b="textAreaBottom"/>
              <a:pathLst>
                <a:path w="14035" h="31707">
                  <a:moveTo>
                    <a:pt x="2155" y="1"/>
                  </a:moveTo>
                  <a:cubicBezTo>
                    <a:pt x="2103" y="1"/>
                    <a:pt x="2052" y="9"/>
                    <a:pt x="2001" y="25"/>
                  </a:cubicBezTo>
                  <a:cubicBezTo>
                    <a:pt x="856" y="396"/>
                    <a:pt x="0" y="4075"/>
                    <a:pt x="37" y="5002"/>
                  </a:cubicBezTo>
                  <a:cubicBezTo>
                    <a:pt x="82" y="6198"/>
                    <a:pt x="226" y="6602"/>
                    <a:pt x="823" y="7621"/>
                  </a:cubicBezTo>
                  <a:cubicBezTo>
                    <a:pt x="1364" y="8548"/>
                    <a:pt x="3502" y="9969"/>
                    <a:pt x="4225" y="10757"/>
                  </a:cubicBezTo>
                  <a:cubicBezTo>
                    <a:pt x="5520" y="12168"/>
                    <a:pt x="7091" y="13372"/>
                    <a:pt x="8568" y="14580"/>
                  </a:cubicBezTo>
                  <a:cubicBezTo>
                    <a:pt x="9986" y="15740"/>
                    <a:pt x="7184" y="20795"/>
                    <a:pt x="6698" y="21929"/>
                  </a:cubicBezTo>
                  <a:cubicBezTo>
                    <a:pt x="5934" y="23712"/>
                    <a:pt x="5248" y="25509"/>
                    <a:pt x="4782" y="27396"/>
                  </a:cubicBezTo>
                  <a:cubicBezTo>
                    <a:pt x="4482" y="28617"/>
                    <a:pt x="4100" y="29921"/>
                    <a:pt x="4895" y="31042"/>
                  </a:cubicBezTo>
                  <a:cubicBezTo>
                    <a:pt x="5230" y="31515"/>
                    <a:pt x="5526" y="31706"/>
                    <a:pt x="5788" y="31706"/>
                  </a:cubicBezTo>
                  <a:cubicBezTo>
                    <a:pt x="6783" y="31706"/>
                    <a:pt x="7285" y="28946"/>
                    <a:pt x="7530" y="28304"/>
                  </a:cubicBezTo>
                  <a:cubicBezTo>
                    <a:pt x="9058" y="24303"/>
                    <a:pt x="11672" y="20859"/>
                    <a:pt x="13097" y="16790"/>
                  </a:cubicBezTo>
                  <a:cubicBezTo>
                    <a:pt x="13662" y="15177"/>
                    <a:pt x="14035" y="13606"/>
                    <a:pt x="13741" y="11905"/>
                  </a:cubicBezTo>
                  <a:cubicBezTo>
                    <a:pt x="13450" y="10233"/>
                    <a:pt x="11690" y="8490"/>
                    <a:pt x="10690" y="7185"/>
                  </a:cubicBezTo>
                  <a:cubicBezTo>
                    <a:pt x="9094" y="5100"/>
                    <a:pt x="7145" y="3106"/>
                    <a:pt x="4702" y="2076"/>
                  </a:cubicBezTo>
                  <a:cubicBezTo>
                    <a:pt x="3996" y="1780"/>
                    <a:pt x="2952" y="1"/>
                    <a:pt x="215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38" name="Google Shape;2566;p37">
              <a:extLst>
                <a:ext uri="{FF2B5EF4-FFF2-40B4-BE49-F238E27FC236}">
                  <a16:creationId xmlns:a16="http://schemas.microsoft.com/office/drawing/2014/main" id="{870EC277-72AE-4D23-B180-22224F005A37}"/>
                </a:ext>
              </a:extLst>
            </p:cNvPr>
            <p:cNvSpPr/>
            <p:nvPr/>
          </p:nvSpPr>
          <p:spPr>
            <a:xfrm>
              <a:off x="508320" y="4532400"/>
              <a:ext cx="57960" cy="58320"/>
            </a:xfrm>
            <a:custGeom>
              <a:avLst/>
              <a:gdLst>
                <a:gd name="textAreaLeft" fmla="*/ 0 w 57960"/>
                <a:gd name="textAreaRight" fmla="*/ 58320 w 57960"/>
                <a:gd name="textAreaTop" fmla="*/ 0 h 58320"/>
                <a:gd name="textAreaBottom" fmla="*/ 58680 h 58320"/>
              </a:gdLst>
              <a:ahLst/>
              <a:cxnLst/>
              <a:rect l="textAreaLeft" t="textAreaTop" r="textAreaRight" b="textAreaBottom"/>
              <a:pathLst>
                <a:path w="5214" h="5240">
                  <a:moveTo>
                    <a:pt x="101" y="1"/>
                  </a:moveTo>
                  <a:cubicBezTo>
                    <a:pt x="46" y="1"/>
                    <a:pt x="0" y="67"/>
                    <a:pt x="48" y="118"/>
                  </a:cubicBezTo>
                  <a:cubicBezTo>
                    <a:pt x="896" y="1020"/>
                    <a:pt x="1813" y="1816"/>
                    <a:pt x="2615" y="2761"/>
                  </a:cubicBezTo>
                  <a:cubicBezTo>
                    <a:pt x="3321" y="3593"/>
                    <a:pt x="4057" y="4676"/>
                    <a:pt x="5014" y="5226"/>
                  </a:cubicBezTo>
                  <a:cubicBezTo>
                    <a:pt x="5030" y="5236"/>
                    <a:pt x="5047" y="5240"/>
                    <a:pt x="5064" y="5240"/>
                  </a:cubicBezTo>
                  <a:cubicBezTo>
                    <a:pt x="5141" y="5240"/>
                    <a:pt x="5213" y="5154"/>
                    <a:pt x="5162" y="5078"/>
                  </a:cubicBezTo>
                  <a:cubicBezTo>
                    <a:pt x="4538" y="4147"/>
                    <a:pt x="3611" y="3351"/>
                    <a:pt x="2869" y="2508"/>
                  </a:cubicBezTo>
                  <a:cubicBezTo>
                    <a:pt x="2035" y="1561"/>
                    <a:pt x="1089" y="845"/>
                    <a:pt x="149" y="19"/>
                  </a:cubicBezTo>
                  <a:cubicBezTo>
                    <a:pt x="133" y="6"/>
                    <a:pt x="117" y="1"/>
                    <a:pt x="101" y="1"/>
                  </a:cubicBezTo>
                  <a:close/>
                </a:path>
              </a:pathLst>
            </a:custGeom>
            <a:solidFill>
              <a:srgbClr val="559A90"/>
            </a:solidFill>
            <a:ln w="0">
              <a:noFill/>
            </a:ln>
          </p:spPr>
          <p:style>
            <a:lnRef idx="0">
              <a:scrgbClr r="0" g="0" b="0"/>
            </a:lnRef>
            <a:fillRef idx="0">
              <a:scrgbClr r="0" g="0" b="0"/>
            </a:fillRef>
            <a:effectRef idx="0">
              <a:scrgbClr r="0" g="0" b="0"/>
            </a:effectRef>
            <a:fontRef idx="minor"/>
          </p:style>
          <p:txBody>
            <a:bodyPr tIns="29160" bIns="291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39" name="Google Shape;2567;p37">
              <a:extLst>
                <a:ext uri="{FF2B5EF4-FFF2-40B4-BE49-F238E27FC236}">
                  <a16:creationId xmlns:a16="http://schemas.microsoft.com/office/drawing/2014/main" id="{CAFABE2B-A453-4C0E-B35C-D987E08F5DB0}"/>
                </a:ext>
              </a:extLst>
            </p:cNvPr>
            <p:cNvSpPr/>
            <p:nvPr/>
          </p:nvSpPr>
          <p:spPr>
            <a:xfrm>
              <a:off x="534600" y="4656600"/>
              <a:ext cx="31320" cy="16560"/>
            </a:xfrm>
            <a:custGeom>
              <a:avLst/>
              <a:gdLst>
                <a:gd name="textAreaLeft" fmla="*/ 0 w 31320"/>
                <a:gd name="textAreaRight" fmla="*/ 31680 w 31320"/>
                <a:gd name="textAreaTop" fmla="*/ 0 h 16560"/>
                <a:gd name="textAreaBottom" fmla="*/ 16920 h 16560"/>
              </a:gdLst>
              <a:ahLst/>
              <a:cxnLst/>
              <a:rect l="textAreaLeft" t="textAreaTop" r="textAreaRight" b="textAreaBottom"/>
              <a:pathLst>
                <a:path w="2822" h="1510">
                  <a:moveTo>
                    <a:pt x="2529" y="1"/>
                  </a:moveTo>
                  <a:cubicBezTo>
                    <a:pt x="2527" y="1"/>
                    <a:pt x="2526" y="1"/>
                    <a:pt x="2524" y="1"/>
                  </a:cubicBezTo>
                  <a:cubicBezTo>
                    <a:pt x="2156" y="20"/>
                    <a:pt x="1805" y="145"/>
                    <a:pt x="1446" y="219"/>
                  </a:cubicBezTo>
                  <a:cubicBezTo>
                    <a:pt x="999" y="309"/>
                    <a:pt x="540" y="347"/>
                    <a:pt x="85" y="377"/>
                  </a:cubicBezTo>
                  <a:cubicBezTo>
                    <a:pt x="81" y="377"/>
                    <a:pt x="77" y="381"/>
                    <a:pt x="73" y="381"/>
                  </a:cubicBezTo>
                  <a:cubicBezTo>
                    <a:pt x="65" y="385"/>
                    <a:pt x="57" y="388"/>
                    <a:pt x="50" y="392"/>
                  </a:cubicBezTo>
                  <a:cubicBezTo>
                    <a:pt x="39" y="397"/>
                    <a:pt x="28" y="405"/>
                    <a:pt x="19" y="414"/>
                  </a:cubicBezTo>
                  <a:cubicBezTo>
                    <a:pt x="12" y="425"/>
                    <a:pt x="8" y="437"/>
                    <a:pt x="6" y="450"/>
                  </a:cubicBezTo>
                  <a:cubicBezTo>
                    <a:pt x="6" y="454"/>
                    <a:pt x="0" y="459"/>
                    <a:pt x="0" y="465"/>
                  </a:cubicBezTo>
                  <a:cubicBezTo>
                    <a:pt x="0" y="476"/>
                    <a:pt x="8" y="485"/>
                    <a:pt x="11" y="494"/>
                  </a:cubicBezTo>
                  <a:cubicBezTo>
                    <a:pt x="14" y="505"/>
                    <a:pt x="19" y="516"/>
                    <a:pt x="25" y="525"/>
                  </a:cubicBezTo>
                  <a:cubicBezTo>
                    <a:pt x="494" y="973"/>
                    <a:pt x="1221" y="1510"/>
                    <a:pt x="1894" y="1510"/>
                  </a:cubicBezTo>
                  <a:cubicBezTo>
                    <a:pt x="2210" y="1510"/>
                    <a:pt x="2514" y="1392"/>
                    <a:pt x="2774" y="1091"/>
                  </a:cubicBezTo>
                  <a:cubicBezTo>
                    <a:pt x="2822" y="1037"/>
                    <a:pt x="2790" y="933"/>
                    <a:pt x="2720" y="933"/>
                  </a:cubicBezTo>
                  <a:cubicBezTo>
                    <a:pt x="2710" y="933"/>
                    <a:pt x="2699" y="935"/>
                    <a:pt x="2688" y="940"/>
                  </a:cubicBezTo>
                  <a:cubicBezTo>
                    <a:pt x="2378" y="1063"/>
                    <a:pt x="2112" y="1153"/>
                    <a:pt x="1822" y="1153"/>
                  </a:cubicBezTo>
                  <a:cubicBezTo>
                    <a:pt x="1680" y="1153"/>
                    <a:pt x="1532" y="1132"/>
                    <a:pt x="1372" y="1082"/>
                  </a:cubicBezTo>
                  <a:cubicBezTo>
                    <a:pt x="1025" y="975"/>
                    <a:pt x="718" y="765"/>
                    <a:pt x="410" y="566"/>
                  </a:cubicBezTo>
                  <a:lnTo>
                    <a:pt x="410" y="566"/>
                  </a:lnTo>
                  <a:cubicBezTo>
                    <a:pt x="518" y="569"/>
                    <a:pt x="628" y="572"/>
                    <a:pt x="739" y="572"/>
                  </a:cubicBezTo>
                  <a:cubicBezTo>
                    <a:pt x="1378" y="572"/>
                    <a:pt x="2060" y="496"/>
                    <a:pt x="2567" y="165"/>
                  </a:cubicBezTo>
                  <a:cubicBezTo>
                    <a:pt x="2636" y="121"/>
                    <a:pt x="2616" y="1"/>
                    <a:pt x="2529" y="1"/>
                  </a:cubicBezTo>
                  <a:close/>
                </a:path>
              </a:pathLst>
            </a:custGeom>
            <a:solidFill>
              <a:srgbClr val="559A90"/>
            </a:solidFill>
            <a:ln w="0">
              <a:noFill/>
            </a:ln>
          </p:spPr>
          <p:style>
            <a:lnRef idx="0">
              <a:scrgbClr r="0" g="0" b="0"/>
            </a:lnRef>
            <a:fillRef idx="0">
              <a:scrgbClr r="0" g="0" b="0"/>
            </a:fillRef>
            <a:effectRef idx="0">
              <a:scrgbClr r="0" g="0" b="0"/>
            </a:effectRef>
            <a:fontRef idx="minor"/>
          </p:style>
          <p:txBody>
            <a:bodyPr tIns="8280" bIns="828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40" name="Google Shape;2568;p37">
              <a:extLst>
                <a:ext uri="{FF2B5EF4-FFF2-40B4-BE49-F238E27FC236}">
                  <a16:creationId xmlns:a16="http://schemas.microsoft.com/office/drawing/2014/main" id="{BD1C0257-0A91-4675-B0F4-724D1C292BE8}"/>
                </a:ext>
              </a:extLst>
            </p:cNvPr>
            <p:cNvSpPr/>
            <p:nvPr/>
          </p:nvSpPr>
          <p:spPr>
            <a:xfrm>
              <a:off x="434160" y="4323600"/>
              <a:ext cx="102600" cy="215640"/>
            </a:xfrm>
            <a:custGeom>
              <a:avLst/>
              <a:gdLst>
                <a:gd name="textAreaLeft" fmla="*/ 0 w 102600"/>
                <a:gd name="textAreaRight" fmla="*/ 102960 w 102600"/>
                <a:gd name="textAreaTop" fmla="*/ 0 h 215640"/>
                <a:gd name="textAreaBottom" fmla="*/ 216000 h 215640"/>
              </a:gdLst>
              <a:ahLst/>
              <a:cxnLst/>
              <a:rect l="textAreaLeft" t="textAreaTop" r="textAreaRight" b="textAreaBottom"/>
              <a:pathLst>
                <a:path w="9215" h="19338">
                  <a:moveTo>
                    <a:pt x="6152" y="0"/>
                  </a:moveTo>
                  <a:cubicBezTo>
                    <a:pt x="6099" y="0"/>
                    <a:pt x="6048" y="6"/>
                    <a:pt x="5999" y="18"/>
                  </a:cubicBezTo>
                  <a:cubicBezTo>
                    <a:pt x="5220" y="206"/>
                    <a:pt x="3732" y="2404"/>
                    <a:pt x="3383" y="3010"/>
                  </a:cubicBezTo>
                  <a:cubicBezTo>
                    <a:pt x="1918" y="5551"/>
                    <a:pt x="1049" y="7861"/>
                    <a:pt x="625" y="10838"/>
                  </a:cubicBezTo>
                  <a:cubicBezTo>
                    <a:pt x="353" y="12751"/>
                    <a:pt x="1" y="16249"/>
                    <a:pt x="1255" y="17848"/>
                  </a:cubicBezTo>
                  <a:cubicBezTo>
                    <a:pt x="1957" y="18744"/>
                    <a:pt x="3148" y="19338"/>
                    <a:pt x="4288" y="19338"/>
                  </a:cubicBezTo>
                  <a:cubicBezTo>
                    <a:pt x="4999" y="19338"/>
                    <a:pt x="5691" y="19107"/>
                    <a:pt x="6231" y="18574"/>
                  </a:cubicBezTo>
                  <a:cubicBezTo>
                    <a:pt x="7640" y="17185"/>
                    <a:pt x="8039" y="15125"/>
                    <a:pt x="8331" y="13251"/>
                  </a:cubicBezTo>
                  <a:cubicBezTo>
                    <a:pt x="8512" y="12089"/>
                    <a:pt x="9215" y="9431"/>
                    <a:pt x="8754" y="8381"/>
                  </a:cubicBezTo>
                  <a:lnTo>
                    <a:pt x="8491" y="1963"/>
                  </a:lnTo>
                  <a:cubicBezTo>
                    <a:pt x="8221" y="1354"/>
                    <a:pt x="6972" y="0"/>
                    <a:pt x="6152"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41" name="Google Shape;2569;p37">
              <a:extLst>
                <a:ext uri="{FF2B5EF4-FFF2-40B4-BE49-F238E27FC236}">
                  <a16:creationId xmlns:a16="http://schemas.microsoft.com/office/drawing/2014/main" id="{D1767EF9-B99A-4EE2-A8EC-000B93A5D1C9}"/>
                </a:ext>
              </a:extLst>
            </p:cNvPr>
            <p:cNvSpPr/>
            <p:nvPr/>
          </p:nvSpPr>
          <p:spPr>
            <a:xfrm>
              <a:off x="372600" y="4329720"/>
              <a:ext cx="172080" cy="148320"/>
            </a:xfrm>
            <a:custGeom>
              <a:avLst/>
              <a:gdLst>
                <a:gd name="textAreaLeft" fmla="*/ 0 w 172080"/>
                <a:gd name="textAreaRight" fmla="*/ 172440 w 172080"/>
                <a:gd name="textAreaTop" fmla="*/ 0 h 148320"/>
                <a:gd name="textAreaBottom" fmla="*/ 148680 h 148320"/>
              </a:gdLst>
              <a:ahLst/>
              <a:cxnLst/>
              <a:rect l="textAreaLeft" t="textAreaTop" r="textAreaRight" b="textAreaBottom"/>
              <a:pathLst>
                <a:path w="15439" h="13307">
                  <a:moveTo>
                    <a:pt x="10963" y="1731"/>
                  </a:moveTo>
                  <a:cubicBezTo>
                    <a:pt x="11093" y="1731"/>
                    <a:pt x="11227" y="1737"/>
                    <a:pt x="11366" y="1754"/>
                  </a:cubicBezTo>
                  <a:cubicBezTo>
                    <a:pt x="12637" y="1915"/>
                    <a:pt x="13235" y="3505"/>
                    <a:pt x="13503" y="4839"/>
                  </a:cubicBezTo>
                  <a:cubicBezTo>
                    <a:pt x="13786" y="6241"/>
                    <a:pt x="13056" y="7625"/>
                    <a:pt x="12310" y="8747"/>
                  </a:cubicBezTo>
                  <a:cubicBezTo>
                    <a:pt x="11717" y="9641"/>
                    <a:pt x="10826" y="10738"/>
                    <a:pt x="9637" y="10738"/>
                  </a:cubicBezTo>
                  <a:cubicBezTo>
                    <a:pt x="9624" y="10738"/>
                    <a:pt x="9612" y="10738"/>
                    <a:pt x="9599" y="10738"/>
                  </a:cubicBezTo>
                  <a:cubicBezTo>
                    <a:pt x="9052" y="10727"/>
                    <a:pt x="8302" y="10288"/>
                    <a:pt x="7696" y="10288"/>
                  </a:cubicBezTo>
                  <a:cubicBezTo>
                    <a:pt x="7670" y="10288"/>
                    <a:pt x="7645" y="10289"/>
                    <a:pt x="7620" y="10291"/>
                  </a:cubicBezTo>
                  <a:cubicBezTo>
                    <a:pt x="7756" y="9910"/>
                    <a:pt x="7881" y="9530"/>
                    <a:pt x="8000" y="9174"/>
                  </a:cubicBezTo>
                  <a:cubicBezTo>
                    <a:pt x="8478" y="7761"/>
                    <a:pt x="8862" y="6460"/>
                    <a:pt x="9083" y="4972"/>
                  </a:cubicBezTo>
                  <a:cubicBezTo>
                    <a:pt x="9236" y="3952"/>
                    <a:pt x="9547" y="2908"/>
                    <a:pt x="9453" y="1731"/>
                  </a:cubicBezTo>
                  <a:lnTo>
                    <a:pt x="9453" y="1731"/>
                  </a:lnTo>
                  <a:cubicBezTo>
                    <a:pt x="9597" y="1773"/>
                    <a:pt x="9749" y="1788"/>
                    <a:pt x="9908" y="1788"/>
                  </a:cubicBezTo>
                  <a:cubicBezTo>
                    <a:pt x="10227" y="1788"/>
                    <a:pt x="10577" y="1731"/>
                    <a:pt x="10963" y="1731"/>
                  </a:cubicBezTo>
                  <a:close/>
                  <a:moveTo>
                    <a:pt x="7430" y="0"/>
                  </a:moveTo>
                  <a:cubicBezTo>
                    <a:pt x="6939" y="0"/>
                    <a:pt x="6440" y="44"/>
                    <a:pt x="5939" y="64"/>
                  </a:cubicBezTo>
                  <a:cubicBezTo>
                    <a:pt x="5860" y="67"/>
                    <a:pt x="5777" y="69"/>
                    <a:pt x="5691" y="69"/>
                  </a:cubicBezTo>
                  <a:cubicBezTo>
                    <a:pt x="5263" y="69"/>
                    <a:pt x="4755" y="34"/>
                    <a:pt x="4240" y="34"/>
                  </a:cubicBezTo>
                  <a:cubicBezTo>
                    <a:pt x="3338" y="34"/>
                    <a:pt x="2417" y="141"/>
                    <a:pt x="1879" y="726"/>
                  </a:cubicBezTo>
                  <a:cubicBezTo>
                    <a:pt x="1089" y="1587"/>
                    <a:pt x="2371" y="1822"/>
                    <a:pt x="3264" y="2053"/>
                  </a:cubicBezTo>
                  <a:cubicBezTo>
                    <a:pt x="3783" y="2186"/>
                    <a:pt x="4315" y="2262"/>
                    <a:pt x="4852" y="2282"/>
                  </a:cubicBezTo>
                  <a:cubicBezTo>
                    <a:pt x="4674" y="2500"/>
                    <a:pt x="4508" y="2718"/>
                    <a:pt x="4365" y="2931"/>
                  </a:cubicBezTo>
                  <a:cubicBezTo>
                    <a:pt x="2911" y="5081"/>
                    <a:pt x="1" y="11228"/>
                    <a:pt x="3386" y="12910"/>
                  </a:cubicBezTo>
                  <a:cubicBezTo>
                    <a:pt x="3939" y="13186"/>
                    <a:pt x="4420" y="13306"/>
                    <a:pt x="4841" y="13306"/>
                  </a:cubicBezTo>
                  <a:cubicBezTo>
                    <a:pt x="5760" y="13306"/>
                    <a:pt x="6395" y="12734"/>
                    <a:pt x="6873" y="11945"/>
                  </a:cubicBezTo>
                  <a:cubicBezTo>
                    <a:pt x="6898" y="12007"/>
                    <a:pt x="8455" y="12924"/>
                    <a:pt x="9125" y="12971"/>
                  </a:cubicBezTo>
                  <a:cubicBezTo>
                    <a:pt x="9196" y="12976"/>
                    <a:pt x="9268" y="12978"/>
                    <a:pt x="9340" y="12978"/>
                  </a:cubicBezTo>
                  <a:cubicBezTo>
                    <a:pt x="10289" y="12978"/>
                    <a:pt x="11229" y="12562"/>
                    <a:pt x="12024" y="12085"/>
                  </a:cubicBezTo>
                  <a:cubicBezTo>
                    <a:pt x="13902" y="10960"/>
                    <a:pt x="14986" y="9083"/>
                    <a:pt x="15227" y="6946"/>
                  </a:cubicBezTo>
                  <a:cubicBezTo>
                    <a:pt x="15439" y="5076"/>
                    <a:pt x="14935" y="3268"/>
                    <a:pt x="13911" y="1725"/>
                  </a:cubicBezTo>
                  <a:cubicBezTo>
                    <a:pt x="13453" y="1037"/>
                    <a:pt x="12909" y="509"/>
                    <a:pt x="12105" y="256"/>
                  </a:cubicBezTo>
                  <a:cubicBezTo>
                    <a:pt x="11503" y="66"/>
                    <a:pt x="10790" y="0"/>
                    <a:pt x="10095" y="0"/>
                  </a:cubicBezTo>
                  <a:cubicBezTo>
                    <a:pt x="9528" y="0"/>
                    <a:pt x="8973" y="44"/>
                    <a:pt x="8501" y="100"/>
                  </a:cubicBezTo>
                  <a:cubicBezTo>
                    <a:pt x="8150" y="24"/>
                    <a:pt x="7792" y="0"/>
                    <a:pt x="7430" y="0"/>
                  </a:cubicBezTo>
                  <a:close/>
                </a:path>
              </a:pathLst>
            </a:custGeom>
            <a:solidFill>
              <a:srgbClr val="2A2639"/>
            </a:solidFill>
            <a:ln w="0">
              <a:noFill/>
            </a:ln>
          </p:spPr>
          <p:style>
            <a:lnRef idx="0">
              <a:scrgbClr r="0" g="0" b="0"/>
            </a:lnRef>
            <a:fillRef idx="0">
              <a:scrgbClr r="0" g="0" b="0"/>
            </a:fillRef>
            <a:effectRef idx="0">
              <a:scrgbClr r="0" g="0" b="0"/>
            </a:effectRef>
            <a:fontRef idx="minor"/>
          </p:style>
          <p:txBody>
            <a:bodyPr tIns="74160" bIns="741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42" name="Google Shape;2570;p37">
              <a:extLst>
                <a:ext uri="{FF2B5EF4-FFF2-40B4-BE49-F238E27FC236}">
                  <a16:creationId xmlns:a16="http://schemas.microsoft.com/office/drawing/2014/main" id="{B2A671F4-0657-453C-A6E4-2602F3CC4E68}"/>
                </a:ext>
              </a:extLst>
            </p:cNvPr>
            <p:cNvSpPr/>
            <p:nvPr/>
          </p:nvSpPr>
          <p:spPr>
            <a:xfrm>
              <a:off x="481320" y="4337280"/>
              <a:ext cx="186480" cy="147600"/>
            </a:xfrm>
            <a:custGeom>
              <a:avLst/>
              <a:gdLst>
                <a:gd name="textAreaLeft" fmla="*/ 0 w 186480"/>
                <a:gd name="textAreaRight" fmla="*/ 186840 w 186480"/>
                <a:gd name="textAreaTop" fmla="*/ 0 h 147600"/>
                <a:gd name="textAreaBottom" fmla="*/ 147960 h 147600"/>
              </a:gdLst>
              <a:ahLst/>
              <a:cxnLst/>
              <a:rect l="textAreaLeft" t="textAreaTop" r="textAreaRight" b="textAreaBottom"/>
              <a:pathLst>
                <a:path w="16742" h="13240">
                  <a:moveTo>
                    <a:pt x="1493" y="0"/>
                  </a:moveTo>
                  <a:cubicBezTo>
                    <a:pt x="1200" y="0"/>
                    <a:pt x="956" y="86"/>
                    <a:pt x="816" y="217"/>
                  </a:cubicBezTo>
                  <a:cubicBezTo>
                    <a:pt x="347" y="657"/>
                    <a:pt x="1" y="1499"/>
                    <a:pt x="329" y="2056"/>
                  </a:cubicBezTo>
                  <a:cubicBezTo>
                    <a:pt x="329" y="2067"/>
                    <a:pt x="330" y="2073"/>
                    <a:pt x="332" y="2082"/>
                  </a:cubicBezTo>
                  <a:cubicBezTo>
                    <a:pt x="705" y="4433"/>
                    <a:pt x="1798" y="6903"/>
                    <a:pt x="2880" y="9032"/>
                  </a:cubicBezTo>
                  <a:cubicBezTo>
                    <a:pt x="3802" y="10849"/>
                    <a:pt x="5053" y="12501"/>
                    <a:pt x="7158" y="13045"/>
                  </a:cubicBezTo>
                  <a:cubicBezTo>
                    <a:pt x="7691" y="13183"/>
                    <a:pt x="8284" y="13240"/>
                    <a:pt x="8906" y="13240"/>
                  </a:cubicBezTo>
                  <a:cubicBezTo>
                    <a:pt x="10682" y="13240"/>
                    <a:pt x="12692" y="12778"/>
                    <a:pt x="14181" y="12430"/>
                  </a:cubicBezTo>
                  <a:cubicBezTo>
                    <a:pt x="15133" y="12209"/>
                    <a:pt x="16741" y="11377"/>
                    <a:pt x="15609" y="10291"/>
                  </a:cubicBezTo>
                  <a:cubicBezTo>
                    <a:pt x="15173" y="9871"/>
                    <a:pt x="14608" y="9776"/>
                    <a:pt x="14027" y="9776"/>
                  </a:cubicBezTo>
                  <a:cubicBezTo>
                    <a:pt x="13826" y="9776"/>
                    <a:pt x="13623" y="9788"/>
                    <a:pt x="13423" y="9801"/>
                  </a:cubicBezTo>
                  <a:cubicBezTo>
                    <a:pt x="12875" y="9837"/>
                    <a:pt x="12303" y="9871"/>
                    <a:pt x="11728" y="9871"/>
                  </a:cubicBezTo>
                  <a:cubicBezTo>
                    <a:pt x="10558" y="9871"/>
                    <a:pt x="9380" y="9729"/>
                    <a:pt x="8389" y="9170"/>
                  </a:cubicBezTo>
                  <a:cubicBezTo>
                    <a:pt x="6075" y="7863"/>
                    <a:pt x="4483" y="4733"/>
                    <a:pt x="3863" y="2429"/>
                  </a:cubicBezTo>
                  <a:cubicBezTo>
                    <a:pt x="3365" y="581"/>
                    <a:pt x="2259" y="0"/>
                    <a:pt x="149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3800" bIns="738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43" name="Google Shape;2571;p37">
              <a:extLst>
                <a:ext uri="{FF2B5EF4-FFF2-40B4-BE49-F238E27FC236}">
                  <a16:creationId xmlns:a16="http://schemas.microsoft.com/office/drawing/2014/main" id="{3DFAB5E6-1A4B-4B5B-88B8-C1696DD5BB78}"/>
                </a:ext>
              </a:extLst>
            </p:cNvPr>
            <p:cNvSpPr/>
            <p:nvPr/>
          </p:nvSpPr>
          <p:spPr>
            <a:xfrm>
              <a:off x="489240" y="4188600"/>
              <a:ext cx="105120" cy="91800"/>
            </a:xfrm>
            <a:custGeom>
              <a:avLst/>
              <a:gdLst>
                <a:gd name="textAreaLeft" fmla="*/ 0 w 105120"/>
                <a:gd name="textAreaRight" fmla="*/ 105480 w 105120"/>
                <a:gd name="textAreaTop" fmla="*/ 0 h 91800"/>
                <a:gd name="textAreaBottom" fmla="*/ 92160 h 91800"/>
              </a:gdLst>
              <a:ahLst/>
              <a:cxnLst/>
              <a:rect l="textAreaLeft" t="textAreaTop" r="textAreaRight" b="textAreaBottom"/>
              <a:pathLst>
                <a:path w="9436" h="8264">
                  <a:moveTo>
                    <a:pt x="4070" y="1"/>
                  </a:moveTo>
                  <a:cubicBezTo>
                    <a:pt x="2041" y="1"/>
                    <a:pt x="1142" y="1227"/>
                    <a:pt x="519" y="2716"/>
                  </a:cubicBezTo>
                  <a:cubicBezTo>
                    <a:pt x="262" y="3332"/>
                    <a:pt x="84" y="4043"/>
                    <a:pt x="98" y="4728"/>
                  </a:cubicBezTo>
                  <a:cubicBezTo>
                    <a:pt x="24" y="5104"/>
                    <a:pt x="1" y="5502"/>
                    <a:pt x="72" y="5867"/>
                  </a:cubicBezTo>
                  <a:cubicBezTo>
                    <a:pt x="175" y="6386"/>
                    <a:pt x="457" y="6859"/>
                    <a:pt x="669" y="7340"/>
                  </a:cubicBezTo>
                  <a:cubicBezTo>
                    <a:pt x="795" y="7626"/>
                    <a:pt x="893" y="8036"/>
                    <a:pt x="1114" y="8264"/>
                  </a:cubicBezTo>
                  <a:cubicBezTo>
                    <a:pt x="1533" y="8021"/>
                    <a:pt x="1777" y="7373"/>
                    <a:pt x="2050" y="6988"/>
                  </a:cubicBezTo>
                  <a:cubicBezTo>
                    <a:pt x="2493" y="6363"/>
                    <a:pt x="2913" y="5763"/>
                    <a:pt x="3239" y="5101"/>
                  </a:cubicBezTo>
                  <a:cubicBezTo>
                    <a:pt x="3690" y="4724"/>
                    <a:pt x="4178" y="4393"/>
                    <a:pt x="4696" y="4113"/>
                  </a:cubicBezTo>
                  <a:cubicBezTo>
                    <a:pt x="5678" y="3582"/>
                    <a:pt x="6774" y="3634"/>
                    <a:pt x="7824" y="3333"/>
                  </a:cubicBezTo>
                  <a:cubicBezTo>
                    <a:pt x="8282" y="3202"/>
                    <a:pt x="8625" y="3038"/>
                    <a:pt x="8961" y="2701"/>
                  </a:cubicBezTo>
                  <a:cubicBezTo>
                    <a:pt x="9071" y="2591"/>
                    <a:pt x="9420" y="2331"/>
                    <a:pt x="9347" y="2166"/>
                  </a:cubicBezTo>
                  <a:cubicBezTo>
                    <a:pt x="9216" y="1858"/>
                    <a:pt x="8205" y="1889"/>
                    <a:pt x="7917" y="1810"/>
                  </a:cubicBezTo>
                  <a:cubicBezTo>
                    <a:pt x="8140" y="1632"/>
                    <a:pt x="8560" y="1566"/>
                    <a:pt x="8828" y="1400"/>
                  </a:cubicBezTo>
                  <a:cubicBezTo>
                    <a:pt x="8936" y="1334"/>
                    <a:pt x="9436" y="1018"/>
                    <a:pt x="9395" y="872"/>
                  </a:cubicBezTo>
                  <a:cubicBezTo>
                    <a:pt x="9373" y="792"/>
                    <a:pt x="9287" y="771"/>
                    <a:pt x="9192" y="771"/>
                  </a:cubicBezTo>
                  <a:cubicBezTo>
                    <a:pt x="9088" y="771"/>
                    <a:pt x="8972" y="796"/>
                    <a:pt x="8919" y="799"/>
                  </a:cubicBezTo>
                  <a:cubicBezTo>
                    <a:pt x="8881" y="801"/>
                    <a:pt x="8843" y="802"/>
                    <a:pt x="8806" y="802"/>
                  </a:cubicBezTo>
                  <a:cubicBezTo>
                    <a:pt x="8501" y="802"/>
                    <a:pt x="8225" y="733"/>
                    <a:pt x="7922" y="664"/>
                  </a:cubicBezTo>
                  <a:cubicBezTo>
                    <a:pt x="7057" y="466"/>
                    <a:pt x="6661" y="457"/>
                    <a:pt x="5803" y="242"/>
                  </a:cubicBezTo>
                  <a:cubicBezTo>
                    <a:pt x="5147" y="76"/>
                    <a:pt x="4574" y="1"/>
                    <a:pt x="4070" y="1"/>
                  </a:cubicBezTo>
                  <a:close/>
                </a:path>
              </a:pathLst>
            </a:custGeom>
            <a:solidFill>
              <a:srgbClr val="2A2639"/>
            </a:solidFill>
            <a:ln w="0">
              <a:noFill/>
            </a:ln>
          </p:spPr>
          <p:style>
            <a:lnRef idx="0">
              <a:scrgbClr r="0" g="0" b="0"/>
            </a:lnRef>
            <a:fillRef idx="0">
              <a:scrgbClr r="0" g="0" b="0"/>
            </a:fillRef>
            <a:effectRef idx="0">
              <a:scrgbClr r="0" g="0" b="0"/>
            </a:effectRef>
            <a:fontRef idx="minor"/>
          </p:style>
          <p:txBody>
            <a:bodyPr tIns="46080" bIns="4608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44" name="Google Shape;2572;p37">
              <a:extLst>
                <a:ext uri="{FF2B5EF4-FFF2-40B4-BE49-F238E27FC236}">
                  <a16:creationId xmlns:a16="http://schemas.microsoft.com/office/drawing/2014/main" id="{77F392ED-EC6F-4171-AE1E-4C78F273FFAF}"/>
                </a:ext>
              </a:extLst>
            </p:cNvPr>
            <p:cNvSpPr/>
            <p:nvPr/>
          </p:nvSpPr>
          <p:spPr>
            <a:xfrm>
              <a:off x="493920" y="4248000"/>
              <a:ext cx="27360" cy="28080"/>
            </a:xfrm>
            <a:custGeom>
              <a:avLst/>
              <a:gdLst>
                <a:gd name="textAreaLeft" fmla="*/ 0 w 27360"/>
                <a:gd name="textAreaRight" fmla="*/ 27720 w 27360"/>
                <a:gd name="textAreaTop" fmla="*/ 0 h 28080"/>
                <a:gd name="textAreaBottom" fmla="*/ 28440 h 28080"/>
              </a:gdLst>
              <a:ahLst/>
              <a:cxnLst/>
              <a:rect l="textAreaLeft" t="textAreaTop" r="textAreaRight" b="textAreaBottom"/>
              <a:pathLst>
                <a:path w="2497" h="2544">
                  <a:moveTo>
                    <a:pt x="1464" y="1"/>
                  </a:moveTo>
                  <a:cubicBezTo>
                    <a:pt x="1292" y="1"/>
                    <a:pt x="1081" y="79"/>
                    <a:pt x="955" y="166"/>
                  </a:cubicBezTo>
                  <a:cubicBezTo>
                    <a:pt x="0" y="828"/>
                    <a:pt x="761" y="2544"/>
                    <a:pt x="1826" y="2544"/>
                  </a:cubicBezTo>
                  <a:cubicBezTo>
                    <a:pt x="1883" y="2544"/>
                    <a:pt x="1940" y="2539"/>
                    <a:pt x="1999" y="2529"/>
                  </a:cubicBezTo>
                  <a:cubicBezTo>
                    <a:pt x="2200" y="2389"/>
                    <a:pt x="2497" y="2247"/>
                    <a:pt x="2477" y="1963"/>
                  </a:cubicBezTo>
                  <a:cubicBezTo>
                    <a:pt x="2463" y="1789"/>
                    <a:pt x="2381" y="1621"/>
                    <a:pt x="2333" y="1454"/>
                  </a:cubicBezTo>
                  <a:cubicBezTo>
                    <a:pt x="2277" y="1267"/>
                    <a:pt x="2223" y="1081"/>
                    <a:pt x="2161" y="897"/>
                  </a:cubicBezTo>
                  <a:cubicBezTo>
                    <a:pt x="2059" y="596"/>
                    <a:pt x="1918" y="76"/>
                    <a:pt x="1549" y="8"/>
                  </a:cubicBezTo>
                  <a:cubicBezTo>
                    <a:pt x="1522" y="3"/>
                    <a:pt x="1494" y="1"/>
                    <a:pt x="146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4040" bIns="140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45" name="Google Shape;2573;p37">
              <a:extLst>
                <a:ext uri="{FF2B5EF4-FFF2-40B4-BE49-F238E27FC236}">
                  <a16:creationId xmlns:a16="http://schemas.microsoft.com/office/drawing/2014/main" id="{47E79AB6-CA92-41AF-9C75-3B052EABD4AD}"/>
                </a:ext>
              </a:extLst>
            </p:cNvPr>
            <p:cNvSpPr/>
            <p:nvPr/>
          </p:nvSpPr>
          <p:spPr>
            <a:xfrm>
              <a:off x="635760" y="4437720"/>
              <a:ext cx="57240" cy="38520"/>
            </a:xfrm>
            <a:custGeom>
              <a:avLst/>
              <a:gdLst>
                <a:gd name="textAreaLeft" fmla="*/ 0 w 57240"/>
                <a:gd name="textAreaRight" fmla="*/ 57600 w 57240"/>
                <a:gd name="textAreaTop" fmla="*/ 0 h 38520"/>
                <a:gd name="textAreaBottom" fmla="*/ 38880 h 38520"/>
              </a:gdLst>
              <a:ahLst/>
              <a:cxnLst/>
              <a:rect l="textAreaLeft" t="textAreaTop" r="textAreaRight" b="textAreaBottom"/>
              <a:pathLst>
                <a:path w="5160" h="3471">
                  <a:moveTo>
                    <a:pt x="2510" y="1"/>
                  </a:moveTo>
                  <a:cubicBezTo>
                    <a:pt x="1536" y="1"/>
                    <a:pt x="1" y="686"/>
                    <a:pt x="412" y="1755"/>
                  </a:cubicBezTo>
                  <a:cubicBezTo>
                    <a:pt x="364" y="2359"/>
                    <a:pt x="701" y="2939"/>
                    <a:pt x="1402" y="3244"/>
                  </a:cubicBezTo>
                  <a:cubicBezTo>
                    <a:pt x="1740" y="3391"/>
                    <a:pt x="2131" y="3470"/>
                    <a:pt x="2524" y="3470"/>
                  </a:cubicBezTo>
                  <a:cubicBezTo>
                    <a:pt x="3213" y="3470"/>
                    <a:pt x="3904" y="3225"/>
                    <a:pt x="4307" y="2669"/>
                  </a:cubicBezTo>
                  <a:cubicBezTo>
                    <a:pt x="5159" y="1495"/>
                    <a:pt x="3882" y="166"/>
                    <a:pt x="2739" y="15"/>
                  </a:cubicBezTo>
                  <a:cubicBezTo>
                    <a:pt x="2668" y="5"/>
                    <a:pt x="2591" y="1"/>
                    <a:pt x="251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9440" bIns="19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46" name="Google Shape;2574;p37">
              <a:extLst>
                <a:ext uri="{FF2B5EF4-FFF2-40B4-BE49-F238E27FC236}">
                  <a16:creationId xmlns:a16="http://schemas.microsoft.com/office/drawing/2014/main" id="{ED071BD5-61D7-43B9-BE89-41D9FD463D0C}"/>
                </a:ext>
              </a:extLst>
            </p:cNvPr>
            <p:cNvSpPr/>
            <p:nvPr/>
          </p:nvSpPr>
          <p:spPr>
            <a:xfrm>
              <a:off x="695160" y="4135680"/>
              <a:ext cx="84600" cy="103320"/>
            </a:xfrm>
            <a:custGeom>
              <a:avLst/>
              <a:gdLst>
                <a:gd name="textAreaLeft" fmla="*/ 0 w 84600"/>
                <a:gd name="textAreaRight" fmla="*/ 84960 w 84600"/>
                <a:gd name="textAreaTop" fmla="*/ 0 h 103320"/>
                <a:gd name="textAreaBottom" fmla="*/ 103680 h 103320"/>
              </a:gdLst>
              <a:ahLst/>
              <a:cxnLst/>
              <a:rect l="textAreaLeft" t="textAreaTop" r="textAreaRight" b="textAreaBottom"/>
              <a:pathLst>
                <a:path w="7609" h="9281">
                  <a:moveTo>
                    <a:pt x="5014" y="0"/>
                  </a:moveTo>
                  <a:cubicBezTo>
                    <a:pt x="4349" y="0"/>
                    <a:pt x="3516" y="317"/>
                    <a:pt x="2602" y="663"/>
                  </a:cubicBezTo>
                  <a:cubicBezTo>
                    <a:pt x="166" y="1583"/>
                    <a:pt x="1" y="5434"/>
                    <a:pt x="1195" y="7345"/>
                  </a:cubicBezTo>
                  <a:cubicBezTo>
                    <a:pt x="1894" y="8465"/>
                    <a:pt x="3246" y="9280"/>
                    <a:pt x="4499" y="9280"/>
                  </a:cubicBezTo>
                  <a:cubicBezTo>
                    <a:pt x="5316" y="9280"/>
                    <a:pt x="6091" y="8933"/>
                    <a:pt x="6615" y="8097"/>
                  </a:cubicBezTo>
                  <a:cubicBezTo>
                    <a:pt x="7512" y="6665"/>
                    <a:pt x="7608" y="2004"/>
                    <a:pt x="6219" y="709"/>
                  </a:cubicBezTo>
                  <a:cubicBezTo>
                    <a:pt x="5946" y="192"/>
                    <a:pt x="5530" y="0"/>
                    <a:pt x="501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1840" bIns="518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47" name="Google Shape;2575;p37">
              <a:extLst>
                <a:ext uri="{FF2B5EF4-FFF2-40B4-BE49-F238E27FC236}">
                  <a16:creationId xmlns:a16="http://schemas.microsoft.com/office/drawing/2014/main" id="{5355C35A-1F62-45E6-9A8C-B84954663117}"/>
                </a:ext>
              </a:extLst>
            </p:cNvPr>
            <p:cNvSpPr/>
            <p:nvPr/>
          </p:nvSpPr>
          <p:spPr>
            <a:xfrm>
              <a:off x="677520" y="4101480"/>
              <a:ext cx="129600" cy="90720"/>
            </a:xfrm>
            <a:custGeom>
              <a:avLst/>
              <a:gdLst>
                <a:gd name="textAreaLeft" fmla="*/ 0 w 129600"/>
                <a:gd name="textAreaRight" fmla="*/ 129960 w 129600"/>
                <a:gd name="textAreaTop" fmla="*/ 0 h 90720"/>
                <a:gd name="textAreaBottom" fmla="*/ 91080 h 90720"/>
              </a:gdLst>
              <a:ahLst/>
              <a:cxnLst/>
              <a:rect l="textAreaLeft" t="textAreaTop" r="textAreaRight" b="textAreaBottom"/>
              <a:pathLst>
                <a:path w="11640" h="8158">
                  <a:moveTo>
                    <a:pt x="5134" y="1"/>
                  </a:moveTo>
                  <a:cubicBezTo>
                    <a:pt x="4041" y="1"/>
                    <a:pt x="2909" y="385"/>
                    <a:pt x="2084" y="997"/>
                  </a:cubicBezTo>
                  <a:cubicBezTo>
                    <a:pt x="1" y="2542"/>
                    <a:pt x="372" y="5663"/>
                    <a:pt x="1594" y="7630"/>
                  </a:cubicBezTo>
                  <a:cubicBezTo>
                    <a:pt x="1611" y="7733"/>
                    <a:pt x="1639" y="7834"/>
                    <a:pt x="1694" y="7922"/>
                  </a:cubicBezTo>
                  <a:cubicBezTo>
                    <a:pt x="1785" y="8064"/>
                    <a:pt x="1930" y="8157"/>
                    <a:pt x="2083" y="8157"/>
                  </a:cubicBezTo>
                  <a:cubicBezTo>
                    <a:pt x="2158" y="8157"/>
                    <a:pt x="2234" y="8135"/>
                    <a:pt x="2307" y="8084"/>
                  </a:cubicBezTo>
                  <a:cubicBezTo>
                    <a:pt x="2412" y="8012"/>
                    <a:pt x="2393" y="7848"/>
                    <a:pt x="2304" y="7791"/>
                  </a:cubicBezTo>
                  <a:cubicBezTo>
                    <a:pt x="2304" y="6552"/>
                    <a:pt x="3544" y="5663"/>
                    <a:pt x="4535" y="5149"/>
                  </a:cubicBezTo>
                  <a:cubicBezTo>
                    <a:pt x="5021" y="4898"/>
                    <a:pt x="5489" y="4809"/>
                    <a:pt x="5966" y="4809"/>
                  </a:cubicBezTo>
                  <a:cubicBezTo>
                    <a:pt x="6394" y="4809"/>
                    <a:pt x="6830" y="4881"/>
                    <a:pt x="7293" y="4971"/>
                  </a:cubicBezTo>
                  <a:cubicBezTo>
                    <a:pt x="7903" y="5091"/>
                    <a:pt x="8578" y="5227"/>
                    <a:pt x="9211" y="5227"/>
                  </a:cubicBezTo>
                  <a:cubicBezTo>
                    <a:pt x="10118" y="5227"/>
                    <a:pt x="10940" y="4947"/>
                    <a:pt x="11360" y="3934"/>
                  </a:cubicBezTo>
                  <a:cubicBezTo>
                    <a:pt x="11404" y="3827"/>
                    <a:pt x="11296" y="3682"/>
                    <a:pt x="11182" y="3682"/>
                  </a:cubicBezTo>
                  <a:cubicBezTo>
                    <a:pt x="11177" y="3682"/>
                    <a:pt x="11173" y="3683"/>
                    <a:pt x="11168" y="3683"/>
                  </a:cubicBezTo>
                  <a:cubicBezTo>
                    <a:pt x="10922" y="3708"/>
                    <a:pt x="10674" y="3721"/>
                    <a:pt x="10427" y="3721"/>
                  </a:cubicBezTo>
                  <a:cubicBezTo>
                    <a:pt x="10400" y="3721"/>
                    <a:pt x="10373" y="3721"/>
                    <a:pt x="10345" y="3720"/>
                  </a:cubicBezTo>
                  <a:cubicBezTo>
                    <a:pt x="10458" y="3668"/>
                    <a:pt x="10565" y="3607"/>
                    <a:pt x="10668" y="3536"/>
                  </a:cubicBezTo>
                  <a:cubicBezTo>
                    <a:pt x="11143" y="3205"/>
                    <a:pt x="11640" y="2717"/>
                    <a:pt x="11612" y="2098"/>
                  </a:cubicBezTo>
                  <a:cubicBezTo>
                    <a:pt x="11605" y="1968"/>
                    <a:pt x="11510" y="1897"/>
                    <a:pt x="11393" y="1897"/>
                  </a:cubicBezTo>
                  <a:cubicBezTo>
                    <a:pt x="11380" y="1897"/>
                    <a:pt x="11366" y="1898"/>
                    <a:pt x="11352" y="1900"/>
                  </a:cubicBezTo>
                  <a:cubicBezTo>
                    <a:pt x="10924" y="1960"/>
                    <a:pt x="10503" y="2042"/>
                    <a:pt x="10072" y="2044"/>
                  </a:cubicBezTo>
                  <a:cubicBezTo>
                    <a:pt x="9557" y="2044"/>
                    <a:pt x="9113" y="1684"/>
                    <a:pt x="8698" y="1424"/>
                  </a:cubicBezTo>
                  <a:cubicBezTo>
                    <a:pt x="8026" y="998"/>
                    <a:pt x="7347" y="565"/>
                    <a:pt x="6606" y="269"/>
                  </a:cubicBezTo>
                  <a:cubicBezTo>
                    <a:pt x="6148" y="85"/>
                    <a:pt x="5645" y="1"/>
                    <a:pt x="5134"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5360" bIns="453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48" name="Google Shape;2576;p37">
              <a:extLst>
                <a:ext uri="{FF2B5EF4-FFF2-40B4-BE49-F238E27FC236}">
                  <a16:creationId xmlns:a16="http://schemas.microsoft.com/office/drawing/2014/main" id="{19A662E4-C0F7-444E-9B9B-FBE9C0F9F790}"/>
                </a:ext>
              </a:extLst>
            </p:cNvPr>
            <p:cNvSpPr/>
            <p:nvPr/>
          </p:nvSpPr>
          <p:spPr>
            <a:xfrm>
              <a:off x="683640" y="4169520"/>
              <a:ext cx="36720" cy="33480"/>
            </a:xfrm>
            <a:custGeom>
              <a:avLst/>
              <a:gdLst>
                <a:gd name="textAreaLeft" fmla="*/ 0 w 36720"/>
                <a:gd name="textAreaRight" fmla="*/ 37080 w 36720"/>
                <a:gd name="textAreaTop" fmla="*/ 0 h 33480"/>
                <a:gd name="textAreaBottom" fmla="*/ 33840 h 33480"/>
              </a:gdLst>
              <a:ahLst/>
              <a:cxnLst/>
              <a:rect l="textAreaLeft" t="textAreaTop" r="textAreaRight" b="textAreaBottom"/>
              <a:pathLst>
                <a:path w="3306" h="3037">
                  <a:moveTo>
                    <a:pt x="1580" y="1"/>
                  </a:moveTo>
                  <a:cubicBezTo>
                    <a:pt x="1391" y="1"/>
                    <a:pt x="1185" y="95"/>
                    <a:pt x="958" y="320"/>
                  </a:cubicBezTo>
                  <a:cubicBezTo>
                    <a:pt x="1" y="1275"/>
                    <a:pt x="1099" y="3037"/>
                    <a:pt x="2313" y="3037"/>
                  </a:cubicBezTo>
                  <a:cubicBezTo>
                    <a:pt x="2454" y="3037"/>
                    <a:pt x="2596" y="3013"/>
                    <a:pt x="2737" y="2962"/>
                  </a:cubicBezTo>
                  <a:lnTo>
                    <a:pt x="3306" y="2393"/>
                  </a:lnTo>
                  <a:cubicBezTo>
                    <a:pt x="2908" y="1809"/>
                    <a:pt x="2408" y="1"/>
                    <a:pt x="1580" y="1"/>
                  </a:cubicBezTo>
                  <a:close/>
                </a:path>
              </a:pathLst>
            </a:custGeom>
            <a:solidFill>
              <a:srgbClr val="FDDF7B"/>
            </a:solidFill>
            <a:ln w="0">
              <a:noFill/>
            </a:ln>
          </p:spPr>
          <p:style>
            <a:lnRef idx="0">
              <a:scrgbClr r="0" g="0" b="0"/>
            </a:lnRef>
            <a:fillRef idx="0">
              <a:scrgbClr r="0" g="0" b="0"/>
            </a:fillRef>
            <a:effectRef idx="0">
              <a:scrgbClr r="0" g="0" b="0"/>
            </a:effectRef>
            <a:fontRef idx="minor"/>
          </p:style>
          <p:txBody>
            <a:bodyPr tIns="16920" bIns="169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grpSp>
      <p:grpSp>
        <p:nvGrpSpPr>
          <p:cNvPr id="149" name="Google Shape;2692;p37">
            <a:extLst>
              <a:ext uri="{FF2B5EF4-FFF2-40B4-BE49-F238E27FC236}">
                <a16:creationId xmlns:a16="http://schemas.microsoft.com/office/drawing/2014/main" id="{D41A28D2-CD57-4219-B237-148D5E6EBED4}"/>
              </a:ext>
            </a:extLst>
          </p:cNvPr>
          <p:cNvGrpSpPr/>
          <p:nvPr/>
        </p:nvGrpSpPr>
        <p:grpSpPr>
          <a:xfrm>
            <a:off x="1539895" y="3457980"/>
            <a:ext cx="1010520" cy="665640"/>
            <a:chOff x="2440440" y="4232160"/>
            <a:chExt cx="1010520" cy="665640"/>
          </a:xfrm>
        </p:grpSpPr>
        <p:sp>
          <p:nvSpPr>
            <p:cNvPr id="150" name="Google Shape;2693;p37">
              <a:extLst>
                <a:ext uri="{FF2B5EF4-FFF2-40B4-BE49-F238E27FC236}">
                  <a16:creationId xmlns:a16="http://schemas.microsoft.com/office/drawing/2014/main" id="{C67E471E-EC31-4EFD-82FD-64589D328339}"/>
                </a:ext>
              </a:extLst>
            </p:cNvPr>
            <p:cNvSpPr/>
            <p:nvPr/>
          </p:nvSpPr>
          <p:spPr>
            <a:xfrm>
              <a:off x="2440440" y="4766400"/>
              <a:ext cx="1010520" cy="131400"/>
            </a:xfrm>
            <a:custGeom>
              <a:avLst/>
              <a:gdLst>
                <a:gd name="textAreaLeft" fmla="*/ 0 w 1010520"/>
                <a:gd name="textAreaRight" fmla="*/ 1010880 w 1010520"/>
                <a:gd name="textAreaTop" fmla="*/ 0 h 131400"/>
                <a:gd name="textAreaBottom" fmla="*/ 131760 h 131400"/>
              </a:gdLst>
              <a:ahLst/>
              <a:cxnLst/>
              <a:rect l="textAreaLeft" t="textAreaTop" r="textAreaRight" b="textAreaBottom"/>
              <a:pathLst>
                <a:path w="92751" h="12078">
                  <a:moveTo>
                    <a:pt x="8215" y="5404"/>
                  </a:moveTo>
                  <a:cubicBezTo>
                    <a:pt x="8254" y="5404"/>
                    <a:pt x="8294" y="5404"/>
                    <a:pt x="8333" y="5405"/>
                  </a:cubicBezTo>
                  <a:cubicBezTo>
                    <a:pt x="8689" y="5411"/>
                    <a:pt x="9045" y="5439"/>
                    <a:pt x="9400" y="5476"/>
                  </a:cubicBezTo>
                  <a:cubicBezTo>
                    <a:pt x="8731" y="5776"/>
                    <a:pt x="8064" y="6073"/>
                    <a:pt x="7390" y="6357"/>
                  </a:cubicBezTo>
                  <a:cubicBezTo>
                    <a:pt x="6991" y="6524"/>
                    <a:pt x="6589" y="6699"/>
                    <a:pt x="6196" y="6889"/>
                  </a:cubicBezTo>
                  <a:cubicBezTo>
                    <a:pt x="6175" y="6883"/>
                    <a:pt x="6153" y="6875"/>
                    <a:pt x="6130" y="6869"/>
                  </a:cubicBezTo>
                  <a:cubicBezTo>
                    <a:pt x="5412" y="6687"/>
                    <a:pt x="4593" y="6730"/>
                    <a:pt x="3856" y="6711"/>
                  </a:cubicBezTo>
                  <a:cubicBezTo>
                    <a:pt x="3838" y="6711"/>
                    <a:pt x="3819" y="6711"/>
                    <a:pt x="3801" y="6711"/>
                  </a:cubicBezTo>
                  <a:cubicBezTo>
                    <a:pt x="3765" y="6711"/>
                    <a:pt x="3729" y="6711"/>
                    <a:pt x="3692" y="6711"/>
                  </a:cubicBezTo>
                  <a:cubicBezTo>
                    <a:pt x="5233" y="6055"/>
                    <a:pt x="6503" y="5404"/>
                    <a:pt x="8215" y="5404"/>
                  </a:cubicBezTo>
                  <a:close/>
                  <a:moveTo>
                    <a:pt x="16553" y="1"/>
                  </a:moveTo>
                  <a:cubicBezTo>
                    <a:pt x="16079" y="1"/>
                    <a:pt x="15588" y="137"/>
                    <a:pt x="15161" y="266"/>
                  </a:cubicBezTo>
                  <a:cubicBezTo>
                    <a:pt x="14368" y="505"/>
                    <a:pt x="13557" y="792"/>
                    <a:pt x="12781" y="1082"/>
                  </a:cubicBezTo>
                  <a:cubicBezTo>
                    <a:pt x="12634" y="1136"/>
                    <a:pt x="12654" y="1330"/>
                    <a:pt x="12810" y="1350"/>
                  </a:cubicBezTo>
                  <a:cubicBezTo>
                    <a:pt x="12909" y="1363"/>
                    <a:pt x="13008" y="1369"/>
                    <a:pt x="13107" y="1369"/>
                  </a:cubicBezTo>
                  <a:cubicBezTo>
                    <a:pt x="13930" y="1369"/>
                    <a:pt x="14766" y="943"/>
                    <a:pt x="15531" y="706"/>
                  </a:cubicBezTo>
                  <a:cubicBezTo>
                    <a:pt x="15855" y="606"/>
                    <a:pt x="16176" y="543"/>
                    <a:pt x="16495" y="543"/>
                  </a:cubicBezTo>
                  <a:cubicBezTo>
                    <a:pt x="16801" y="543"/>
                    <a:pt x="17105" y="601"/>
                    <a:pt x="17408" y="739"/>
                  </a:cubicBezTo>
                  <a:cubicBezTo>
                    <a:pt x="17682" y="864"/>
                    <a:pt x="18537" y="1336"/>
                    <a:pt x="18684" y="1712"/>
                  </a:cubicBezTo>
                  <a:cubicBezTo>
                    <a:pt x="18143" y="1894"/>
                    <a:pt x="17549" y="2109"/>
                    <a:pt x="16941" y="2336"/>
                  </a:cubicBezTo>
                  <a:cubicBezTo>
                    <a:pt x="16478" y="2264"/>
                    <a:pt x="16002" y="2239"/>
                    <a:pt x="15529" y="2239"/>
                  </a:cubicBezTo>
                  <a:cubicBezTo>
                    <a:pt x="15118" y="2239"/>
                    <a:pt x="14709" y="2258"/>
                    <a:pt x="14314" y="2281"/>
                  </a:cubicBezTo>
                  <a:cubicBezTo>
                    <a:pt x="13873" y="2306"/>
                    <a:pt x="13438" y="2323"/>
                    <a:pt x="13003" y="2323"/>
                  </a:cubicBezTo>
                  <a:cubicBezTo>
                    <a:pt x="12663" y="2323"/>
                    <a:pt x="12323" y="2313"/>
                    <a:pt x="11978" y="2287"/>
                  </a:cubicBezTo>
                  <a:cubicBezTo>
                    <a:pt x="11752" y="2270"/>
                    <a:pt x="11523" y="2255"/>
                    <a:pt x="11295" y="2255"/>
                  </a:cubicBezTo>
                  <a:cubicBezTo>
                    <a:pt x="10833" y="2255"/>
                    <a:pt x="10378" y="2318"/>
                    <a:pt x="9970" y="2561"/>
                  </a:cubicBezTo>
                  <a:cubicBezTo>
                    <a:pt x="9862" y="2624"/>
                    <a:pt x="9888" y="2819"/>
                    <a:pt x="10024" y="2819"/>
                  </a:cubicBezTo>
                  <a:cubicBezTo>
                    <a:pt x="10027" y="2819"/>
                    <a:pt x="10030" y="2819"/>
                    <a:pt x="10033" y="2819"/>
                  </a:cubicBezTo>
                  <a:cubicBezTo>
                    <a:pt x="10374" y="2798"/>
                    <a:pt x="10714" y="2791"/>
                    <a:pt x="11054" y="2791"/>
                  </a:cubicBezTo>
                  <a:cubicBezTo>
                    <a:pt x="11687" y="2791"/>
                    <a:pt x="12318" y="2815"/>
                    <a:pt x="12950" y="2815"/>
                  </a:cubicBezTo>
                  <a:cubicBezTo>
                    <a:pt x="13295" y="2815"/>
                    <a:pt x="13640" y="2808"/>
                    <a:pt x="13986" y="2786"/>
                  </a:cubicBezTo>
                  <a:cubicBezTo>
                    <a:pt x="14500" y="2756"/>
                    <a:pt x="15012" y="2730"/>
                    <a:pt x="15522" y="2730"/>
                  </a:cubicBezTo>
                  <a:cubicBezTo>
                    <a:pt x="15648" y="2730"/>
                    <a:pt x="15775" y="2732"/>
                    <a:pt x="15902" y="2735"/>
                  </a:cubicBezTo>
                  <a:cubicBezTo>
                    <a:pt x="15336" y="2955"/>
                    <a:pt x="14776" y="3178"/>
                    <a:pt x="14253" y="3391"/>
                  </a:cubicBezTo>
                  <a:cubicBezTo>
                    <a:pt x="13264" y="3288"/>
                    <a:pt x="12274" y="3190"/>
                    <a:pt x="11266" y="3168"/>
                  </a:cubicBezTo>
                  <a:cubicBezTo>
                    <a:pt x="11016" y="3163"/>
                    <a:pt x="10745" y="3157"/>
                    <a:pt x="10465" y="3157"/>
                  </a:cubicBezTo>
                  <a:cubicBezTo>
                    <a:pt x="9430" y="3157"/>
                    <a:pt x="8264" y="3252"/>
                    <a:pt x="7515" y="3895"/>
                  </a:cubicBezTo>
                  <a:cubicBezTo>
                    <a:pt x="7428" y="3971"/>
                    <a:pt x="7496" y="4115"/>
                    <a:pt x="7601" y="4115"/>
                  </a:cubicBezTo>
                  <a:cubicBezTo>
                    <a:pt x="7612" y="4115"/>
                    <a:pt x="7623" y="4114"/>
                    <a:pt x="7634" y="4110"/>
                  </a:cubicBezTo>
                  <a:cubicBezTo>
                    <a:pt x="8929" y="3746"/>
                    <a:pt x="10217" y="3642"/>
                    <a:pt x="11509" y="3642"/>
                  </a:cubicBezTo>
                  <a:cubicBezTo>
                    <a:pt x="12169" y="3642"/>
                    <a:pt x="12829" y="3669"/>
                    <a:pt x="13492" y="3702"/>
                  </a:cubicBezTo>
                  <a:cubicBezTo>
                    <a:pt x="12780" y="3996"/>
                    <a:pt x="12184" y="4248"/>
                    <a:pt x="11808" y="4407"/>
                  </a:cubicBezTo>
                  <a:cubicBezTo>
                    <a:pt x="11227" y="4656"/>
                    <a:pt x="10650" y="4914"/>
                    <a:pt x="10073" y="5173"/>
                  </a:cubicBezTo>
                  <a:cubicBezTo>
                    <a:pt x="9306" y="5060"/>
                    <a:pt x="8539" y="4934"/>
                    <a:pt x="7772" y="4934"/>
                  </a:cubicBezTo>
                  <a:cubicBezTo>
                    <a:pt x="6264" y="4934"/>
                    <a:pt x="4625" y="5507"/>
                    <a:pt x="3512" y="6534"/>
                  </a:cubicBezTo>
                  <a:cubicBezTo>
                    <a:pt x="3445" y="6595"/>
                    <a:pt x="3470" y="6676"/>
                    <a:pt x="3529" y="6714"/>
                  </a:cubicBezTo>
                  <a:cubicBezTo>
                    <a:pt x="2234" y="6776"/>
                    <a:pt x="1229" y="7383"/>
                    <a:pt x="83" y="7983"/>
                  </a:cubicBezTo>
                  <a:cubicBezTo>
                    <a:pt x="0" y="8026"/>
                    <a:pt x="24" y="8173"/>
                    <a:pt x="121" y="8173"/>
                  </a:cubicBezTo>
                  <a:cubicBezTo>
                    <a:pt x="123" y="8173"/>
                    <a:pt x="126" y="8173"/>
                    <a:pt x="129" y="8173"/>
                  </a:cubicBezTo>
                  <a:cubicBezTo>
                    <a:pt x="615" y="8134"/>
                    <a:pt x="985" y="7964"/>
                    <a:pt x="1424" y="7752"/>
                  </a:cubicBezTo>
                  <a:cubicBezTo>
                    <a:pt x="2178" y="7386"/>
                    <a:pt x="3004" y="7189"/>
                    <a:pt x="3844" y="7182"/>
                  </a:cubicBezTo>
                  <a:cubicBezTo>
                    <a:pt x="3942" y="7180"/>
                    <a:pt x="4041" y="7179"/>
                    <a:pt x="4141" y="7179"/>
                  </a:cubicBezTo>
                  <a:cubicBezTo>
                    <a:pt x="4592" y="7179"/>
                    <a:pt x="5058" y="7196"/>
                    <a:pt x="5514" y="7245"/>
                  </a:cubicBezTo>
                  <a:cubicBezTo>
                    <a:pt x="4917" y="7590"/>
                    <a:pt x="4364" y="8001"/>
                    <a:pt x="3909" y="8538"/>
                  </a:cubicBezTo>
                  <a:cubicBezTo>
                    <a:pt x="3830" y="8632"/>
                    <a:pt x="3812" y="8801"/>
                    <a:pt x="3943" y="8867"/>
                  </a:cubicBezTo>
                  <a:cubicBezTo>
                    <a:pt x="5817" y="9807"/>
                    <a:pt x="8016" y="9770"/>
                    <a:pt x="10065" y="9775"/>
                  </a:cubicBezTo>
                  <a:cubicBezTo>
                    <a:pt x="12815" y="9781"/>
                    <a:pt x="15560" y="9981"/>
                    <a:pt x="18307" y="10121"/>
                  </a:cubicBezTo>
                  <a:cubicBezTo>
                    <a:pt x="24180" y="10423"/>
                    <a:pt x="30050" y="10700"/>
                    <a:pt x="35921" y="11037"/>
                  </a:cubicBezTo>
                  <a:cubicBezTo>
                    <a:pt x="41742" y="11372"/>
                    <a:pt x="47573" y="11457"/>
                    <a:pt x="53401" y="11612"/>
                  </a:cubicBezTo>
                  <a:cubicBezTo>
                    <a:pt x="59231" y="11767"/>
                    <a:pt x="65066" y="12011"/>
                    <a:pt x="70899" y="12073"/>
                  </a:cubicBezTo>
                  <a:cubicBezTo>
                    <a:pt x="71171" y="12076"/>
                    <a:pt x="71442" y="12077"/>
                    <a:pt x="71714" y="12077"/>
                  </a:cubicBezTo>
                  <a:cubicBezTo>
                    <a:pt x="74514" y="12077"/>
                    <a:pt x="77298" y="11926"/>
                    <a:pt x="80088" y="11655"/>
                  </a:cubicBezTo>
                  <a:cubicBezTo>
                    <a:pt x="81384" y="11529"/>
                    <a:pt x="82660" y="11219"/>
                    <a:pt x="83954" y="11134"/>
                  </a:cubicBezTo>
                  <a:cubicBezTo>
                    <a:pt x="84959" y="11071"/>
                    <a:pt x="85988" y="11048"/>
                    <a:pt x="86951" y="10740"/>
                  </a:cubicBezTo>
                  <a:cubicBezTo>
                    <a:pt x="87591" y="10803"/>
                    <a:pt x="88239" y="10830"/>
                    <a:pt x="88844" y="10882"/>
                  </a:cubicBezTo>
                  <a:cubicBezTo>
                    <a:pt x="89383" y="10929"/>
                    <a:pt x="90028" y="11018"/>
                    <a:pt x="90663" y="11018"/>
                  </a:cubicBezTo>
                  <a:cubicBezTo>
                    <a:pt x="91398" y="11018"/>
                    <a:pt x="92118" y="10898"/>
                    <a:pt x="92641" y="10451"/>
                  </a:cubicBezTo>
                  <a:cubicBezTo>
                    <a:pt x="92750" y="10357"/>
                    <a:pt x="92654" y="10201"/>
                    <a:pt x="92531" y="10201"/>
                  </a:cubicBezTo>
                  <a:cubicBezTo>
                    <a:pt x="92522" y="10201"/>
                    <a:pt x="92513" y="10202"/>
                    <a:pt x="92505" y="10203"/>
                  </a:cubicBezTo>
                  <a:cubicBezTo>
                    <a:pt x="91697" y="10351"/>
                    <a:pt x="90931" y="10414"/>
                    <a:pt x="90148" y="10414"/>
                  </a:cubicBezTo>
                  <a:cubicBezTo>
                    <a:pt x="89726" y="10414"/>
                    <a:pt x="89299" y="10396"/>
                    <a:pt x="88858" y="10363"/>
                  </a:cubicBezTo>
                  <a:cubicBezTo>
                    <a:pt x="88413" y="10329"/>
                    <a:pt x="87941" y="10324"/>
                    <a:pt x="87466" y="10313"/>
                  </a:cubicBezTo>
                  <a:cubicBezTo>
                    <a:pt x="87462" y="10293"/>
                    <a:pt x="87455" y="10274"/>
                    <a:pt x="87448" y="10256"/>
                  </a:cubicBezTo>
                  <a:cubicBezTo>
                    <a:pt x="87160" y="9761"/>
                    <a:pt x="86817" y="9323"/>
                    <a:pt x="86439" y="8924"/>
                  </a:cubicBezTo>
                  <a:lnTo>
                    <a:pt x="86439" y="8924"/>
                  </a:lnTo>
                  <a:cubicBezTo>
                    <a:pt x="86913" y="9059"/>
                    <a:pt x="87384" y="9163"/>
                    <a:pt x="87874" y="9260"/>
                  </a:cubicBezTo>
                  <a:cubicBezTo>
                    <a:pt x="88514" y="9387"/>
                    <a:pt x="89450" y="9641"/>
                    <a:pt x="90290" y="9641"/>
                  </a:cubicBezTo>
                  <a:cubicBezTo>
                    <a:pt x="90819" y="9641"/>
                    <a:pt x="91309" y="9540"/>
                    <a:pt x="91663" y="9244"/>
                  </a:cubicBezTo>
                  <a:cubicBezTo>
                    <a:pt x="91771" y="9153"/>
                    <a:pt x="91700" y="8947"/>
                    <a:pt x="91557" y="8947"/>
                  </a:cubicBezTo>
                  <a:cubicBezTo>
                    <a:pt x="91554" y="8947"/>
                    <a:pt x="91551" y="8947"/>
                    <a:pt x="91549" y="8948"/>
                  </a:cubicBezTo>
                  <a:cubicBezTo>
                    <a:pt x="91173" y="8969"/>
                    <a:pt x="90797" y="8981"/>
                    <a:pt x="90423" y="8981"/>
                  </a:cubicBezTo>
                  <a:cubicBezTo>
                    <a:pt x="89174" y="8981"/>
                    <a:pt x="87936" y="8850"/>
                    <a:pt x="86711" y="8519"/>
                  </a:cubicBezTo>
                  <a:cubicBezTo>
                    <a:pt x="86425" y="8442"/>
                    <a:pt x="86076" y="8327"/>
                    <a:pt x="85708" y="8233"/>
                  </a:cubicBezTo>
                  <a:cubicBezTo>
                    <a:pt x="85102" y="7724"/>
                    <a:pt x="84434" y="7284"/>
                    <a:pt x="83738" y="6880"/>
                  </a:cubicBezTo>
                  <a:cubicBezTo>
                    <a:pt x="84000" y="6820"/>
                    <a:pt x="84281" y="6796"/>
                    <a:pt x="84566" y="6796"/>
                  </a:cubicBezTo>
                  <a:cubicBezTo>
                    <a:pt x="85251" y="6796"/>
                    <a:pt x="85959" y="6936"/>
                    <a:pt x="86492" y="7055"/>
                  </a:cubicBezTo>
                  <a:cubicBezTo>
                    <a:pt x="87168" y="7205"/>
                    <a:pt x="87825" y="7429"/>
                    <a:pt x="88451" y="7721"/>
                  </a:cubicBezTo>
                  <a:cubicBezTo>
                    <a:pt x="88861" y="7913"/>
                    <a:pt x="89218" y="8213"/>
                    <a:pt x="89633" y="8388"/>
                  </a:cubicBezTo>
                  <a:cubicBezTo>
                    <a:pt x="89655" y="8397"/>
                    <a:pt x="89675" y="8401"/>
                    <a:pt x="89695" y="8401"/>
                  </a:cubicBezTo>
                  <a:cubicBezTo>
                    <a:pt x="89818" y="8401"/>
                    <a:pt x="89890" y="8237"/>
                    <a:pt x="89842" y="8128"/>
                  </a:cubicBezTo>
                  <a:cubicBezTo>
                    <a:pt x="89368" y="7049"/>
                    <a:pt x="87171" y="6623"/>
                    <a:pt x="86172" y="6465"/>
                  </a:cubicBezTo>
                  <a:cubicBezTo>
                    <a:pt x="85782" y="6405"/>
                    <a:pt x="85342" y="6356"/>
                    <a:pt x="84897" y="6356"/>
                  </a:cubicBezTo>
                  <a:cubicBezTo>
                    <a:pt x="84349" y="6356"/>
                    <a:pt x="83794" y="6430"/>
                    <a:pt x="83323" y="6645"/>
                  </a:cubicBezTo>
                  <a:cubicBezTo>
                    <a:pt x="83113" y="6529"/>
                    <a:pt x="82903" y="6414"/>
                    <a:pt x="82692" y="6302"/>
                  </a:cubicBezTo>
                  <a:cubicBezTo>
                    <a:pt x="82384" y="6138"/>
                    <a:pt x="82080" y="5966"/>
                    <a:pt x="81777" y="5794"/>
                  </a:cubicBezTo>
                  <a:lnTo>
                    <a:pt x="81777" y="5794"/>
                  </a:lnTo>
                  <a:cubicBezTo>
                    <a:pt x="82131" y="5813"/>
                    <a:pt x="82481" y="5830"/>
                    <a:pt x="82819" y="5830"/>
                  </a:cubicBezTo>
                  <a:cubicBezTo>
                    <a:pt x="82904" y="5830"/>
                    <a:pt x="82989" y="5829"/>
                    <a:pt x="83073" y="5827"/>
                  </a:cubicBezTo>
                  <a:cubicBezTo>
                    <a:pt x="83570" y="5812"/>
                    <a:pt x="84066" y="5797"/>
                    <a:pt x="84562" y="5797"/>
                  </a:cubicBezTo>
                  <a:cubicBezTo>
                    <a:pt x="84816" y="5797"/>
                    <a:pt x="85070" y="5801"/>
                    <a:pt x="85324" y="5811"/>
                  </a:cubicBezTo>
                  <a:cubicBezTo>
                    <a:pt x="86189" y="5844"/>
                    <a:pt x="86979" y="6079"/>
                    <a:pt x="87816" y="6246"/>
                  </a:cubicBezTo>
                  <a:cubicBezTo>
                    <a:pt x="87824" y="6248"/>
                    <a:pt x="87833" y="6249"/>
                    <a:pt x="87842" y="6249"/>
                  </a:cubicBezTo>
                  <a:cubicBezTo>
                    <a:pt x="87956" y="6249"/>
                    <a:pt x="88067" y="6109"/>
                    <a:pt x="87958" y="6014"/>
                  </a:cubicBezTo>
                  <a:cubicBezTo>
                    <a:pt x="87227" y="5382"/>
                    <a:pt x="86140" y="5247"/>
                    <a:pt x="85085" y="5247"/>
                  </a:cubicBezTo>
                  <a:cubicBezTo>
                    <a:pt x="84475" y="5247"/>
                    <a:pt x="83876" y="5292"/>
                    <a:pt x="83362" y="5312"/>
                  </a:cubicBezTo>
                  <a:cubicBezTo>
                    <a:pt x="82582" y="5341"/>
                    <a:pt x="81805" y="5360"/>
                    <a:pt x="81025" y="5372"/>
                  </a:cubicBezTo>
                  <a:cubicBezTo>
                    <a:pt x="80603" y="5140"/>
                    <a:pt x="80175" y="4916"/>
                    <a:pt x="79728" y="4723"/>
                  </a:cubicBezTo>
                  <a:cubicBezTo>
                    <a:pt x="79389" y="4574"/>
                    <a:pt x="79044" y="4437"/>
                    <a:pt x="78699" y="4305"/>
                  </a:cubicBezTo>
                  <a:cubicBezTo>
                    <a:pt x="78717" y="4305"/>
                    <a:pt x="78734" y="4305"/>
                    <a:pt x="78751" y="4305"/>
                  </a:cubicBezTo>
                  <a:cubicBezTo>
                    <a:pt x="79237" y="4305"/>
                    <a:pt x="79716" y="4324"/>
                    <a:pt x="80156" y="4324"/>
                  </a:cubicBezTo>
                  <a:cubicBezTo>
                    <a:pt x="80187" y="4324"/>
                    <a:pt x="80217" y="4324"/>
                    <a:pt x="80247" y="4324"/>
                  </a:cubicBezTo>
                  <a:cubicBezTo>
                    <a:pt x="80257" y="4324"/>
                    <a:pt x="80266" y="4324"/>
                    <a:pt x="80275" y="4324"/>
                  </a:cubicBezTo>
                  <a:cubicBezTo>
                    <a:pt x="81039" y="4324"/>
                    <a:pt x="81741" y="4512"/>
                    <a:pt x="82462" y="4744"/>
                  </a:cubicBezTo>
                  <a:cubicBezTo>
                    <a:pt x="83029" y="4927"/>
                    <a:pt x="83506" y="5231"/>
                    <a:pt x="84112" y="5273"/>
                  </a:cubicBezTo>
                  <a:cubicBezTo>
                    <a:pt x="84115" y="5273"/>
                    <a:pt x="84117" y="5273"/>
                    <a:pt x="84120" y="5273"/>
                  </a:cubicBezTo>
                  <a:cubicBezTo>
                    <a:pt x="84231" y="5273"/>
                    <a:pt x="84272" y="5114"/>
                    <a:pt x="84177" y="5055"/>
                  </a:cubicBezTo>
                  <a:cubicBezTo>
                    <a:pt x="82933" y="4288"/>
                    <a:pt x="81572" y="3853"/>
                    <a:pt x="80115" y="3853"/>
                  </a:cubicBezTo>
                  <a:cubicBezTo>
                    <a:pt x="80063" y="3853"/>
                    <a:pt x="80011" y="3854"/>
                    <a:pt x="79958" y="3855"/>
                  </a:cubicBezTo>
                  <a:cubicBezTo>
                    <a:pt x="79251" y="3871"/>
                    <a:pt x="78497" y="3863"/>
                    <a:pt x="77771" y="3965"/>
                  </a:cubicBezTo>
                  <a:cubicBezTo>
                    <a:pt x="77139" y="3745"/>
                    <a:pt x="76502" y="3543"/>
                    <a:pt x="75861" y="3349"/>
                  </a:cubicBezTo>
                  <a:cubicBezTo>
                    <a:pt x="75531" y="3249"/>
                    <a:pt x="75201" y="3141"/>
                    <a:pt x="74875" y="3031"/>
                  </a:cubicBezTo>
                  <a:lnTo>
                    <a:pt x="74875" y="3031"/>
                  </a:lnTo>
                  <a:cubicBezTo>
                    <a:pt x="74977" y="3037"/>
                    <a:pt x="75076" y="3040"/>
                    <a:pt x="75174" y="3040"/>
                  </a:cubicBezTo>
                  <a:cubicBezTo>
                    <a:pt x="75634" y="3040"/>
                    <a:pt x="76052" y="2972"/>
                    <a:pt x="76557" y="2827"/>
                  </a:cubicBezTo>
                  <a:cubicBezTo>
                    <a:pt x="77746" y="2486"/>
                    <a:pt x="78933" y="1997"/>
                    <a:pt x="80119" y="1997"/>
                  </a:cubicBezTo>
                  <a:cubicBezTo>
                    <a:pt x="80715" y="1997"/>
                    <a:pt x="81311" y="2121"/>
                    <a:pt x="81908" y="2448"/>
                  </a:cubicBezTo>
                  <a:cubicBezTo>
                    <a:pt x="81927" y="2458"/>
                    <a:pt x="81946" y="2463"/>
                    <a:pt x="81963" y="2463"/>
                  </a:cubicBezTo>
                  <a:cubicBezTo>
                    <a:pt x="82043" y="2463"/>
                    <a:pt x="82097" y="2363"/>
                    <a:pt x="82038" y="2287"/>
                  </a:cubicBezTo>
                  <a:cubicBezTo>
                    <a:pt x="81563" y="1669"/>
                    <a:pt x="80888" y="1458"/>
                    <a:pt x="80158" y="1458"/>
                  </a:cubicBezTo>
                  <a:cubicBezTo>
                    <a:pt x="79128" y="1458"/>
                    <a:pt x="77988" y="1877"/>
                    <a:pt x="77147" y="2162"/>
                  </a:cubicBezTo>
                  <a:cubicBezTo>
                    <a:pt x="76700" y="2313"/>
                    <a:pt x="76253" y="2460"/>
                    <a:pt x="75797" y="2581"/>
                  </a:cubicBezTo>
                  <a:cubicBezTo>
                    <a:pt x="75598" y="2633"/>
                    <a:pt x="75395" y="2651"/>
                    <a:pt x="75189" y="2651"/>
                  </a:cubicBezTo>
                  <a:cubicBezTo>
                    <a:pt x="74821" y="2651"/>
                    <a:pt x="74447" y="2593"/>
                    <a:pt x="74088" y="2568"/>
                  </a:cubicBezTo>
                  <a:cubicBezTo>
                    <a:pt x="73904" y="2556"/>
                    <a:pt x="73719" y="2547"/>
                    <a:pt x="73534" y="2547"/>
                  </a:cubicBezTo>
                  <a:cubicBezTo>
                    <a:pt x="73520" y="2547"/>
                    <a:pt x="73505" y="2547"/>
                    <a:pt x="73491" y="2547"/>
                  </a:cubicBezTo>
                  <a:cubicBezTo>
                    <a:pt x="72991" y="2369"/>
                    <a:pt x="72492" y="2193"/>
                    <a:pt x="71989" y="2032"/>
                  </a:cubicBezTo>
                  <a:cubicBezTo>
                    <a:pt x="72889" y="1797"/>
                    <a:pt x="73805" y="1628"/>
                    <a:pt x="74729" y="1528"/>
                  </a:cubicBezTo>
                  <a:cubicBezTo>
                    <a:pt x="75561" y="1440"/>
                    <a:pt x="76409" y="1481"/>
                    <a:pt x="77232" y="1337"/>
                  </a:cubicBezTo>
                  <a:cubicBezTo>
                    <a:pt x="77362" y="1314"/>
                    <a:pt x="77369" y="1104"/>
                    <a:pt x="77239" y="1075"/>
                  </a:cubicBezTo>
                  <a:cubicBezTo>
                    <a:pt x="76809" y="982"/>
                    <a:pt x="76362" y="944"/>
                    <a:pt x="75909" y="944"/>
                  </a:cubicBezTo>
                  <a:cubicBezTo>
                    <a:pt x="74900" y="944"/>
                    <a:pt x="73862" y="1132"/>
                    <a:pt x="72915" y="1320"/>
                  </a:cubicBezTo>
                  <a:cubicBezTo>
                    <a:pt x="72306" y="1441"/>
                    <a:pt x="71728" y="1616"/>
                    <a:pt x="71157" y="1778"/>
                  </a:cubicBezTo>
                  <a:cubicBezTo>
                    <a:pt x="70269" y="1528"/>
                    <a:pt x="69366" y="1334"/>
                    <a:pt x="68426" y="1265"/>
                  </a:cubicBezTo>
                  <a:cubicBezTo>
                    <a:pt x="68232" y="1250"/>
                    <a:pt x="68037" y="1244"/>
                    <a:pt x="67841" y="1244"/>
                  </a:cubicBezTo>
                  <a:cubicBezTo>
                    <a:pt x="66724" y="1244"/>
                    <a:pt x="65587" y="1450"/>
                    <a:pt x="64486" y="1555"/>
                  </a:cubicBezTo>
                  <a:cubicBezTo>
                    <a:pt x="63055" y="1690"/>
                    <a:pt x="61625" y="1800"/>
                    <a:pt x="60190" y="1876"/>
                  </a:cubicBezTo>
                  <a:cubicBezTo>
                    <a:pt x="54264" y="2186"/>
                    <a:pt x="48294" y="2191"/>
                    <a:pt x="42362" y="2234"/>
                  </a:cubicBezTo>
                  <a:cubicBezTo>
                    <a:pt x="42058" y="2237"/>
                    <a:pt x="41755" y="2238"/>
                    <a:pt x="41451" y="2238"/>
                  </a:cubicBezTo>
                  <a:cubicBezTo>
                    <a:pt x="38776" y="2238"/>
                    <a:pt x="36104" y="2157"/>
                    <a:pt x="33428" y="2091"/>
                  </a:cubicBezTo>
                  <a:cubicBezTo>
                    <a:pt x="30589" y="2018"/>
                    <a:pt x="27759" y="1696"/>
                    <a:pt x="24921" y="1656"/>
                  </a:cubicBezTo>
                  <a:cubicBezTo>
                    <a:pt x="22969" y="1630"/>
                    <a:pt x="21040" y="1146"/>
                    <a:pt x="20867" y="1146"/>
                  </a:cubicBezTo>
                  <a:cubicBezTo>
                    <a:pt x="20865" y="1146"/>
                    <a:pt x="20864" y="1146"/>
                    <a:pt x="20863" y="1146"/>
                  </a:cubicBezTo>
                  <a:cubicBezTo>
                    <a:pt x="20486" y="1163"/>
                    <a:pt x="19796" y="1347"/>
                    <a:pt x="18956" y="1622"/>
                  </a:cubicBezTo>
                  <a:cubicBezTo>
                    <a:pt x="18928" y="946"/>
                    <a:pt x="17605" y="243"/>
                    <a:pt x="17178" y="97"/>
                  </a:cubicBezTo>
                  <a:cubicBezTo>
                    <a:pt x="16978" y="28"/>
                    <a:pt x="16767" y="1"/>
                    <a:pt x="1655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5880" bIns="658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51" name="Google Shape;2694;p37">
              <a:extLst>
                <a:ext uri="{FF2B5EF4-FFF2-40B4-BE49-F238E27FC236}">
                  <a16:creationId xmlns:a16="http://schemas.microsoft.com/office/drawing/2014/main" id="{9ACCCF89-224B-4AB7-8D02-7635F64A7E13}"/>
                </a:ext>
              </a:extLst>
            </p:cNvPr>
            <p:cNvSpPr/>
            <p:nvPr/>
          </p:nvSpPr>
          <p:spPr>
            <a:xfrm>
              <a:off x="2534040" y="4326840"/>
              <a:ext cx="752040" cy="383400"/>
            </a:xfrm>
            <a:custGeom>
              <a:avLst/>
              <a:gdLst>
                <a:gd name="textAreaLeft" fmla="*/ 0 w 752040"/>
                <a:gd name="textAreaRight" fmla="*/ 752400 w 752040"/>
                <a:gd name="textAreaTop" fmla="*/ 0 h 383400"/>
                <a:gd name="textAreaBottom" fmla="*/ 383760 h 383400"/>
              </a:gdLst>
              <a:ahLst/>
              <a:cxnLst/>
              <a:rect l="textAreaLeft" t="textAreaTop" r="textAreaRight" b="textAreaBottom"/>
              <a:pathLst>
                <a:path w="69018" h="35203">
                  <a:moveTo>
                    <a:pt x="22469" y="1"/>
                  </a:moveTo>
                  <a:cubicBezTo>
                    <a:pt x="5298" y="1"/>
                    <a:pt x="4713" y="1446"/>
                    <a:pt x="3812" y="2130"/>
                  </a:cubicBezTo>
                  <a:cubicBezTo>
                    <a:pt x="0" y="5026"/>
                    <a:pt x="456" y="13940"/>
                    <a:pt x="1605" y="19305"/>
                  </a:cubicBezTo>
                  <a:cubicBezTo>
                    <a:pt x="2230" y="22220"/>
                    <a:pt x="4111" y="24934"/>
                    <a:pt x="7519" y="26966"/>
                  </a:cubicBezTo>
                  <a:cubicBezTo>
                    <a:pt x="11096" y="29100"/>
                    <a:pt x="15720" y="30668"/>
                    <a:pt x="20090" y="31989"/>
                  </a:cubicBezTo>
                  <a:cubicBezTo>
                    <a:pt x="26407" y="33899"/>
                    <a:pt x="33325" y="35203"/>
                    <a:pt x="40223" y="35203"/>
                  </a:cubicBezTo>
                  <a:cubicBezTo>
                    <a:pt x="42984" y="35203"/>
                    <a:pt x="45743" y="34994"/>
                    <a:pt x="48459" y="34531"/>
                  </a:cubicBezTo>
                  <a:cubicBezTo>
                    <a:pt x="55727" y="33291"/>
                    <a:pt x="61526" y="30124"/>
                    <a:pt x="65054" y="25924"/>
                  </a:cubicBezTo>
                  <a:cubicBezTo>
                    <a:pt x="66959" y="23656"/>
                    <a:pt x="67581" y="22985"/>
                    <a:pt x="67929" y="20393"/>
                  </a:cubicBezTo>
                  <a:cubicBezTo>
                    <a:pt x="68140" y="18824"/>
                    <a:pt x="69017" y="13841"/>
                    <a:pt x="68960" y="10273"/>
                  </a:cubicBezTo>
                  <a:cubicBezTo>
                    <a:pt x="68816" y="1409"/>
                    <a:pt x="62083" y="1323"/>
                    <a:pt x="59319" y="1182"/>
                  </a:cubicBezTo>
                  <a:cubicBezTo>
                    <a:pt x="42225" y="319"/>
                    <a:pt x="30523" y="1"/>
                    <a:pt x="2246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52" name="Google Shape;2695;p37">
              <a:extLst>
                <a:ext uri="{FF2B5EF4-FFF2-40B4-BE49-F238E27FC236}">
                  <a16:creationId xmlns:a16="http://schemas.microsoft.com/office/drawing/2014/main" id="{A6A7DC80-22CB-45E2-B9EC-F9F0F0CB003A}"/>
                </a:ext>
              </a:extLst>
            </p:cNvPr>
            <p:cNvSpPr/>
            <p:nvPr/>
          </p:nvSpPr>
          <p:spPr>
            <a:xfrm>
              <a:off x="2510280" y="4603320"/>
              <a:ext cx="839520" cy="197280"/>
            </a:xfrm>
            <a:custGeom>
              <a:avLst/>
              <a:gdLst>
                <a:gd name="textAreaLeft" fmla="*/ 0 w 839520"/>
                <a:gd name="textAreaRight" fmla="*/ 839880 w 839520"/>
                <a:gd name="textAreaTop" fmla="*/ 0 h 197280"/>
                <a:gd name="textAreaBottom" fmla="*/ 197640 h 197280"/>
              </a:gdLst>
              <a:ahLst/>
              <a:cxnLst/>
              <a:rect l="textAreaLeft" t="textAreaTop" r="textAreaRight" b="textAreaBottom"/>
              <a:pathLst>
                <a:path w="77053" h="18126">
                  <a:moveTo>
                    <a:pt x="47739" y="0"/>
                  </a:moveTo>
                  <a:cubicBezTo>
                    <a:pt x="39630" y="0"/>
                    <a:pt x="31578" y="425"/>
                    <a:pt x="23515" y="851"/>
                  </a:cubicBezTo>
                  <a:cubicBezTo>
                    <a:pt x="20304" y="1019"/>
                    <a:pt x="17099" y="1237"/>
                    <a:pt x="13901" y="1544"/>
                  </a:cubicBezTo>
                  <a:cubicBezTo>
                    <a:pt x="11431" y="1785"/>
                    <a:pt x="8820" y="2093"/>
                    <a:pt x="6499" y="3017"/>
                  </a:cubicBezTo>
                  <a:cubicBezTo>
                    <a:pt x="4667" y="3750"/>
                    <a:pt x="2981" y="5008"/>
                    <a:pt x="1903" y="6672"/>
                  </a:cubicBezTo>
                  <a:cubicBezTo>
                    <a:pt x="1767" y="6880"/>
                    <a:pt x="1640" y="7097"/>
                    <a:pt x="1521" y="7317"/>
                  </a:cubicBezTo>
                  <a:cubicBezTo>
                    <a:pt x="1090" y="8093"/>
                    <a:pt x="743" y="8931"/>
                    <a:pt x="449" y="9761"/>
                  </a:cubicBezTo>
                  <a:cubicBezTo>
                    <a:pt x="202" y="10453"/>
                    <a:pt x="1" y="11265"/>
                    <a:pt x="346" y="11959"/>
                  </a:cubicBezTo>
                  <a:cubicBezTo>
                    <a:pt x="904" y="13082"/>
                    <a:pt x="2597" y="13659"/>
                    <a:pt x="3657" y="14150"/>
                  </a:cubicBezTo>
                  <a:cubicBezTo>
                    <a:pt x="7090" y="15742"/>
                    <a:pt x="10899" y="15851"/>
                    <a:pt x="14612" y="16207"/>
                  </a:cubicBezTo>
                  <a:cubicBezTo>
                    <a:pt x="16454" y="16385"/>
                    <a:pt x="18302" y="16462"/>
                    <a:pt x="20144" y="16609"/>
                  </a:cubicBezTo>
                  <a:cubicBezTo>
                    <a:pt x="29677" y="17378"/>
                    <a:pt x="39383" y="18126"/>
                    <a:pt x="49000" y="18126"/>
                  </a:cubicBezTo>
                  <a:cubicBezTo>
                    <a:pt x="50229" y="18126"/>
                    <a:pt x="51457" y="18114"/>
                    <a:pt x="52683" y="18088"/>
                  </a:cubicBezTo>
                  <a:cubicBezTo>
                    <a:pt x="57284" y="17992"/>
                    <a:pt x="62051" y="17854"/>
                    <a:pt x="66524" y="17171"/>
                  </a:cubicBezTo>
                  <a:cubicBezTo>
                    <a:pt x="69816" y="16666"/>
                    <a:pt x="73337" y="15632"/>
                    <a:pt x="75241" y="13767"/>
                  </a:cubicBezTo>
                  <a:cubicBezTo>
                    <a:pt x="77052" y="11991"/>
                    <a:pt x="76981" y="10055"/>
                    <a:pt x="75911" y="8073"/>
                  </a:cubicBezTo>
                  <a:cubicBezTo>
                    <a:pt x="75900" y="8054"/>
                    <a:pt x="75891" y="8036"/>
                    <a:pt x="75881" y="8017"/>
                  </a:cubicBezTo>
                  <a:cubicBezTo>
                    <a:pt x="74749" y="5945"/>
                    <a:pt x="72730" y="3801"/>
                    <a:pt x="70285" y="2255"/>
                  </a:cubicBezTo>
                  <a:cubicBezTo>
                    <a:pt x="68064" y="848"/>
                    <a:pt x="65024" y="611"/>
                    <a:pt x="62102" y="405"/>
                  </a:cubicBezTo>
                  <a:cubicBezTo>
                    <a:pt x="57816" y="104"/>
                    <a:pt x="53499" y="33"/>
                    <a:pt x="49200" y="5"/>
                  </a:cubicBezTo>
                  <a:cubicBezTo>
                    <a:pt x="48713" y="2"/>
                    <a:pt x="48226" y="0"/>
                    <a:pt x="47739" y="0"/>
                  </a:cubicBezTo>
                  <a:close/>
                </a:path>
              </a:pathLst>
            </a:custGeom>
            <a:solidFill>
              <a:srgbClr val="89CEC7"/>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53" name="Google Shape;2696;p37">
              <a:extLst>
                <a:ext uri="{FF2B5EF4-FFF2-40B4-BE49-F238E27FC236}">
                  <a16:creationId xmlns:a16="http://schemas.microsoft.com/office/drawing/2014/main" id="{627DE589-69F6-477C-A144-2910D349E76C}"/>
                </a:ext>
              </a:extLst>
            </p:cNvPr>
            <p:cNvSpPr/>
            <p:nvPr/>
          </p:nvSpPr>
          <p:spPr>
            <a:xfrm>
              <a:off x="2657160" y="4347360"/>
              <a:ext cx="557280" cy="339840"/>
            </a:xfrm>
            <a:custGeom>
              <a:avLst/>
              <a:gdLst>
                <a:gd name="textAreaLeft" fmla="*/ 0 w 557280"/>
                <a:gd name="textAreaRight" fmla="*/ 557640 w 557280"/>
                <a:gd name="textAreaTop" fmla="*/ 0 h 339840"/>
                <a:gd name="textAreaBottom" fmla="*/ 340200 h 339840"/>
              </a:gdLst>
              <a:ahLst/>
              <a:cxnLst/>
              <a:rect l="textAreaLeft" t="textAreaTop" r="textAreaRight" b="textAreaBottom"/>
              <a:pathLst>
                <a:path w="51164" h="31198">
                  <a:moveTo>
                    <a:pt x="17561" y="0"/>
                  </a:moveTo>
                  <a:cubicBezTo>
                    <a:pt x="16022" y="0"/>
                    <a:pt x="14984" y="1018"/>
                    <a:pt x="14313" y="2002"/>
                  </a:cubicBezTo>
                  <a:cubicBezTo>
                    <a:pt x="12686" y="3270"/>
                    <a:pt x="12095" y="5467"/>
                    <a:pt x="11744" y="7040"/>
                  </a:cubicBezTo>
                  <a:cubicBezTo>
                    <a:pt x="11574" y="7803"/>
                    <a:pt x="11450" y="8571"/>
                    <a:pt x="11234" y="9329"/>
                  </a:cubicBezTo>
                  <a:cubicBezTo>
                    <a:pt x="10895" y="10517"/>
                    <a:pt x="9791" y="11616"/>
                    <a:pt x="8767" y="12597"/>
                  </a:cubicBezTo>
                  <a:cubicBezTo>
                    <a:pt x="6810" y="14474"/>
                    <a:pt x="4436" y="16174"/>
                    <a:pt x="3151" y="18315"/>
                  </a:cubicBezTo>
                  <a:cubicBezTo>
                    <a:pt x="2237" y="19837"/>
                    <a:pt x="2251" y="21557"/>
                    <a:pt x="3143" y="23094"/>
                  </a:cubicBezTo>
                  <a:cubicBezTo>
                    <a:pt x="1374" y="23490"/>
                    <a:pt x="0" y="24809"/>
                    <a:pt x="0" y="25970"/>
                  </a:cubicBezTo>
                  <a:cubicBezTo>
                    <a:pt x="2" y="27413"/>
                    <a:pt x="2919" y="28244"/>
                    <a:pt x="4623" y="28703"/>
                  </a:cubicBezTo>
                  <a:cubicBezTo>
                    <a:pt x="8344" y="29705"/>
                    <a:pt x="12035" y="30002"/>
                    <a:pt x="15985" y="30294"/>
                  </a:cubicBezTo>
                  <a:cubicBezTo>
                    <a:pt x="20488" y="30628"/>
                    <a:pt x="24977" y="30820"/>
                    <a:pt x="29492" y="31007"/>
                  </a:cubicBezTo>
                  <a:cubicBezTo>
                    <a:pt x="31710" y="31098"/>
                    <a:pt x="33927" y="31197"/>
                    <a:pt x="36139" y="31197"/>
                  </a:cubicBezTo>
                  <a:cubicBezTo>
                    <a:pt x="37825" y="31197"/>
                    <a:pt x="39508" y="31140"/>
                    <a:pt x="41184" y="30978"/>
                  </a:cubicBezTo>
                  <a:cubicBezTo>
                    <a:pt x="43939" y="30712"/>
                    <a:pt x="47933" y="29965"/>
                    <a:pt x="49634" y="28448"/>
                  </a:cubicBezTo>
                  <a:cubicBezTo>
                    <a:pt x="51164" y="27082"/>
                    <a:pt x="47956" y="25435"/>
                    <a:pt x="46283" y="24993"/>
                  </a:cubicBezTo>
                  <a:cubicBezTo>
                    <a:pt x="45313" y="24738"/>
                    <a:pt x="44333" y="24583"/>
                    <a:pt x="43351" y="24503"/>
                  </a:cubicBezTo>
                  <a:cubicBezTo>
                    <a:pt x="44404" y="23564"/>
                    <a:pt x="45153" y="22443"/>
                    <a:pt x="45482" y="21070"/>
                  </a:cubicBezTo>
                  <a:cubicBezTo>
                    <a:pt x="46011" y="18864"/>
                    <a:pt x="45386" y="16562"/>
                    <a:pt x="44599" y="14394"/>
                  </a:cubicBezTo>
                  <a:cubicBezTo>
                    <a:pt x="43846" y="12318"/>
                    <a:pt x="42964" y="10411"/>
                    <a:pt x="41058" y="8624"/>
                  </a:cubicBezTo>
                  <a:cubicBezTo>
                    <a:pt x="39395" y="7063"/>
                    <a:pt x="37126" y="5817"/>
                    <a:pt x="34661" y="4810"/>
                  </a:cubicBezTo>
                  <a:cubicBezTo>
                    <a:pt x="31652" y="3582"/>
                    <a:pt x="28868" y="2023"/>
                    <a:pt x="25636" y="1048"/>
                  </a:cubicBezTo>
                  <a:cubicBezTo>
                    <a:pt x="24500" y="706"/>
                    <a:pt x="23304" y="513"/>
                    <a:pt x="22065" y="451"/>
                  </a:cubicBezTo>
                  <a:cubicBezTo>
                    <a:pt x="20565" y="376"/>
                    <a:pt x="19127" y="21"/>
                    <a:pt x="17613" y="1"/>
                  </a:cubicBezTo>
                  <a:cubicBezTo>
                    <a:pt x="17596" y="0"/>
                    <a:pt x="17578" y="0"/>
                    <a:pt x="17561"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54" name="Google Shape;2697;p37">
              <a:extLst>
                <a:ext uri="{FF2B5EF4-FFF2-40B4-BE49-F238E27FC236}">
                  <a16:creationId xmlns:a16="http://schemas.microsoft.com/office/drawing/2014/main" id="{62DF35BD-934D-453D-B907-2676408FF127}"/>
                </a:ext>
              </a:extLst>
            </p:cNvPr>
            <p:cNvSpPr/>
            <p:nvPr/>
          </p:nvSpPr>
          <p:spPr>
            <a:xfrm>
              <a:off x="2510280" y="4682880"/>
              <a:ext cx="839520" cy="117360"/>
            </a:xfrm>
            <a:custGeom>
              <a:avLst/>
              <a:gdLst>
                <a:gd name="textAreaLeft" fmla="*/ 0 w 839520"/>
                <a:gd name="textAreaRight" fmla="*/ 839880 w 839520"/>
                <a:gd name="textAreaTop" fmla="*/ 0 h 117360"/>
                <a:gd name="textAreaBottom" fmla="*/ 117720 h 117360"/>
              </a:gdLst>
              <a:ahLst/>
              <a:cxnLst/>
              <a:rect l="textAreaLeft" t="textAreaTop" r="textAreaRight" b="textAreaBottom"/>
              <a:pathLst>
                <a:path w="77053" h="10811">
                  <a:moveTo>
                    <a:pt x="1521" y="1"/>
                  </a:moveTo>
                  <a:cubicBezTo>
                    <a:pt x="1090" y="778"/>
                    <a:pt x="743" y="1617"/>
                    <a:pt x="449" y="2445"/>
                  </a:cubicBezTo>
                  <a:cubicBezTo>
                    <a:pt x="202" y="3138"/>
                    <a:pt x="1" y="3949"/>
                    <a:pt x="344" y="4645"/>
                  </a:cubicBezTo>
                  <a:cubicBezTo>
                    <a:pt x="902" y="5766"/>
                    <a:pt x="2596" y="6343"/>
                    <a:pt x="3657" y="6836"/>
                  </a:cubicBezTo>
                  <a:cubicBezTo>
                    <a:pt x="7090" y="8426"/>
                    <a:pt x="10899" y="8537"/>
                    <a:pt x="14610" y="8893"/>
                  </a:cubicBezTo>
                  <a:cubicBezTo>
                    <a:pt x="16454" y="9071"/>
                    <a:pt x="18300" y="9146"/>
                    <a:pt x="20144" y="9293"/>
                  </a:cubicBezTo>
                  <a:cubicBezTo>
                    <a:pt x="29684" y="10063"/>
                    <a:pt x="39397" y="10811"/>
                    <a:pt x="49019" y="10811"/>
                  </a:cubicBezTo>
                  <a:cubicBezTo>
                    <a:pt x="50242" y="10811"/>
                    <a:pt x="51462" y="10799"/>
                    <a:pt x="52681" y="10773"/>
                  </a:cubicBezTo>
                  <a:cubicBezTo>
                    <a:pt x="57282" y="10677"/>
                    <a:pt x="62051" y="10538"/>
                    <a:pt x="66522" y="9855"/>
                  </a:cubicBezTo>
                  <a:cubicBezTo>
                    <a:pt x="69816" y="9350"/>
                    <a:pt x="73337" y="8317"/>
                    <a:pt x="75241" y="6451"/>
                  </a:cubicBezTo>
                  <a:cubicBezTo>
                    <a:pt x="77052" y="4675"/>
                    <a:pt x="76981" y="2739"/>
                    <a:pt x="75909" y="755"/>
                  </a:cubicBezTo>
                  <a:lnTo>
                    <a:pt x="75909" y="755"/>
                  </a:lnTo>
                  <a:cubicBezTo>
                    <a:pt x="70129" y="1680"/>
                    <a:pt x="58337" y="3831"/>
                    <a:pt x="36034" y="4665"/>
                  </a:cubicBezTo>
                  <a:cubicBezTo>
                    <a:pt x="33511" y="4759"/>
                    <a:pt x="31162" y="4803"/>
                    <a:pt x="28976" y="4803"/>
                  </a:cubicBezTo>
                  <a:cubicBezTo>
                    <a:pt x="11535" y="4803"/>
                    <a:pt x="4403" y="2026"/>
                    <a:pt x="1521" y="1"/>
                  </a:cubicBezTo>
                  <a:close/>
                </a:path>
              </a:pathLst>
            </a:custGeom>
            <a:solidFill>
              <a:srgbClr val="FDDF7B"/>
            </a:solidFill>
            <a:ln w="0">
              <a:noFill/>
            </a:ln>
          </p:spPr>
          <p:style>
            <a:lnRef idx="0">
              <a:scrgbClr r="0" g="0" b="0"/>
            </a:lnRef>
            <a:fillRef idx="0">
              <a:scrgbClr r="0" g="0" b="0"/>
            </a:fillRef>
            <a:effectRef idx="0">
              <a:scrgbClr r="0" g="0" b="0"/>
            </a:effectRef>
            <a:fontRef idx="minor"/>
          </p:style>
          <p:txBody>
            <a:bodyPr tIns="58680" bIns="586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55" name="Google Shape;2698;p37">
              <a:extLst>
                <a:ext uri="{FF2B5EF4-FFF2-40B4-BE49-F238E27FC236}">
                  <a16:creationId xmlns:a16="http://schemas.microsoft.com/office/drawing/2014/main" id="{98CA1466-3E6D-4E07-96D6-5BE05C557887}"/>
                </a:ext>
              </a:extLst>
            </p:cNvPr>
            <p:cNvSpPr/>
            <p:nvPr/>
          </p:nvSpPr>
          <p:spPr>
            <a:xfrm>
              <a:off x="2499840" y="4498200"/>
              <a:ext cx="159840" cy="160200"/>
            </a:xfrm>
            <a:custGeom>
              <a:avLst/>
              <a:gdLst>
                <a:gd name="textAreaLeft" fmla="*/ 0 w 159840"/>
                <a:gd name="textAreaRight" fmla="*/ 160200 w 159840"/>
                <a:gd name="textAreaTop" fmla="*/ 0 h 160200"/>
                <a:gd name="textAreaBottom" fmla="*/ 160560 h 160200"/>
              </a:gdLst>
              <a:ahLst/>
              <a:cxnLst/>
              <a:rect l="textAreaLeft" t="textAreaTop" r="textAreaRight" b="textAreaBottom"/>
              <a:pathLst>
                <a:path w="14706" h="14734">
                  <a:moveTo>
                    <a:pt x="9066" y="1"/>
                  </a:moveTo>
                  <a:cubicBezTo>
                    <a:pt x="8820" y="1"/>
                    <a:pt x="8567" y="16"/>
                    <a:pt x="8309" y="46"/>
                  </a:cubicBezTo>
                  <a:cubicBezTo>
                    <a:pt x="6078" y="304"/>
                    <a:pt x="3606" y="488"/>
                    <a:pt x="1533" y="1404"/>
                  </a:cubicBezTo>
                  <a:cubicBezTo>
                    <a:pt x="34" y="2067"/>
                    <a:pt x="0" y="4220"/>
                    <a:pt x="173" y="5584"/>
                  </a:cubicBezTo>
                  <a:cubicBezTo>
                    <a:pt x="456" y="7809"/>
                    <a:pt x="1168" y="9913"/>
                    <a:pt x="1912" y="12019"/>
                  </a:cubicBezTo>
                  <a:cubicBezTo>
                    <a:pt x="2140" y="12665"/>
                    <a:pt x="2456" y="13559"/>
                    <a:pt x="3062" y="13997"/>
                  </a:cubicBezTo>
                  <a:cubicBezTo>
                    <a:pt x="3699" y="14581"/>
                    <a:pt x="4516" y="14734"/>
                    <a:pt x="5421" y="14734"/>
                  </a:cubicBezTo>
                  <a:cubicBezTo>
                    <a:pt x="5885" y="14734"/>
                    <a:pt x="6372" y="14694"/>
                    <a:pt x="6869" y="14651"/>
                  </a:cubicBezTo>
                  <a:cubicBezTo>
                    <a:pt x="8889" y="14475"/>
                    <a:pt x="10788" y="13681"/>
                    <a:pt x="12530" y="12662"/>
                  </a:cubicBezTo>
                  <a:cubicBezTo>
                    <a:pt x="13221" y="12255"/>
                    <a:pt x="13838" y="11730"/>
                    <a:pt x="14252" y="11038"/>
                  </a:cubicBezTo>
                  <a:cubicBezTo>
                    <a:pt x="14705" y="10287"/>
                    <a:pt x="14537" y="9309"/>
                    <a:pt x="14418" y="8488"/>
                  </a:cubicBezTo>
                  <a:cubicBezTo>
                    <a:pt x="14113" y="6374"/>
                    <a:pt x="13788" y="4115"/>
                    <a:pt x="12794" y="2199"/>
                  </a:cubicBezTo>
                  <a:cubicBezTo>
                    <a:pt x="11990" y="649"/>
                    <a:pt x="10661" y="1"/>
                    <a:pt x="90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80280" bIns="802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56" name="Google Shape;2699;p37">
              <a:extLst>
                <a:ext uri="{FF2B5EF4-FFF2-40B4-BE49-F238E27FC236}">
                  <a16:creationId xmlns:a16="http://schemas.microsoft.com/office/drawing/2014/main" id="{E4A6C809-A27C-4CD2-B2D1-E862397AC12D}"/>
                </a:ext>
              </a:extLst>
            </p:cNvPr>
            <p:cNvSpPr/>
            <p:nvPr/>
          </p:nvSpPr>
          <p:spPr>
            <a:xfrm>
              <a:off x="2532600" y="4532040"/>
              <a:ext cx="98280" cy="81360"/>
            </a:xfrm>
            <a:custGeom>
              <a:avLst/>
              <a:gdLst>
                <a:gd name="textAreaLeft" fmla="*/ 0 w 98280"/>
                <a:gd name="textAreaRight" fmla="*/ 98640 w 98280"/>
                <a:gd name="textAreaTop" fmla="*/ 0 h 81360"/>
                <a:gd name="textAreaBottom" fmla="*/ 81720 h 81360"/>
              </a:gdLst>
              <a:ahLst/>
              <a:cxnLst/>
              <a:rect l="textAreaLeft" t="textAreaTop" r="textAreaRight" b="textAreaBottom"/>
              <a:pathLst>
                <a:path w="9040" h="7483">
                  <a:moveTo>
                    <a:pt x="6727" y="1"/>
                  </a:moveTo>
                  <a:cubicBezTo>
                    <a:pt x="6104" y="1506"/>
                    <a:pt x="5843" y="3265"/>
                    <a:pt x="5682" y="4622"/>
                  </a:cubicBezTo>
                  <a:cubicBezTo>
                    <a:pt x="5639" y="4985"/>
                    <a:pt x="5369" y="5148"/>
                    <a:pt x="5090" y="5148"/>
                  </a:cubicBezTo>
                  <a:cubicBezTo>
                    <a:pt x="4970" y="5148"/>
                    <a:pt x="4848" y="5118"/>
                    <a:pt x="4742" y="5061"/>
                  </a:cubicBezTo>
                  <a:cubicBezTo>
                    <a:pt x="4626" y="5052"/>
                    <a:pt x="4507" y="4999"/>
                    <a:pt x="4394" y="4889"/>
                  </a:cubicBezTo>
                  <a:cubicBezTo>
                    <a:pt x="3418" y="3938"/>
                    <a:pt x="1841" y="1957"/>
                    <a:pt x="255" y="1751"/>
                  </a:cubicBezTo>
                  <a:lnTo>
                    <a:pt x="255" y="1751"/>
                  </a:lnTo>
                  <a:cubicBezTo>
                    <a:pt x="0" y="2752"/>
                    <a:pt x="314" y="3949"/>
                    <a:pt x="803" y="4906"/>
                  </a:cubicBezTo>
                  <a:cubicBezTo>
                    <a:pt x="1355" y="5986"/>
                    <a:pt x="2156" y="6969"/>
                    <a:pt x="3528" y="7343"/>
                  </a:cubicBezTo>
                  <a:cubicBezTo>
                    <a:pt x="3881" y="7440"/>
                    <a:pt x="4243" y="7483"/>
                    <a:pt x="4607" y="7483"/>
                  </a:cubicBezTo>
                  <a:cubicBezTo>
                    <a:pt x="5523" y="7483"/>
                    <a:pt x="6448" y="7214"/>
                    <a:pt x="7261" y="6867"/>
                  </a:cubicBezTo>
                  <a:cubicBezTo>
                    <a:pt x="7326" y="6842"/>
                    <a:pt x="7389" y="6815"/>
                    <a:pt x="7453" y="6785"/>
                  </a:cubicBezTo>
                  <a:cubicBezTo>
                    <a:pt x="7532" y="6750"/>
                    <a:pt x="7610" y="6714"/>
                    <a:pt x="7686" y="6675"/>
                  </a:cubicBezTo>
                  <a:cubicBezTo>
                    <a:pt x="7705" y="6668"/>
                    <a:pt x="7719" y="6655"/>
                    <a:pt x="7729" y="6640"/>
                  </a:cubicBezTo>
                  <a:cubicBezTo>
                    <a:pt x="8138" y="6402"/>
                    <a:pt x="8487" y="6080"/>
                    <a:pt x="8742" y="5649"/>
                  </a:cubicBezTo>
                  <a:cubicBezTo>
                    <a:pt x="9025" y="5169"/>
                    <a:pt x="9039" y="4571"/>
                    <a:pt x="8871" y="3992"/>
                  </a:cubicBezTo>
                  <a:cubicBezTo>
                    <a:pt x="8940" y="3361"/>
                    <a:pt x="8891" y="2723"/>
                    <a:pt x="8722" y="2110"/>
                  </a:cubicBezTo>
                  <a:cubicBezTo>
                    <a:pt x="8424" y="1037"/>
                    <a:pt x="7677" y="371"/>
                    <a:pt x="6727" y="1"/>
                  </a:cubicBezTo>
                  <a:close/>
                </a:path>
              </a:pathLst>
            </a:custGeom>
            <a:solidFill>
              <a:srgbClr val="F5B231"/>
            </a:solidFill>
            <a:ln w="0">
              <a:noFill/>
            </a:ln>
          </p:spPr>
          <p:style>
            <a:lnRef idx="0">
              <a:scrgbClr r="0" g="0" b="0"/>
            </a:lnRef>
            <a:fillRef idx="0">
              <a:scrgbClr r="0" g="0" b="0"/>
            </a:fillRef>
            <a:effectRef idx="0">
              <a:scrgbClr r="0" g="0" b="0"/>
            </a:effectRef>
            <a:fontRef idx="minor"/>
          </p:style>
          <p:txBody>
            <a:bodyPr tIns="40680" bIns="406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57" name="Google Shape;2700;p37">
              <a:extLst>
                <a:ext uri="{FF2B5EF4-FFF2-40B4-BE49-F238E27FC236}">
                  <a16:creationId xmlns:a16="http://schemas.microsoft.com/office/drawing/2014/main" id="{C24C8252-3005-4DDD-8DE1-1E1ED4B3BDE1}"/>
                </a:ext>
              </a:extLst>
            </p:cNvPr>
            <p:cNvSpPr/>
            <p:nvPr/>
          </p:nvSpPr>
          <p:spPr>
            <a:xfrm>
              <a:off x="3185280" y="4499640"/>
              <a:ext cx="164160" cy="162360"/>
            </a:xfrm>
            <a:custGeom>
              <a:avLst/>
              <a:gdLst>
                <a:gd name="textAreaLeft" fmla="*/ 0 w 164160"/>
                <a:gd name="textAreaRight" fmla="*/ 164520 w 164160"/>
                <a:gd name="textAreaTop" fmla="*/ 0 h 162360"/>
                <a:gd name="textAreaBottom" fmla="*/ 162720 h 162360"/>
              </a:gdLst>
              <a:ahLst/>
              <a:cxnLst/>
              <a:rect l="textAreaLeft" t="textAreaTop" r="textAreaRight" b="textAreaBottom"/>
              <a:pathLst>
                <a:path w="15087" h="14924">
                  <a:moveTo>
                    <a:pt x="5879" y="0"/>
                  </a:moveTo>
                  <a:cubicBezTo>
                    <a:pt x="4414" y="0"/>
                    <a:pt x="3166" y="596"/>
                    <a:pt x="2336" y="2008"/>
                  </a:cubicBezTo>
                  <a:cubicBezTo>
                    <a:pt x="1242" y="3868"/>
                    <a:pt x="797" y="6107"/>
                    <a:pt x="383" y="8201"/>
                  </a:cubicBezTo>
                  <a:cubicBezTo>
                    <a:pt x="220" y="9015"/>
                    <a:pt x="1" y="9981"/>
                    <a:pt x="412" y="10756"/>
                  </a:cubicBezTo>
                  <a:cubicBezTo>
                    <a:pt x="791" y="11468"/>
                    <a:pt x="1377" y="12027"/>
                    <a:pt x="2048" y="12468"/>
                  </a:cubicBezTo>
                  <a:cubicBezTo>
                    <a:pt x="3732" y="13578"/>
                    <a:pt x="5585" y="14472"/>
                    <a:pt x="7595" y="14754"/>
                  </a:cubicBezTo>
                  <a:cubicBezTo>
                    <a:pt x="8221" y="14842"/>
                    <a:pt x="8829" y="14924"/>
                    <a:pt x="9399" y="14924"/>
                  </a:cubicBezTo>
                  <a:cubicBezTo>
                    <a:pt x="10160" y="14924"/>
                    <a:pt x="10854" y="14777"/>
                    <a:pt x="11432" y="14302"/>
                  </a:cubicBezTo>
                  <a:cubicBezTo>
                    <a:pt x="12060" y="13897"/>
                    <a:pt x="12422" y="13022"/>
                    <a:pt x="12685" y="12388"/>
                  </a:cubicBezTo>
                  <a:cubicBezTo>
                    <a:pt x="13538" y="10325"/>
                    <a:pt x="14361" y="8262"/>
                    <a:pt x="14760" y="6055"/>
                  </a:cubicBezTo>
                  <a:cubicBezTo>
                    <a:pt x="15006" y="4702"/>
                    <a:pt x="15086" y="2549"/>
                    <a:pt x="13623" y="1808"/>
                  </a:cubicBezTo>
                  <a:cubicBezTo>
                    <a:pt x="11602" y="786"/>
                    <a:pt x="9143" y="469"/>
                    <a:pt x="6927" y="93"/>
                  </a:cubicBezTo>
                  <a:cubicBezTo>
                    <a:pt x="6568" y="32"/>
                    <a:pt x="6218" y="0"/>
                    <a:pt x="5879"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81360" bIns="813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58" name="Google Shape;2701;p37">
              <a:extLst>
                <a:ext uri="{FF2B5EF4-FFF2-40B4-BE49-F238E27FC236}">
                  <a16:creationId xmlns:a16="http://schemas.microsoft.com/office/drawing/2014/main" id="{1076BF13-D6A2-440F-9546-812BA9A746AD}"/>
                </a:ext>
              </a:extLst>
            </p:cNvPr>
            <p:cNvSpPr/>
            <p:nvPr/>
          </p:nvSpPr>
          <p:spPr>
            <a:xfrm>
              <a:off x="3215880" y="4525920"/>
              <a:ext cx="91080" cy="96840"/>
            </a:xfrm>
            <a:custGeom>
              <a:avLst/>
              <a:gdLst>
                <a:gd name="textAreaLeft" fmla="*/ 0 w 91080"/>
                <a:gd name="textAreaRight" fmla="*/ 91440 w 91080"/>
                <a:gd name="textAreaTop" fmla="*/ 0 h 96840"/>
                <a:gd name="textAreaBottom" fmla="*/ 97200 h 96840"/>
              </a:gdLst>
              <a:ahLst/>
              <a:cxnLst/>
              <a:rect l="textAreaLeft" t="textAreaTop" r="textAreaRight" b="textAreaBottom"/>
              <a:pathLst>
                <a:path w="8395" h="8930">
                  <a:moveTo>
                    <a:pt x="3068" y="1"/>
                  </a:moveTo>
                  <a:cubicBezTo>
                    <a:pt x="2778" y="1"/>
                    <a:pt x="2497" y="60"/>
                    <a:pt x="2244" y="192"/>
                  </a:cubicBezTo>
                  <a:cubicBezTo>
                    <a:pt x="1800" y="424"/>
                    <a:pt x="1460" y="755"/>
                    <a:pt x="1200" y="1151"/>
                  </a:cubicBezTo>
                  <a:cubicBezTo>
                    <a:pt x="1183" y="1160"/>
                    <a:pt x="1171" y="1174"/>
                    <a:pt x="1162" y="1191"/>
                  </a:cubicBezTo>
                  <a:cubicBezTo>
                    <a:pt x="1121" y="1267"/>
                    <a:pt x="1080" y="1342"/>
                    <a:pt x="1041" y="1420"/>
                  </a:cubicBezTo>
                  <a:cubicBezTo>
                    <a:pt x="1009" y="1480"/>
                    <a:pt x="978" y="1543"/>
                    <a:pt x="948" y="1605"/>
                  </a:cubicBezTo>
                  <a:cubicBezTo>
                    <a:pt x="404" y="2714"/>
                    <a:pt x="0" y="4050"/>
                    <a:pt x="276" y="5311"/>
                  </a:cubicBezTo>
                  <a:cubicBezTo>
                    <a:pt x="577" y="6698"/>
                    <a:pt x="1516" y="7550"/>
                    <a:pt x="2566" y="8159"/>
                  </a:cubicBezTo>
                  <a:cubicBezTo>
                    <a:pt x="3322" y="8598"/>
                    <a:pt x="4243" y="8929"/>
                    <a:pt x="5106" y="8929"/>
                  </a:cubicBezTo>
                  <a:cubicBezTo>
                    <a:pt x="6177" y="8929"/>
                    <a:pt x="7158" y="8418"/>
                    <a:pt x="7615" y="6965"/>
                  </a:cubicBezTo>
                  <a:cubicBezTo>
                    <a:pt x="8395" y="4491"/>
                    <a:pt x="8288" y="1243"/>
                    <a:pt x="5775" y="399"/>
                  </a:cubicBezTo>
                  <a:cubicBezTo>
                    <a:pt x="5266" y="229"/>
                    <a:pt x="4733" y="143"/>
                    <a:pt x="4198" y="143"/>
                  </a:cubicBezTo>
                  <a:cubicBezTo>
                    <a:pt x="4100" y="143"/>
                    <a:pt x="4003" y="146"/>
                    <a:pt x="3905" y="152"/>
                  </a:cubicBezTo>
                  <a:cubicBezTo>
                    <a:pt x="3628" y="54"/>
                    <a:pt x="3344" y="1"/>
                    <a:pt x="3068" y="1"/>
                  </a:cubicBezTo>
                  <a:close/>
                </a:path>
              </a:pathLst>
            </a:custGeom>
            <a:solidFill>
              <a:srgbClr val="F5B231"/>
            </a:solidFill>
            <a:ln w="0">
              <a:noFill/>
            </a:ln>
          </p:spPr>
          <p:style>
            <a:lnRef idx="0">
              <a:scrgbClr r="0" g="0" b="0"/>
            </a:lnRef>
            <a:fillRef idx="0">
              <a:scrgbClr r="0" g="0" b="0"/>
            </a:fillRef>
            <a:effectRef idx="0">
              <a:scrgbClr r="0" g="0" b="0"/>
            </a:effectRef>
            <a:fontRef idx="minor"/>
          </p:style>
          <p:txBody>
            <a:bodyPr tIns="48600" bIns="486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59" name="Google Shape;2702;p37">
              <a:extLst>
                <a:ext uri="{FF2B5EF4-FFF2-40B4-BE49-F238E27FC236}">
                  <a16:creationId xmlns:a16="http://schemas.microsoft.com/office/drawing/2014/main" id="{25613A82-4492-4CCF-AD49-E1F0F99A4E4A}"/>
                </a:ext>
              </a:extLst>
            </p:cNvPr>
            <p:cNvSpPr/>
            <p:nvPr/>
          </p:nvSpPr>
          <p:spPr>
            <a:xfrm>
              <a:off x="2929320" y="4573800"/>
              <a:ext cx="334080" cy="125640"/>
            </a:xfrm>
            <a:custGeom>
              <a:avLst/>
              <a:gdLst>
                <a:gd name="textAreaLeft" fmla="*/ 0 w 334080"/>
                <a:gd name="textAreaRight" fmla="*/ 334440 w 334080"/>
                <a:gd name="textAreaTop" fmla="*/ 0 h 125640"/>
                <a:gd name="textAreaBottom" fmla="*/ 126000 h 125640"/>
              </a:gdLst>
              <a:ahLst/>
              <a:cxnLst/>
              <a:rect l="textAreaLeft" t="textAreaTop" r="textAreaRight" b="textAreaBottom"/>
              <a:pathLst>
                <a:path w="30687" h="11575">
                  <a:moveTo>
                    <a:pt x="25061" y="0"/>
                  </a:moveTo>
                  <a:cubicBezTo>
                    <a:pt x="24003" y="0"/>
                    <a:pt x="22950" y="145"/>
                    <a:pt x="22132" y="259"/>
                  </a:cubicBezTo>
                  <a:cubicBezTo>
                    <a:pt x="20245" y="522"/>
                    <a:pt x="18369" y="819"/>
                    <a:pt x="16476" y="1032"/>
                  </a:cubicBezTo>
                  <a:cubicBezTo>
                    <a:pt x="15269" y="1167"/>
                    <a:pt x="14149" y="1320"/>
                    <a:pt x="12998" y="1719"/>
                  </a:cubicBezTo>
                  <a:cubicBezTo>
                    <a:pt x="12343" y="1945"/>
                    <a:pt x="11687" y="2166"/>
                    <a:pt x="11017" y="2335"/>
                  </a:cubicBezTo>
                  <a:cubicBezTo>
                    <a:pt x="8962" y="2328"/>
                    <a:pt x="6746" y="1190"/>
                    <a:pt x="4855" y="776"/>
                  </a:cubicBezTo>
                  <a:cubicBezTo>
                    <a:pt x="4311" y="656"/>
                    <a:pt x="3630" y="533"/>
                    <a:pt x="2970" y="533"/>
                  </a:cubicBezTo>
                  <a:cubicBezTo>
                    <a:pt x="1942" y="533"/>
                    <a:pt x="967" y="832"/>
                    <a:pt x="647" y="1905"/>
                  </a:cubicBezTo>
                  <a:cubicBezTo>
                    <a:pt x="0" y="4070"/>
                    <a:pt x="2042" y="6484"/>
                    <a:pt x="3630" y="7614"/>
                  </a:cubicBezTo>
                  <a:cubicBezTo>
                    <a:pt x="6242" y="9473"/>
                    <a:pt x="9424" y="10764"/>
                    <a:pt x="12571" y="11316"/>
                  </a:cubicBezTo>
                  <a:cubicBezTo>
                    <a:pt x="13496" y="11478"/>
                    <a:pt x="14467" y="11575"/>
                    <a:pt x="15441" y="11575"/>
                  </a:cubicBezTo>
                  <a:cubicBezTo>
                    <a:pt x="16836" y="11575"/>
                    <a:pt x="18235" y="11377"/>
                    <a:pt x="19506" y="10890"/>
                  </a:cubicBezTo>
                  <a:cubicBezTo>
                    <a:pt x="21127" y="10268"/>
                    <a:pt x="22673" y="9437"/>
                    <a:pt x="24155" y="8540"/>
                  </a:cubicBezTo>
                  <a:cubicBezTo>
                    <a:pt x="25996" y="7427"/>
                    <a:pt x="30687" y="4636"/>
                    <a:pt x="29245" y="1852"/>
                  </a:cubicBezTo>
                  <a:cubicBezTo>
                    <a:pt x="28480" y="375"/>
                    <a:pt x="26764" y="0"/>
                    <a:pt x="2506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3000" bIns="630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60" name="Google Shape;2703;p37">
              <a:extLst>
                <a:ext uri="{FF2B5EF4-FFF2-40B4-BE49-F238E27FC236}">
                  <a16:creationId xmlns:a16="http://schemas.microsoft.com/office/drawing/2014/main" id="{CDBB5827-B466-4935-A48A-507BEDFB3A96}"/>
                </a:ext>
              </a:extLst>
            </p:cNvPr>
            <p:cNvSpPr/>
            <p:nvPr/>
          </p:nvSpPr>
          <p:spPr>
            <a:xfrm>
              <a:off x="2962440" y="4597920"/>
              <a:ext cx="70200" cy="29520"/>
            </a:xfrm>
            <a:custGeom>
              <a:avLst/>
              <a:gdLst>
                <a:gd name="textAreaLeft" fmla="*/ 0 w 70200"/>
                <a:gd name="textAreaRight" fmla="*/ 70560 w 70200"/>
                <a:gd name="textAreaTop" fmla="*/ 0 h 29520"/>
                <a:gd name="textAreaBottom" fmla="*/ 29880 h 29520"/>
              </a:gdLst>
              <a:ahLst/>
              <a:cxnLst/>
              <a:rect l="textAreaLeft" t="textAreaTop" r="textAreaRight" b="textAreaBottom"/>
              <a:pathLst>
                <a:path w="6466" h="2744">
                  <a:moveTo>
                    <a:pt x="128" y="1"/>
                  </a:moveTo>
                  <a:cubicBezTo>
                    <a:pt x="1" y="1"/>
                    <a:pt x="3" y="200"/>
                    <a:pt x="134" y="216"/>
                  </a:cubicBezTo>
                  <a:cubicBezTo>
                    <a:pt x="2490" y="519"/>
                    <a:pt x="4284" y="1560"/>
                    <a:pt x="6292" y="2731"/>
                  </a:cubicBezTo>
                  <a:cubicBezTo>
                    <a:pt x="6306" y="2740"/>
                    <a:pt x="6322" y="2743"/>
                    <a:pt x="6337" y="2743"/>
                  </a:cubicBezTo>
                  <a:cubicBezTo>
                    <a:pt x="6408" y="2743"/>
                    <a:pt x="6466" y="2654"/>
                    <a:pt x="6404" y="2592"/>
                  </a:cubicBezTo>
                  <a:cubicBezTo>
                    <a:pt x="4774" y="963"/>
                    <a:pt x="2384" y="212"/>
                    <a:pt x="140" y="1"/>
                  </a:cubicBezTo>
                  <a:cubicBezTo>
                    <a:pt x="136" y="1"/>
                    <a:pt x="132" y="1"/>
                    <a:pt x="128" y="1"/>
                  </a:cubicBezTo>
                  <a:close/>
                </a:path>
              </a:pathLst>
            </a:custGeom>
            <a:solidFill>
              <a:srgbClr val="F5B231"/>
            </a:solidFill>
            <a:ln w="0">
              <a:noFill/>
            </a:ln>
          </p:spPr>
          <p:style>
            <a:lnRef idx="0">
              <a:scrgbClr r="0" g="0" b="0"/>
            </a:lnRef>
            <a:fillRef idx="0">
              <a:scrgbClr r="0" g="0" b="0"/>
            </a:fillRef>
            <a:effectRef idx="0">
              <a:scrgbClr r="0" g="0" b="0"/>
            </a:effectRef>
            <a:fontRef idx="minor"/>
          </p:style>
          <p:txBody>
            <a:bodyPr tIns="14760" bIns="147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61" name="Google Shape;2704;p37">
              <a:extLst>
                <a:ext uri="{FF2B5EF4-FFF2-40B4-BE49-F238E27FC236}">
                  <a16:creationId xmlns:a16="http://schemas.microsoft.com/office/drawing/2014/main" id="{D0D89746-46C2-416F-B188-17988BCE512D}"/>
                </a:ext>
              </a:extLst>
            </p:cNvPr>
            <p:cNvSpPr/>
            <p:nvPr/>
          </p:nvSpPr>
          <p:spPr>
            <a:xfrm>
              <a:off x="3115440" y="4593240"/>
              <a:ext cx="96120" cy="45720"/>
            </a:xfrm>
            <a:custGeom>
              <a:avLst/>
              <a:gdLst>
                <a:gd name="textAreaLeft" fmla="*/ 0 w 96120"/>
                <a:gd name="textAreaRight" fmla="*/ 96480 w 96120"/>
                <a:gd name="textAreaTop" fmla="*/ 0 h 45720"/>
                <a:gd name="textAreaBottom" fmla="*/ 46080 h 45720"/>
              </a:gdLst>
              <a:ahLst/>
              <a:cxnLst/>
              <a:rect l="textAreaLeft" t="textAreaTop" r="textAreaRight" b="textAreaBottom"/>
              <a:pathLst>
                <a:path w="8851" h="4218">
                  <a:moveTo>
                    <a:pt x="8474" y="0"/>
                  </a:moveTo>
                  <a:cubicBezTo>
                    <a:pt x="5415" y="0"/>
                    <a:pt x="2326" y="1996"/>
                    <a:pt x="110" y="3973"/>
                  </a:cubicBezTo>
                  <a:cubicBezTo>
                    <a:pt x="1" y="4072"/>
                    <a:pt x="98" y="4217"/>
                    <a:pt x="215" y="4217"/>
                  </a:cubicBezTo>
                  <a:cubicBezTo>
                    <a:pt x="246" y="4217"/>
                    <a:pt x="279" y="4207"/>
                    <a:pt x="310" y="4182"/>
                  </a:cubicBezTo>
                  <a:cubicBezTo>
                    <a:pt x="1511" y="3209"/>
                    <a:pt x="2840" y="2473"/>
                    <a:pt x="4180" y="1717"/>
                  </a:cubicBezTo>
                  <a:cubicBezTo>
                    <a:pt x="5541" y="953"/>
                    <a:pt x="7145" y="274"/>
                    <a:pt x="8726" y="189"/>
                  </a:cubicBezTo>
                  <a:cubicBezTo>
                    <a:pt x="8843" y="183"/>
                    <a:pt x="8851" y="9"/>
                    <a:pt x="8730" y="5"/>
                  </a:cubicBezTo>
                  <a:cubicBezTo>
                    <a:pt x="8645" y="2"/>
                    <a:pt x="8560" y="0"/>
                    <a:pt x="8474" y="0"/>
                  </a:cubicBezTo>
                  <a:close/>
                </a:path>
              </a:pathLst>
            </a:custGeom>
            <a:solidFill>
              <a:srgbClr val="F5B231"/>
            </a:solidFill>
            <a:ln w="0">
              <a:noFill/>
            </a:ln>
          </p:spPr>
          <p:style>
            <a:lnRef idx="0">
              <a:scrgbClr r="0" g="0" b="0"/>
            </a:lnRef>
            <a:fillRef idx="0">
              <a:scrgbClr r="0" g="0" b="0"/>
            </a:fillRef>
            <a:effectRef idx="0">
              <a:scrgbClr r="0" g="0" b="0"/>
            </a:effectRef>
            <a:fontRef idx="minor"/>
          </p:style>
          <p:txBody>
            <a:bodyPr tIns="23040" bIns="230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62" name="Google Shape;2705;p37">
              <a:extLst>
                <a:ext uri="{FF2B5EF4-FFF2-40B4-BE49-F238E27FC236}">
                  <a16:creationId xmlns:a16="http://schemas.microsoft.com/office/drawing/2014/main" id="{16657797-6BB1-4A28-9D15-4D043021A599}"/>
                </a:ext>
              </a:extLst>
            </p:cNvPr>
            <p:cNvSpPr/>
            <p:nvPr/>
          </p:nvSpPr>
          <p:spPr>
            <a:xfrm>
              <a:off x="3012480" y="4239360"/>
              <a:ext cx="174600" cy="153000"/>
            </a:xfrm>
            <a:custGeom>
              <a:avLst/>
              <a:gdLst>
                <a:gd name="textAreaLeft" fmla="*/ 0 w 174600"/>
                <a:gd name="textAreaRight" fmla="*/ 174960 w 174600"/>
                <a:gd name="textAreaTop" fmla="*/ 0 h 153000"/>
                <a:gd name="textAreaBottom" fmla="*/ 153360 h 153000"/>
              </a:gdLst>
              <a:ahLst/>
              <a:cxnLst/>
              <a:rect l="textAreaLeft" t="textAreaTop" r="textAreaRight" b="textAreaBottom"/>
              <a:pathLst>
                <a:path w="16065" h="14074">
                  <a:moveTo>
                    <a:pt x="7740" y="1"/>
                  </a:moveTo>
                  <a:cubicBezTo>
                    <a:pt x="6000" y="1"/>
                    <a:pt x="4134" y="1421"/>
                    <a:pt x="2999" y="2514"/>
                  </a:cubicBezTo>
                  <a:cubicBezTo>
                    <a:pt x="0" y="5401"/>
                    <a:pt x="180" y="9821"/>
                    <a:pt x="3198" y="12464"/>
                  </a:cubicBezTo>
                  <a:cubicBezTo>
                    <a:pt x="3491" y="13127"/>
                    <a:pt x="4027" y="13611"/>
                    <a:pt x="5062" y="13752"/>
                  </a:cubicBezTo>
                  <a:cubicBezTo>
                    <a:pt x="6271" y="13918"/>
                    <a:pt x="7448" y="14073"/>
                    <a:pt x="8607" y="14073"/>
                  </a:cubicBezTo>
                  <a:cubicBezTo>
                    <a:pt x="9861" y="14073"/>
                    <a:pt x="11095" y="13891"/>
                    <a:pt x="12329" y="13342"/>
                  </a:cubicBezTo>
                  <a:cubicBezTo>
                    <a:pt x="13897" y="12645"/>
                    <a:pt x="15763" y="11182"/>
                    <a:pt x="15903" y="9318"/>
                  </a:cubicBezTo>
                  <a:cubicBezTo>
                    <a:pt x="16065" y="7144"/>
                    <a:pt x="14826" y="5766"/>
                    <a:pt x="13040" y="4787"/>
                  </a:cubicBezTo>
                  <a:cubicBezTo>
                    <a:pt x="11023" y="3682"/>
                    <a:pt x="10620" y="457"/>
                    <a:pt x="8252" y="44"/>
                  </a:cubicBezTo>
                  <a:cubicBezTo>
                    <a:pt x="8083" y="15"/>
                    <a:pt x="7912" y="1"/>
                    <a:pt x="7740" y="1"/>
                  </a:cubicBezTo>
                  <a:close/>
                </a:path>
              </a:pathLst>
            </a:custGeom>
            <a:solidFill>
              <a:srgbClr val="2A2639"/>
            </a:solidFill>
            <a:ln w="0">
              <a:noFill/>
            </a:ln>
          </p:spPr>
          <p:style>
            <a:lnRef idx="0">
              <a:scrgbClr r="0" g="0" b="0"/>
            </a:lnRef>
            <a:fillRef idx="0">
              <a:scrgbClr r="0" g="0" b="0"/>
            </a:fillRef>
            <a:effectRef idx="0">
              <a:scrgbClr r="0" g="0" b="0"/>
            </a:effectRef>
            <a:fontRef idx="minor"/>
          </p:style>
          <p:txBody>
            <a:bodyPr tIns="76680" bIns="7668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63" name="Google Shape;2706;p37">
              <a:extLst>
                <a:ext uri="{FF2B5EF4-FFF2-40B4-BE49-F238E27FC236}">
                  <a16:creationId xmlns:a16="http://schemas.microsoft.com/office/drawing/2014/main" id="{40CC0C31-3FCD-483F-9CB6-FFA500B376BD}"/>
                </a:ext>
              </a:extLst>
            </p:cNvPr>
            <p:cNvSpPr/>
            <p:nvPr/>
          </p:nvSpPr>
          <p:spPr>
            <a:xfrm>
              <a:off x="3020040" y="4417560"/>
              <a:ext cx="132480" cy="201960"/>
            </a:xfrm>
            <a:custGeom>
              <a:avLst/>
              <a:gdLst>
                <a:gd name="textAreaLeft" fmla="*/ 0 w 132480"/>
                <a:gd name="textAreaRight" fmla="*/ 132840 w 132480"/>
                <a:gd name="textAreaTop" fmla="*/ 0 h 201960"/>
                <a:gd name="textAreaBottom" fmla="*/ 202320 h 201960"/>
              </a:gdLst>
              <a:ahLst/>
              <a:cxnLst/>
              <a:rect l="textAreaLeft" t="textAreaTop" r="textAreaRight" b="textAreaBottom"/>
              <a:pathLst>
                <a:path w="12174" h="18554">
                  <a:moveTo>
                    <a:pt x="6765" y="0"/>
                  </a:moveTo>
                  <a:cubicBezTo>
                    <a:pt x="6287" y="0"/>
                    <a:pt x="5807" y="57"/>
                    <a:pt x="5338" y="171"/>
                  </a:cubicBezTo>
                  <a:cubicBezTo>
                    <a:pt x="3773" y="553"/>
                    <a:pt x="1781" y="761"/>
                    <a:pt x="862" y="2276"/>
                  </a:cubicBezTo>
                  <a:cubicBezTo>
                    <a:pt x="420" y="3003"/>
                    <a:pt x="364" y="3990"/>
                    <a:pt x="256" y="4811"/>
                  </a:cubicBezTo>
                  <a:cubicBezTo>
                    <a:pt x="1" y="6762"/>
                    <a:pt x="606" y="11652"/>
                    <a:pt x="536" y="13618"/>
                  </a:cubicBezTo>
                  <a:cubicBezTo>
                    <a:pt x="471" y="15393"/>
                    <a:pt x="397" y="15452"/>
                    <a:pt x="1674" y="16937"/>
                  </a:cubicBezTo>
                  <a:cubicBezTo>
                    <a:pt x="2866" y="18320"/>
                    <a:pt x="4715" y="18554"/>
                    <a:pt x="6477" y="18554"/>
                  </a:cubicBezTo>
                  <a:cubicBezTo>
                    <a:pt x="6732" y="18554"/>
                    <a:pt x="6986" y="18549"/>
                    <a:pt x="7235" y="18542"/>
                  </a:cubicBezTo>
                  <a:cubicBezTo>
                    <a:pt x="8980" y="18494"/>
                    <a:pt x="10287" y="17498"/>
                    <a:pt x="10754" y="16102"/>
                  </a:cubicBezTo>
                  <a:cubicBezTo>
                    <a:pt x="11686" y="13321"/>
                    <a:pt x="11668" y="10043"/>
                    <a:pt x="11955" y="7127"/>
                  </a:cubicBezTo>
                  <a:cubicBezTo>
                    <a:pt x="12165" y="4993"/>
                    <a:pt x="12173" y="2756"/>
                    <a:pt x="10413" y="1291"/>
                  </a:cubicBezTo>
                  <a:cubicBezTo>
                    <a:pt x="9383" y="432"/>
                    <a:pt x="8081" y="0"/>
                    <a:pt x="676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64" name="Google Shape;2707;p37">
              <a:extLst>
                <a:ext uri="{FF2B5EF4-FFF2-40B4-BE49-F238E27FC236}">
                  <a16:creationId xmlns:a16="http://schemas.microsoft.com/office/drawing/2014/main" id="{9EAF2EFA-2F20-4E21-9CB3-D3553D325B9E}"/>
                </a:ext>
              </a:extLst>
            </p:cNvPr>
            <p:cNvSpPr/>
            <p:nvPr/>
          </p:nvSpPr>
          <p:spPr>
            <a:xfrm>
              <a:off x="3065400" y="4380480"/>
              <a:ext cx="43560" cy="67680"/>
            </a:xfrm>
            <a:custGeom>
              <a:avLst/>
              <a:gdLst>
                <a:gd name="textAreaLeft" fmla="*/ 0 w 43560"/>
                <a:gd name="textAreaRight" fmla="*/ 43920 w 43560"/>
                <a:gd name="textAreaTop" fmla="*/ 0 h 67680"/>
                <a:gd name="textAreaBottom" fmla="*/ 68040 h 67680"/>
              </a:gdLst>
              <a:ahLst/>
              <a:cxnLst/>
              <a:rect l="textAreaLeft" t="textAreaTop" r="textAreaRight" b="textAreaBottom"/>
              <a:pathLst>
                <a:path w="4031" h="6226">
                  <a:moveTo>
                    <a:pt x="2022" y="0"/>
                  </a:moveTo>
                  <a:cubicBezTo>
                    <a:pt x="1528" y="0"/>
                    <a:pt x="1036" y="328"/>
                    <a:pt x="779" y="738"/>
                  </a:cubicBezTo>
                  <a:cubicBezTo>
                    <a:pt x="392" y="1350"/>
                    <a:pt x="524" y="2088"/>
                    <a:pt x="542" y="2769"/>
                  </a:cubicBezTo>
                  <a:cubicBezTo>
                    <a:pt x="562" y="3528"/>
                    <a:pt x="1" y="5984"/>
                    <a:pt x="2338" y="6222"/>
                  </a:cubicBezTo>
                  <a:cubicBezTo>
                    <a:pt x="2361" y="6224"/>
                    <a:pt x="2384" y="6225"/>
                    <a:pt x="2408" y="6225"/>
                  </a:cubicBezTo>
                  <a:cubicBezTo>
                    <a:pt x="3051" y="6225"/>
                    <a:pt x="3629" y="5339"/>
                    <a:pt x="3754" y="4654"/>
                  </a:cubicBezTo>
                  <a:cubicBezTo>
                    <a:pt x="4031" y="3146"/>
                    <a:pt x="3869" y="890"/>
                    <a:pt x="2539" y="135"/>
                  </a:cubicBezTo>
                  <a:cubicBezTo>
                    <a:pt x="2373" y="41"/>
                    <a:pt x="2197" y="0"/>
                    <a:pt x="2022"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33840" bIns="338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65" name="Google Shape;2708;p37">
              <a:extLst>
                <a:ext uri="{FF2B5EF4-FFF2-40B4-BE49-F238E27FC236}">
                  <a16:creationId xmlns:a16="http://schemas.microsoft.com/office/drawing/2014/main" id="{0D48BFF0-CAD3-4CF1-9524-730409C50110}"/>
                </a:ext>
              </a:extLst>
            </p:cNvPr>
            <p:cNvSpPr/>
            <p:nvPr/>
          </p:nvSpPr>
          <p:spPr>
            <a:xfrm>
              <a:off x="3041640" y="4299120"/>
              <a:ext cx="105120" cy="104760"/>
            </a:xfrm>
            <a:custGeom>
              <a:avLst/>
              <a:gdLst>
                <a:gd name="textAreaLeft" fmla="*/ 0 w 105120"/>
                <a:gd name="textAreaRight" fmla="*/ 105480 w 105120"/>
                <a:gd name="textAreaTop" fmla="*/ 0 h 104760"/>
                <a:gd name="textAreaBottom" fmla="*/ 105120 h 104760"/>
              </a:gdLst>
              <a:ahLst/>
              <a:cxnLst/>
              <a:rect l="textAreaLeft" t="textAreaTop" r="textAreaRight" b="textAreaBottom"/>
              <a:pathLst>
                <a:path w="9686" h="9629">
                  <a:moveTo>
                    <a:pt x="1740" y="1"/>
                  </a:moveTo>
                  <a:cubicBezTo>
                    <a:pt x="184" y="1821"/>
                    <a:pt x="0" y="4815"/>
                    <a:pt x="761" y="6966"/>
                  </a:cubicBezTo>
                  <a:cubicBezTo>
                    <a:pt x="1339" y="8598"/>
                    <a:pt x="2761" y="9628"/>
                    <a:pt x="4269" y="9628"/>
                  </a:cubicBezTo>
                  <a:cubicBezTo>
                    <a:pt x="4914" y="9628"/>
                    <a:pt x="5574" y="9440"/>
                    <a:pt x="6191" y="9030"/>
                  </a:cubicBezTo>
                  <a:cubicBezTo>
                    <a:pt x="7020" y="8480"/>
                    <a:pt x="7448" y="7524"/>
                    <a:pt x="7734" y="6545"/>
                  </a:cubicBezTo>
                  <a:cubicBezTo>
                    <a:pt x="7859" y="6659"/>
                    <a:pt x="8012" y="6712"/>
                    <a:pt x="8177" y="6712"/>
                  </a:cubicBezTo>
                  <a:cubicBezTo>
                    <a:pt x="8721" y="6712"/>
                    <a:pt x="9387" y="6134"/>
                    <a:pt x="9548" y="5274"/>
                  </a:cubicBezTo>
                  <a:cubicBezTo>
                    <a:pt x="9685" y="4537"/>
                    <a:pt x="9308" y="3879"/>
                    <a:pt x="8791" y="3879"/>
                  </a:cubicBezTo>
                  <a:cubicBezTo>
                    <a:pt x="8749" y="3879"/>
                    <a:pt x="8705" y="3884"/>
                    <a:pt x="8660" y="3893"/>
                  </a:cubicBezTo>
                  <a:cubicBezTo>
                    <a:pt x="8391" y="3950"/>
                    <a:pt x="8164" y="4188"/>
                    <a:pt x="7977" y="4487"/>
                  </a:cubicBezTo>
                  <a:cubicBezTo>
                    <a:pt x="5936" y="3879"/>
                    <a:pt x="3972" y="356"/>
                    <a:pt x="174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52560" bIns="525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66" name="Google Shape;2709;p37">
              <a:extLst>
                <a:ext uri="{FF2B5EF4-FFF2-40B4-BE49-F238E27FC236}">
                  <a16:creationId xmlns:a16="http://schemas.microsoft.com/office/drawing/2014/main" id="{8E37B2B3-6252-42D2-BBDA-0F78AE61EEF8}"/>
                </a:ext>
              </a:extLst>
            </p:cNvPr>
            <p:cNvSpPr/>
            <p:nvPr/>
          </p:nvSpPr>
          <p:spPr>
            <a:xfrm>
              <a:off x="2967480" y="4430880"/>
              <a:ext cx="86040" cy="125640"/>
            </a:xfrm>
            <a:custGeom>
              <a:avLst/>
              <a:gdLst>
                <a:gd name="textAreaLeft" fmla="*/ 0 w 86040"/>
                <a:gd name="textAreaRight" fmla="*/ 86400 w 86040"/>
                <a:gd name="textAreaTop" fmla="*/ 0 h 125640"/>
                <a:gd name="textAreaBottom" fmla="*/ 126000 h 125640"/>
              </a:gdLst>
              <a:ahLst/>
              <a:cxnLst/>
              <a:rect l="textAreaLeft" t="textAreaTop" r="textAreaRight" b="textAreaBottom"/>
              <a:pathLst>
                <a:path w="7937" h="11571">
                  <a:moveTo>
                    <a:pt x="6788" y="1"/>
                  </a:moveTo>
                  <a:cubicBezTo>
                    <a:pt x="5728" y="1"/>
                    <a:pt x="4494" y="1480"/>
                    <a:pt x="4007" y="2051"/>
                  </a:cubicBezTo>
                  <a:cubicBezTo>
                    <a:pt x="2668" y="3620"/>
                    <a:pt x="1475" y="5272"/>
                    <a:pt x="691" y="7196"/>
                  </a:cubicBezTo>
                  <a:cubicBezTo>
                    <a:pt x="302" y="8155"/>
                    <a:pt x="28" y="9198"/>
                    <a:pt x="11" y="10239"/>
                  </a:cubicBezTo>
                  <a:cubicBezTo>
                    <a:pt x="1" y="10822"/>
                    <a:pt x="435" y="11571"/>
                    <a:pt x="1099" y="11571"/>
                  </a:cubicBezTo>
                  <a:cubicBezTo>
                    <a:pt x="1153" y="11571"/>
                    <a:pt x="1208" y="11566"/>
                    <a:pt x="1265" y="11555"/>
                  </a:cubicBezTo>
                  <a:cubicBezTo>
                    <a:pt x="2326" y="11362"/>
                    <a:pt x="2983" y="10129"/>
                    <a:pt x="3500" y="9336"/>
                  </a:cubicBezTo>
                  <a:cubicBezTo>
                    <a:pt x="4559" y="7712"/>
                    <a:pt x="5897" y="6282"/>
                    <a:pt x="6758" y="4554"/>
                  </a:cubicBezTo>
                  <a:cubicBezTo>
                    <a:pt x="7194" y="3682"/>
                    <a:pt x="7936" y="1639"/>
                    <a:pt x="7217" y="588"/>
                  </a:cubicBezTo>
                  <a:cubicBezTo>
                    <a:pt x="7117" y="442"/>
                    <a:pt x="7519" y="274"/>
                    <a:pt x="7340" y="159"/>
                  </a:cubicBezTo>
                  <a:cubicBezTo>
                    <a:pt x="7165" y="49"/>
                    <a:pt x="6979" y="1"/>
                    <a:pt x="6788"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63000" bIns="630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67" name="Google Shape;2710;p37">
              <a:extLst>
                <a:ext uri="{FF2B5EF4-FFF2-40B4-BE49-F238E27FC236}">
                  <a16:creationId xmlns:a16="http://schemas.microsoft.com/office/drawing/2014/main" id="{72957B2F-79D8-4CAA-8F18-DA304BDE168A}"/>
                </a:ext>
              </a:extLst>
            </p:cNvPr>
            <p:cNvSpPr/>
            <p:nvPr/>
          </p:nvSpPr>
          <p:spPr>
            <a:xfrm>
              <a:off x="3120120" y="4431960"/>
              <a:ext cx="81360" cy="128880"/>
            </a:xfrm>
            <a:custGeom>
              <a:avLst/>
              <a:gdLst>
                <a:gd name="textAreaLeft" fmla="*/ 0 w 81360"/>
                <a:gd name="textAreaRight" fmla="*/ 81720 w 81360"/>
                <a:gd name="textAreaTop" fmla="*/ 0 h 128880"/>
                <a:gd name="textAreaBottom" fmla="*/ 129240 h 128880"/>
              </a:gdLst>
              <a:ahLst/>
              <a:cxnLst/>
              <a:rect l="textAreaLeft" t="textAreaTop" r="textAreaRight" b="textAreaBottom"/>
              <a:pathLst>
                <a:path w="7498" h="11858">
                  <a:moveTo>
                    <a:pt x="1175" y="1"/>
                  </a:moveTo>
                  <a:cubicBezTo>
                    <a:pt x="1004" y="1"/>
                    <a:pt x="836" y="41"/>
                    <a:pt x="674" y="132"/>
                  </a:cubicBezTo>
                  <a:cubicBezTo>
                    <a:pt x="489" y="237"/>
                    <a:pt x="882" y="427"/>
                    <a:pt x="773" y="566"/>
                  </a:cubicBezTo>
                  <a:cubicBezTo>
                    <a:pt x="0" y="1578"/>
                    <a:pt x="634" y="3656"/>
                    <a:pt x="1022" y="4552"/>
                  </a:cubicBezTo>
                  <a:cubicBezTo>
                    <a:pt x="1792" y="6321"/>
                    <a:pt x="3051" y="7821"/>
                    <a:pt x="4024" y="9500"/>
                  </a:cubicBezTo>
                  <a:cubicBezTo>
                    <a:pt x="4497" y="10317"/>
                    <a:pt x="5088" y="11585"/>
                    <a:pt x="6136" y="11832"/>
                  </a:cubicBezTo>
                  <a:cubicBezTo>
                    <a:pt x="6209" y="11850"/>
                    <a:pt x="6280" y="11858"/>
                    <a:pt x="6349" y="11858"/>
                  </a:cubicBezTo>
                  <a:cubicBezTo>
                    <a:pt x="6987" y="11858"/>
                    <a:pt x="7439" y="11153"/>
                    <a:pt x="7460" y="10586"/>
                  </a:cubicBezTo>
                  <a:cubicBezTo>
                    <a:pt x="7497" y="9545"/>
                    <a:pt x="7279" y="8487"/>
                    <a:pt x="6941" y="7508"/>
                  </a:cubicBezTo>
                  <a:cubicBezTo>
                    <a:pt x="6260" y="5546"/>
                    <a:pt x="5156" y="3836"/>
                    <a:pt x="3902" y="2196"/>
                  </a:cubicBezTo>
                  <a:cubicBezTo>
                    <a:pt x="3436" y="1589"/>
                    <a:pt x="2249" y="1"/>
                    <a:pt x="1175"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64440" bIns="64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68" name="Google Shape;2711;p37">
              <a:extLst>
                <a:ext uri="{FF2B5EF4-FFF2-40B4-BE49-F238E27FC236}">
                  <a16:creationId xmlns:a16="http://schemas.microsoft.com/office/drawing/2014/main" id="{583350FB-CC5D-4DAA-8B6C-470D11A2A34C}"/>
                </a:ext>
              </a:extLst>
            </p:cNvPr>
            <p:cNvSpPr/>
            <p:nvPr/>
          </p:nvSpPr>
          <p:spPr>
            <a:xfrm>
              <a:off x="2968920" y="4520880"/>
              <a:ext cx="71640" cy="38160"/>
            </a:xfrm>
            <a:custGeom>
              <a:avLst/>
              <a:gdLst>
                <a:gd name="textAreaLeft" fmla="*/ 0 w 71640"/>
                <a:gd name="textAreaRight" fmla="*/ 72000 w 71640"/>
                <a:gd name="textAreaTop" fmla="*/ 0 h 38160"/>
                <a:gd name="textAreaBottom" fmla="*/ 38520 h 38160"/>
              </a:gdLst>
              <a:ahLst/>
              <a:cxnLst/>
              <a:rect l="textAreaLeft" t="textAreaTop" r="textAreaRight" b="textAreaBottom"/>
              <a:pathLst>
                <a:path w="6606" h="3532">
                  <a:moveTo>
                    <a:pt x="4617" y="1"/>
                  </a:moveTo>
                  <a:cubicBezTo>
                    <a:pt x="4528" y="1"/>
                    <a:pt x="4459" y="11"/>
                    <a:pt x="4418" y="31"/>
                  </a:cubicBezTo>
                  <a:cubicBezTo>
                    <a:pt x="4226" y="124"/>
                    <a:pt x="3507" y="142"/>
                    <a:pt x="3004" y="142"/>
                  </a:cubicBezTo>
                  <a:cubicBezTo>
                    <a:pt x="2710" y="142"/>
                    <a:pt x="2490" y="136"/>
                    <a:pt x="2490" y="136"/>
                  </a:cubicBezTo>
                  <a:cubicBezTo>
                    <a:pt x="2490" y="136"/>
                    <a:pt x="0" y="2158"/>
                    <a:pt x="555" y="3102"/>
                  </a:cubicBezTo>
                  <a:cubicBezTo>
                    <a:pt x="728" y="3396"/>
                    <a:pt x="1300" y="3531"/>
                    <a:pt x="2018" y="3531"/>
                  </a:cubicBezTo>
                  <a:cubicBezTo>
                    <a:pt x="3605" y="3531"/>
                    <a:pt x="5908" y="2871"/>
                    <a:pt x="6217" y="1800"/>
                  </a:cubicBezTo>
                  <a:cubicBezTo>
                    <a:pt x="6606" y="452"/>
                    <a:pt x="5196" y="1"/>
                    <a:pt x="461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9080" bIns="190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69" name="Google Shape;2712;p37">
              <a:extLst>
                <a:ext uri="{FF2B5EF4-FFF2-40B4-BE49-F238E27FC236}">
                  <a16:creationId xmlns:a16="http://schemas.microsoft.com/office/drawing/2014/main" id="{BE21A087-804E-4A8D-9077-6596F301343D}"/>
                </a:ext>
              </a:extLst>
            </p:cNvPr>
            <p:cNvSpPr/>
            <p:nvPr/>
          </p:nvSpPr>
          <p:spPr>
            <a:xfrm>
              <a:off x="3123360" y="4519080"/>
              <a:ext cx="70560" cy="39600"/>
            </a:xfrm>
            <a:custGeom>
              <a:avLst/>
              <a:gdLst>
                <a:gd name="textAreaLeft" fmla="*/ 0 w 70560"/>
                <a:gd name="textAreaRight" fmla="*/ 70920 w 70560"/>
                <a:gd name="textAreaTop" fmla="*/ 0 h 39600"/>
                <a:gd name="textAreaBottom" fmla="*/ 39960 h 39600"/>
              </a:gdLst>
              <a:ahLst/>
              <a:cxnLst/>
              <a:rect l="textAreaLeft" t="textAreaTop" r="textAreaRight" b="textAreaBottom"/>
              <a:pathLst>
                <a:path w="6496" h="3671">
                  <a:moveTo>
                    <a:pt x="1931" y="0"/>
                  </a:moveTo>
                  <a:cubicBezTo>
                    <a:pt x="1316" y="0"/>
                    <a:pt x="1" y="398"/>
                    <a:pt x="307" y="1714"/>
                  </a:cubicBezTo>
                  <a:cubicBezTo>
                    <a:pt x="573" y="2862"/>
                    <a:pt x="3099" y="3671"/>
                    <a:pt x="4681" y="3671"/>
                  </a:cubicBezTo>
                  <a:cubicBezTo>
                    <a:pt x="5270" y="3671"/>
                    <a:pt x="5728" y="3559"/>
                    <a:pt x="5891" y="3312"/>
                  </a:cubicBezTo>
                  <a:cubicBezTo>
                    <a:pt x="6496" y="2401"/>
                    <a:pt x="4116" y="248"/>
                    <a:pt x="4116" y="248"/>
                  </a:cubicBezTo>
                  <a:cubicBezTo>
                    <a:pt x="4116" y="248"/>
                    <a:pt x="2492" y="205"/>
                    <a:pt x="2195" y="43"/>
                  </a:cubicBezTo>
                  <a:cubicBezTo>
                    <a:pt x="2146" y="16"/>
                    <a:pt x="2052" y="0"/>
                    <a:pt x="1931"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9800" bIns="198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70" name="Google Shape;2713;p37">
              <a:extLst>
                <a:ext uri="{FF2B5EF4-FFF2-40B4-BE49-F238E27FC236}">
                  <a16:creationId xmlns:a16="http://schemas.microsoft.com/office/drawing/2014/main" id="{79330E50-9686-401C-9C8C-8F5D3A7D516B}"/>
                </a:ext>
              </a:extLst>
            </p:cNvPr>
            <p:cNvSpPr/>
            <p:nvPr/>
          </p:nvSpPr>
          <p:spPr>
            <a:xfrm>
              <a:off x="3016800" y="4507560"/>
              <a:ext cx="43200" cy="34560"/>
            </a:xfrm>
            <a:custGeom>
              <a:avLst/>
              <a:gdLst>
                <a:gd name="textAreaLeft" fmla="*/ 0 w 43200"/>
                <a:gd name="textAreaRight" fmla="*/ 43560 w 43200"/>
                <a:gd name="textAreaTop" fmla="*/ 0 h 34560"/>
                <a:gd name="textAreaBottom" fmla="*/ 34920 h 34560"/>
              </a:gdLst>
              <a:ahLst/>
              <a:cxnLst/>
              <a:rect l="textAreaLeft" t="textAreaTop" r="textAreaRight" b="textAreaBottom"/>
              <a:pathLst>
                <a:path w="4012" h="3218">
                  <a:moveTo>
                    <a:pt x="1144" y="1"/>
                  </a:moveTo>
                  <a:cubicBezTo>
                    <a:pt x="487" y="1"/>
                    <a:pt x="8" y="640"/>
                    <a:pt x="3" y="1265"/>
                  </a:cubicBezTo>
                  <a:cubicBezTo>
                    <a:pt x="0" y="2196"/>
                    <a:pt x="1115" y="2649"/>
                    <a:pt x="1802" y="3034"/>
                  </a:cubicBezTo>
                  <a:cubicBezTo>
                    <a:pt x="2018" y="3155"/>
                    <a:pt x="2288" y="3217"/>
                    <a:pt x="2561" y="3217"/>
                  </a:cubicBezTo>
                  <a:cubicBezTo>
                    <a:pt x="2982" y="3217"/>
                    <a:pt x="3408" y="3070"/>
                    <a:pt x="3652" y="2763"/>
                  </a:cubicBezTo>
                  <a:cubicBezTo>
                    <a:pt x="4012" y="2311"/>
                    <a:pt x="3828" y="1817"/>
                    <a:pt x="3495" y="1428"/>
                  </a:cubicBezTo>
                  <a:cubicBezTo>
                    <a:pt x="3355" y="1265"/>
                    <a:pt x="3192" y="1119"/>
                    <a:pt x="3014" y="995"/>
                  </a:cubicBezTo>
                  <a:lnTo>
                    <a:pt x="3014" y="995"/>
                  </a:lnTo>
                  <a:cubicBezTo>
                    <a:pt x="3039" y="1011"/>
                    <a:pt x="3065" y="1029"/>
                    <a:pt x="3089" y="1046"/>
                  </a:cubicBezTo>
                  <a:cubicBezTo>
                    <a:pt x="2492" y="595"/>
                    <a:pt x="2034" y="80"/>
                    <a:pt x="1245" y="6"/>
                  </a:cubicBezTo>
                  <a:cubicBezTo>
                    <a:pt x="1211" y="2"/>
                    <a:pt x="1178" y="1"/>
                    <a:pt x="114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7280" bIns="172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71" name="Google Shape;2714;p37">
              <a:extLst>
                <a:ext uri="{FF2B5EF4-FFF2-40B4-BE49-F238E27FC236}">
                  <a16:creationId xmlns:a16="http://schemas.microsoft.com/office/drawing/2014/main" id="{6C36AE42-68D4-49D6-8351-6A0614760FA1}"/>
                </a:ext>
              </a:extLst>
            </p:cNvPr>
            <p:cNvSpPr/>
            <p:nvPr/>
          </p:nvSpPr>
          <p:spPr>
            <a:xfrm>
              <a:off x="3111480" y="4505400"/>
              <a:ext cx="45720" cy="34200"/>
            </a:xfrm>
            <a:custGeom>
              <a:avLst/>
              <a:gdLst>
                <a:gd name="textAreaLeft" fmla="*/ 0 w 45720"/>
                <a:gd name="textAreaRight" fmla="*/ 46080 w 45720"/>
                <a:gd name="textAreaTop" fmla="*/ 0 h 34200"/>
                <a:gd name="textAreaBottom" fmla="*/ 34560 h 34200"/>
              </a:gdLst>
              <a:ahLst/>
              <a:cxnLst/>
              <a:rect l="textAreaLeft" t="textAreaTop" r="textAreaRight" b="textAreaBottom"/>
              <a:pathLst>
                <a:path w="4213" h="3186">
                  <a:moveTo>
                    <a:pt x="3086" y="1"/>
                  </a:moveTo>
                  <a:cubicBezTo>
                    <a:pt x="2960" y="1"/>
                    <a:pt x="2831" y="17"/>
                    <a:pt x="2704" y="45"/>
                  </a:cubicBezTo>
                  <a:cubicBezTo>
                    <a:pt x="2492" y="95"/>
                    <a:pt x="2288" y="169"/>
                    <a:pt x="2094" y="269"/>
                  </a:cubicBezTo>
                  <a:cubicBezTo>
                    <a:pt x="2120" y="254"/>
                    <a:pt x="2148" y="240"/>
                    <a:pt x="2175" y="228"/>
                  </a:cubicBezTo>
                  <a:lnTo>
                    <a:pt x="2175" y="228"/>
                  </a:lnTo>
                  <a:cubicBezTo>
                    <a:pt x="1497" y="543"/>
                    <a:pt x="828" y="706"/>
                    <a:pt x="392" y="1367"/>
                  </a:cubicBezTo>
                  <a:cubicBezTo>
                    <a:pt x="0" y="1961"/>
                    <a:pt x="345" y="2744"/>
                    <a:pt x="924" y="3055"/>
                  </a:cubicBezTo>
                  <a:cubicBezTo>
                    <a:pt x="1095" y="3146"/>
                    <a:pt x="1272" y="3185"/>
                    <a:pt x="1449" y="3185"/>
                  </a:cubicBezTo>
                  <a:cubicBezTo>
                    <a:pt x="2120" y="3185"/>
                    <a:pt x="2806" y="2631"/>
                    <a:pt x="3328" y="2294"/>
                  </a:cubicBezTo>
                  <a:cubicBezTo>
                    <a:pt x="3857" y="1953"/>
                    <a:pt x="4213" y="1126"/>
                    <a:pt x="3956" y="532"/>
                  </a:cubicBezTo>
                  <a:cubicBezTo>
                    <a:pt x="3785" y="140"/>
                    <a:pt x="3451" y="1"/>
                    <a:pt x="3086"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7280" bIns="172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72" name="Google Shape;2715;p37">
              <a:extLst>
                <a:ext uri="{FF2B5EF4-FFF2-40B4-BE49-F238E27FC236}">
                  <a16:creationId xmlns:a16="http://schemas.microsoft.com/office/drawing/2014/main" id="{5C380010-DC3C-4DB1-9C7E-289FF45019C2}"/>
                </a:ext>
              </a:extLst>
            </p:cNvPr>
            <p:cNvSpPr/>
            <p:nvPr/>
          </p:nvSpPr>
          <p:spPr>
            <a:xfrm>
              <a:off x="3001320" y="4461120"/>
              <a:ext cx="79560" cy="80640"/>
            </a:xfrm>
            <a:custGeom>
              <a:avLst/>
              <a:gdLst>
                <a:gd name="textAreaLeft" fmla="*/ 0 w 79560"/>
                <a:gd name="textAreaRight" fmla="*/ 79920 w 79560"/>
                <a:gd name="textAreaTop" fmla="*/ 0 h 80640"/>
                <a:gd name="textAreaBottom" fmla="*/ 81000 h 80640"/>
              </a:gdLst>
              <a:ahLst/>
              <a:cxnLst/>
              <a:rect l="textAreaLeft" t="textAreaTop" r="textAreaRight" b="textAreaBottom"/>
              <a:pathLst>
                <a:path w="7319" h="7420">
                  <a:moveTo>
                    <a:pt x="1750" y="1"/>
                  </a:moveTo>
                  <a:cubicBezTo>
                    <a:pt x="1481" y="1"/>
                    <a:pt x="1250" y="308"/>
                    <a:pt x="1491" y="559"/>
                  </a:cubicBezTo>
                  <a:cubicBezTo>
                    <a:pt x="2458" y="1565"/>
                    <a:pt x="3500" y="2507"/>
                    <a:pt x="4406" y="3566"/>
                  </a:cubicBezTo>
                  <a:cubicBezTo>
                    <a:pt x="4739" y="3955"/>
                    <a:pt x="4992" y="4386"/>
                    <a:pt x="5223" y="4831"/>
                  </a:cubicBezTo>
                  <a:cubicBezTo>
                    <a:pt x="4756" y="4233"/>
                    <a:pt x="4259" y="3661"/>
                    <a:pt x="3775" y="3144"/>
                  </a:cubicBezTo>
                  <a:cubicBezTo>
                    <a:pt x="2889" y="2196"/>
                    <a:pt x="1949" y="1211"/>
                    <a:pt x="664" y="860"/>
                  </a:cubicBezTo>
                  <a:cubicBezTo>
                    <a:pt x="630" y="851"/>
                    <a:pt x="596" y="846"/>
                    <a:pt x="564" y="846"/>
                  </a:cubicBezTo>
                  <a:cubicBezTo>
                    <a:pt x="218" y="846"/>
                    <a:pt x="1" y="1350"/>
                    <a:pt x="354" y="1541"/>
                  </a:cubicBezTo>
                  <a:cubicBezTo>
                    <a:pt x="1510" y="2164"/>
                    <a:pt x="2357" y="3158"/>
                    <a:pt x="3243" y="4097"/>
                  </a:cubicBezTo>
                  <a:cubicBezTo>
                    <a:pt x="4238" y="5150"/>
                    <a:pt x="4918" y="6528"/>
                    <a:pt x="6130" y="7361"/>
                  </a:cubicBezTo>
                  <a:cubicBezTo>
                    <a:pt x="6189" y="7402"/>
                    <a:pt x="6251" y="7420"/>
                    <a:pt x="6311" y="7420"/>
                  </a:cubicBezTo>
                  <a:cubicBezTo>
                    <a:pt x="6462" y="7420"/>
                    <a:pt x="6600" y="7306"/>
                    <a:pt x="6650" y="7160"/>
                  </a:cubicBezTo>
                  <a:cubicBezTo>
                    <a:pt x="6713" y="7180"/>
                    <a:pt x="6780" y="7190"/>
                    <a:pt x="6845" y="7190"/>
                  </a:cubicBezTo>
                  <a:cubicBezTo>
                    <a:pt x="7091" y="7190"/>
                    <a:pt x="7319" y="7048"/>
                    <a:pt x="7286" y="6738"/>
                  </a:cubicBezTo>
                  <a:cubicBezTo>
                    <a:pt x="7283" y="6700"/>
                    <a:pt x="7278" y="6661"/>
                    <a:pt x="7273" y="6622"/>
                  </a:cubicBezTo>
                  <a:cubicBezTo>
                    <a:pt x="7256" y="6457"/>
                    <a:pt x="7187" y="6338"/>
                    <a:pt x="7092" y="6259"/>
                  </a:cubicBezTo>
                  <a:cubicBezTo>
                    <a:pt x="6503" y="5244"/>
                    <a:pt x="6107" y="4142"/>
                    <a:pt x="5380" y="3201"/>
                  </a:cubicBezTo>
                  <a:cubicBezTo>
                    <a:pt x="4429" y="1971"/>
                    <a:pt x="3169" y="1078"/>
                    <a:pt x="1986" y="90"/>
                  </a:cubicBezTo>
                  <a:cubicBezTo>
                    <a:pt x="1911" y="27"/>
                    <a:pt x="1829" y="1"/>
                    <a:pt x="175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0320" bIns="403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73" name="Google Shape;2716;p37">
              <a:extLst>
                <a:ext uri="{FF2B5EF4-FFF2-40B4-BE49-F238E27FC236}">
                  <a16:creationId xmlns:a16="http://schemas.microsoft.com/office/drawing/2014/main" id="{4987E017-CAE2-4BCC-83C2-11127EA77875}"/>
                </a:ext>
              </a:extLst>
            </p:cNvPr>
            <p:cNvSpPr/>
            <p:nvPr/>
          </p:nvSpPr>
          <p:spPr>
            <a:xfrm>
              <a:off x="3079080" y="4460040"/>
              <a:ext cx="91800" cy="82440"/>
            </a:xfrm>
            <a:custGeom>
              <a:avLst/>
              <a:gdLst>
                <a:gd name="textAreaLeft" fmla="*/ 0 w 91800"/>
                <a:gd name="textAreaRight" fmla="*/ 92160 w 91800"/>
                <a:gd name="textAreaTop" fmla="*/ 0 h 82440"/>
                <a:gd name="textAreaBottom" fmla="*/ 82800 h 82440"/>
              </a:gdLst>
              <a:ahLst/>
              <a:cxnLst/>
              <a:rect l="textAreaLeft" t="textAreaTop" r="textAreaRight" b="textAreaBottom"/>
              <a:pathLst>
                <a:path w="8459" h="7602">
                  <a:moveTo>
                    <a:pt x="7687" y="1"/>
                  </a:moveTo>
                  <a:cubicBezTo>
                    <a:pt x="7601" y="1"/>
                    <a:pt x="7510" y="20"/>
                    <a:pt x="7417" y="61"/>
                  </a:cubicBezTo>
                  <a:cubicBezTo>
                    <a:pt x="5981" y="703"/>
                    <a:pt x="5018" y="2279"/>
                    <a:pt x="3855" y="3311"/>
                  </a:cubicBezTo>
                  <a:cubicBezTo>
                    <a:pt x="2587" y="4436"/>
                    <a:pt x="1586" y="5839"/>
                    <a:pt x="289" y="6942"/>
                  </a:cubicBezTo>
                  <a:cubicBezTo>
                    <a:pt x="0" y="7188"/>
                    <a:pt x="254" y="7601"/>
                    <a:pt x="568" y="7601"/>
                  </a:cubicBezTo>
                  <a:cubicBezTo>
                    <a:pt x="624" y="7601"/>
                    <a:pt x="682" y="7588"/>
                    <a:pt x="739" y="7559"/>
                  </a:cubicBezTo>
                  <a:cubicBezTo>
                    <a:pt x="1194" y="7319"/>
                    <a:pt x="1599" y="7038"/>
                    <a:pt x="1979" y="6731"/>
                  </a:cubicBezTo>
                  <a:cubicBezTo>
                    <a:pt x="2022" y="6728"/>
                    <a:pt x="2064" y="6713"/>
                    <a:pt x="2100" y="6686"/>
                  </a:cubicBezTo>
                  <a:cubicBezTo>
                    <a:pt x="3291" y="5828"/>
                    <a:pt x="4560" y="5075"/>
                    <a:pt x="5763" y="4229"/>
                  </a:cubicBezTo>
                  <a:cubicBezTo>
                    <a:pt x="6509" y="3705"/>
                    <a:pt x="8105" y="2878"/>
                    <a:pt x="7916" y="1806"/>
                  </a:cubicBezTo>
                  <a:cubicBezTo>
                    <a:pt x="7905" y="1739"/>
                    <a:pt x="7840" y="1704"/>
                    <a:pt x="7778" y="1696"/>
                  </a:cubicBezTo>
                  <a:cubicBezTo>
                    <a:pt x="7743" y="1692"/>
                    <a:pt x="7707" y="1689"/>
                    <a:pt x="7672" y="1689"/>
                  </a:cubicBezTo>
                  <a:cubicBezTo>
                    <a:pt x="7562" y="1689"/>
                    <a:pt x="7450" y="1709"/>
                    <a:pt x="7339" y="1741"/>
                  </a:cubicBezTo>
                  <a:cubicBezTo>
                    <a:pt x="7599" y="1495"/>
                    <a:pt x="7851" y="1243"/>
                    <a:pt x="8088" y="979"/>
                  </a:cubicBezTo>
                  <a:cubicBezTo>
                    <a:pt x="8459" y="562"/>
                    <a:pt x="8155" y="1"/>
                    <a:pt x="7687"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1400" bIns="414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74" name="Google Shape;2717;p37">
              <a:extLst>
                <a:ext uri="{FF2B5EF4-FFF2-40B4-BE49-F238E27FC236}">
                  <a16:creationId xmlns:a16="http://schemas.microsoft.com/office/drawing/2014/main" id="{5F549191-69E4-448D-A95E-E7359B00202B}"/>
                </a:ext>
              </a:extLst>
            </p:cNvPr>
            <p:cNvSpPr/>
            <p:nvPr/>
          </p:nvSpPr>
          <p:spPr>
            <a:xfrm>
              <a:off x="2986200" y="4474080"/>
              <a:ext cx="200160" cy="75960"/>
            </a:xfrm>
            <a:custGeom>
              <a:avLst/>
              <a:gdLst>
                <a:gd name="textAreaLeft" fmla="*/ 0 w 200160"/>
                <a:gd name="textAreaRight" fmla="*/ 200520 w 200160"/>
                <a:gd name="textAreaTop" fmla="*/ 0 h 75960"/>
                <a:gd name="textAreaBottom" fmla="*/ 76320 h 75960"/>
              </a:gdLst>
              <a:ahLst/>
              <a:cxnLst/>
              <a:rect l="textAreaLeft" t="textAreaTop" r="textAreaRight" b="textAreaBottom"/>
              <a:pathLst>
                <a:path w="18409" h="7000">
                  <a:moveTo>
                    <a:pt x="17826" y="0"/>
                  </a:moveTo>
                  <a:cubicBezTo>
                    <a:pt x="17751" y="0"/>
                    <a:pt x="17671" y="24"/>
                    <a:pt x="17589" y="79"/>
                  </a:cubicBezTo>
                  <a:cubicBezTo>
                    <a:pt x="15031" y="1791"/>
                    <a:pt x="12699" y="4479"/>
                    <a:pt x="9796" y="5580"/>
                  </a:cubicBezTo>
                  <a:cubicBezTo>
                    <a:pt x="9518" y="5685"/>
                    <a:pt x="9241" y="5733"/>
                    <a:pt x="8967" y="5733"/>
                  </a:cubicBezTo>
                  <a:cubicBezTo>
                    <a:pt x="7153" y="5733"/>
                    <a:pt x="5446" y="3659"/>
                    <a:pt x="4251" y="2607"/>
                  </a:cubicBezTo>
                  <a:cubicBezTo>
                    <a:pt x="3188" y="1670"/>
                    <a:pt x="1912" y="1028"/>
                    <a:pt x="626" y="466"/>
                  </a:cubicBezTo>
                  <a:cubicBezTo>
                    <a:pt x="574" y="443"/>
                    <a:pt x="525" y="432"/>
                    <a:pt x="479" y="432"/>
                  </a:cubicBezTo>
                  <a:cubicBezTo>
                    <a:pt x="151" y="432"/>
                    <a:pt x="0" y="963"/>
                    <a:pt x="306" y="1172"/>
                  </a:cubicBezTo>
                  <a:cubicBezTo>
                    <a:pt x="2214" y="2478"/>
                    <a:pt x="3881" y="3954"/>
                    <a:pt x="5618" y="5467"/>
                  </a:cubicBezTo>
                  <a:cubicBezTo>
                    <a:pt x="6691" y="6401"/>
                    <a:pt x="7869" y="6950"/>
                    <a:pt x="9291" y="6998"/>
                  </a:cubicBezTo>
                  <a:cubicBezTo>
                    <a:pt x="9318" y="6999"/>
                    <a:pt x="9345" y="6999"/>
                    <a:pt x="9372" y="6999"/>
                  </a:cubicBezTo>
                  <a:cubicBezTo>
                    <a:pt x="10634" y="6999"/>
                    <a:pt x="11796" y="6028"/>
                    <a:pt x="12732" y="5301"/>
                  </a:cubicBezTo>
                  <a:cubicBezTo>
                    <a:pt x="14561" y="3882"/>
                    <a:pt x="16565" y="2533"/>
                    <a:pt x="18132" y="821"/>
                  </a:cubicBezTo>
                  <a:cubicBezTo>
                    <a:pt x="18408" y="519"/>
                    <a:pt x="18176" y="0"/>
                    <a:pt x="17826"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38160" bIns="381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75" name="Google Shape;2718;p37">
              <a:extLst>
                <a:ext uri="{FF2B5EF4-FFF2-40B4-BE49-F238E27FC236}">
                  <a16:creationId xmlns:a16="http://schemas.microsoft.com/office/drawing/2014/main" id="{0E5E8977-50E2-4C5A-8D1F-9DE479E6E1E3}"/>
                </a:ext>
              </a:extLst>
            </p:cNvPr>
            <p:cNvSpPr/>
            <p:nvPr/>
          </p:nvSpPr>
          <p:spPr>
            <a:xfrm>
              <a:off x="2760120" y="4232160"/>
              <a:ext cx="154800" cy="119520"/>
            </a:xfrm>
            <a:custGeom>
              <a:avLst/>
              <a:gdLst>
                <a:gd name="textAreaLeft" fmla="*/ 0 w 154800"/>
                <a:gd name="textAreaRight" fmla="*/ 155160 w 154800"/>
                <a:gd name="textAreaTop" fmla="*/ 0 h 119520"/>
                <a:gd name="textAreaBottom" fmla="*/ 119880 h 119520"/>
              </a:gdLst>
              <a:ahLst/>
              <a:cxnLst/>
              <a:rect l="textAreaLeft" t="textAreaTop" r="textAreaRight" b="textAreaBottom"/>
              <a:pathLst>
                <a:path w="14235" h="11014">
                  <a:moveTo>
                    <a:pt x="6807" y="0"/>
                  </a:moveTo>
                  <a:cubicBezTo>
                    <a:pt x="6440" y="0"/>
                    <a:pt x="6076" y="71"/>
                    <a:pt x="5715" y="236"/>
                  </a:cubicBezTo>
                  <a:cubicBezTo>
                    <a:pt x="5698" y="244"/>
                    <a:pt x="5681" y="247"/>
                    <a:pt x="5664" y="255"/>
                  </a:cubicBezTo>
                  <a:cubicBezTo>
                    <a:pt x="5504" y="318"/>
                    <a:pt x="5348" y="389"/>
                    <a:pt x="5193" y="468"/>
                  </a:cubicBezTo>
                  <a:cubicBezTo>
                    <a:pt x="5063" y="450"/>
                    <a:pt x="4933" y="442"/>
                    <a:pt x="4802" y="442"/>
                  </a:cubicBezTo>
                  <a:cubicBezTo>
                    <a:pt x="3182" y="442"/>
                    <a:pt x="1565" y="1767"/>
                    <a:pt x="715" y="3612"/>
                  </a:cubicBezTo>
                  <a:cubicBezTo>
                    <a:pt x="0" y="5165"/>
                    <a:pt x="96" y="6649"/>
                    <a:pt x="760" y="8180"/>
                  </a:cubicBezTo>
                  <a:cubicBezTo>
                    <a:pt x="1163" y="9110"/>
                    <a:pt x="1966" y="10534"/>
                    <a:pt x="3015" y="10750"/>
                  </a:cubicBezTo>
                  <a:cubicBezTo>
                    <a:pt x="3113" y="10826"/>
                    <a:pt x="3208" y="10904"/>
                    <a:pt x="3316" y="10975"/>
                  </a:cubicBezTo>
                  <a:cubicBezTo>
                    <a:pt x="3356" y="11001"/>
                    <a:pt x="3395" y="11013"/>
                    <a:pt x="3431" y="11013"/>
                  </a:cubicBezTo>
                  <a:cubicBezTo>
                    <a:pt x="3566" y="11013"/>
                    <a:pt x="3662" y="10851"/>
                    <a:pt x="3619" y="10712"/>
                  </a:cubicBezTo>
                  <a:cubicBezTo>
                    <a:pt x="4853" y="10650"/>
                    <a:pt x="5688" y="9558"/>
                    <a:pt x="6480" y="8627"/>
                  </a:cubicBezTo>
                  <a:cubicBezTo>
                    <a:pt x="8053" y="6778"/>
                    <a:pt x="10445" y="6505"/>
                    <a:pt x="12252" y="5044"/>
                  </a:cubicBezTo>
                  <a:cubicBezTo>
                    <a:pt x="12763" y="4628"/>
                    <a:pt x="13991" y="3468"/>
                    <a:pt x="14234" y="2536"/>
                  </a:cubicBezTo>
                  <a:lnTo>
                    <a:pt x="14234" y="2536"/>
                  </a:lnTo>
                  <a:cubicBezTo>
                    <a:pt x="14005" y="2583"/>
                    <a:pt x="13767" y="2608"/>
                    <a:pt x="13522" y="2608"/>
                  </a:cubicBezTo>
                  <a:cubicBezTo>
                    <a:pt x="13005" y="2608"/>
                    <a:pt x="12454" y="2497"/>
                    <a:pt x="11873" y="2256"/>
                  </a:cubicBezTo>
                  <a:cubicBezTo>
                    <a:pt x="10346" y="1621"/>
                    <a:pt x="8561" y="0"/>
                    <a:pt x="6807" y="0"/>
                  </a:cubicBezTo>
                  <a:close/>
                </a:path>
              </a:pathLst>
            </a:custGeom>
            <a:solidFill>
              <a:srgbClr val="2A2639"/>
            </a:solidFill>
            <a:ln w="0">
              <a:noFill/>
            </a:ln>
          </p:spPr>
          <p:style>
            <a:lnRef idx="0">
              <a:scrgbClr r="0" g="0" b="0"/>
            </a:lnRef>
            <a:fillRef idx="0">
              <a:scrgbClr r="0" g="0" b="0"/>
            </a:fillRef>
            <a:effectRef idx="0">
              <a:scrgbClr r="0" g="0" b="0"/>
            </a:effectRef>
            <a:fontRef idx="minor"/>
          </p:style>
          <p:txBody>
            <a:bodyPr tIns="59760" bIns="597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76" name="Google Shape;2719;p37">
              <a:extLst>
                <a:ext uri="{FF2B5EF4-FFF2-40B4-BE49-F238E27FC236}">
                  <a16:creationId xmlns:a16="http://schemas.microsoft.com/office/drawing/2014/main" id="{FF82F5C0-C7E2-4890-B970-B6BD5D81C3AE}"/>
                </a:ext>
              </a:extLst>
            </p:cNvPr>
            <p:cNvSpPr/>
            <p:nvPr/>
          </p:nvSpPr>
          <p:spPr>
            <a:xfrm>
              <a:off x="2845080" y="4414680"/>
              <a:ext cx="157320" cy="163800"/>
            </a:xfrm>
            <a:custGeom>
              <a:avLst/>
              <a:gdLst>
                <a:gd name="textAreaLeft" fmla="*/ 0 w 157320"/>
                <a:gd name="textAreaRight" fmla="*/ 157680 w 157320"/>
                <a:gd name="textAreaTop" fmla="*/ 0 h 163800"/>
                <a:gd name="textAreaBottom" fmla="*/ 164160 h 163800"/>
              </a:gdLst>
              <a:ahLst/>
              <a:cxnLst/>
              <a:rect l="textAreaLeft" t="textAreaTop" r="textAreaRight" b="textAreaBottom"/>
              <a:pathLst>
                <a:path w="14460" h="15061">
                  <a:moveTo>
                    <a:pt x="2585" y="1"/>
                  </a:moveTo>
                  <a:cubicBezTo>
                    <a:pt x="2405" y="1"/>
                    <a:pt x="2223" y="25"/>
                    <a:pt x="2042" y="78"/>
                  </a:cubicBezTo>
                  <a:cubicBezTo>
                    <a:pt x="0" y="671"/>
                    <a:pt x="1383" y="4307"/>
                    <a:pt x="2484" y="5864"/>
                  </a:cubicBezTo>
                  <a:cubicBezTo>
                    <a:pt x="2940" y="7007"/>
                    <a:pt x="3427" y="8144"/>
                    <a:pt x="3970" y="9236"/>
                  </a:cubicBezTo>
                  <a:cubicBezTo>
                    <a:pt x="4957" y="11212"/>
                    <a:pt x="6304" y="13427"/>
                    <a:pt x="8370" y="14429"/>
                  </a:cubicBezTo>
                  <a:cubicBezTo>
                    <a:pt x="9050" y="14758"/>
                    <a:pt x="9999" y="15060"/>
                    <a:pt x="10892" y="15060"/>
                  </a:cubicBezTo>
                  <a:cubicBezTo>
                    <a:pt x="11545" y="15060"/>
                    <a:pt x="12168" y="14899"/>
                    <a:pt x="12632" y="14469"/>
                  </a:cubicBezTo>
                  <a:cubicBezTo>
                    <a:pt x="14460" y="12780"/>
                    <a:pt x="11724" y="11438"/>
                    <a:pt x="10742" y="10405"/>
                  </a:cubicBezTo>
                  <a:cubicBezTo>
                    <a:pt x="9585" y="9191"/>
                    <a:pt x="9018" y="7697"/>
                    <a:pt x="8336" y="6197"/>
                  </a:cubicBezTo>
                  <a:cubicBezTo>
                    <a:pt x="7822" y="5066"/>
                    <a:pt x="7196" y="4027"/>
                    <a:pt x="6477" y="3017"/>
                  </a:cubicBezTo>
                  <a:cubicBezTo>
                    <a:pt x="5703" y="1930"/>
                    <a:pt x="4190" y="1"/>
                    <a:pt x="2585"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82080" bIns="820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77" name="Google Shape;2720;p37">
              <a:extLst>
                <a:ext uri="{FF2B5EF4-FFF2-40B4-BE49-F238E27FC236}">
                  <a16:creationId xmlns:a16="http://schemas.microsoft.com/office/drawing/2014/main" id="{EE5D918B-FB2E-449D-ACF6-554FAACD6409}"/>
                </a:ext>
              </a:extLst>
            </p:cNvPr>
            <p:cNvSpPr/>
            <p:nvPr/>
          </p:nvSpPr>
          <p:spPr>
            <a:xfrm>
              <a:off x="2717280" y="4388400"/>
              <a:ext cx="187920" cy="289800"/>
            </a:xfrm>
            <a:custGeom>
              <a:avLst/>
              <a:gdLst>
                <a:gd name="textAreaLeft" fmla="*/ 0 w 187920"/>
                <a:gd name="textAreaRight" fmla="*/ 188280 w 187920"/>
                <a:gd name="textAreaTop" fmla="*/ 0 h 289800"/>
                <a:gd name="textAreaBottom" fmla="*/ 290160 h 289800"/>
              </a:gdLst>
              <a:ahLst/>
              <a:cxnLst/>
              <a:rect l="textAreaLeft" t="textAreaTop" r="textAreaRight" b="textAreaBottom"/>
              <a:pathLst>
                <a:path w="17260" h="26609">
                  <a:moveTo>
                    <a:pt x="9645" y="0"/>
                  </a:moveTo>
                  <a:cubicBezTo>
                    <a:pt x="9524" y="0"/>
                    <a:pt x="9406" y="6"/>
                    <a:pt x="9292" y="18"/>
                  </a:cubicBezTo>
                  <a:cubicBezTo>
                    <a:pt x="5048" y="641"/>
                    <a:pt x="4082" y="1020"/>
                    <a:pt x="3349" y="2231"/>
                  </a:cubicBezTo>
                  <a:cubicBezTo>
                    <a:pt x="1471" y="5322"/>
                    <a:pt x="925" y="10967"/>
                    <a:pt x="972" y="14437"/>
                  </a:cubicBezTo>
                  <a:cubicBezTo>
                    <a:pt x="1016" y="17845"/>
                    <a:pt x="0" y="20549"/>
                    <a:pt x="1646" y="23694"/>
                  </a:cubicBezTo>
                  <a:cubicBezTo>
                    <a:pt x="2747" y="25800"/>
                    <a:pt x="5521" y="26137"/>
                    <a:pt x="7598" y="26434"/>
                  </a:cubicBezTo>
                  <a:cubicBezTo>
                    <a:pt x="8274" y="26531"/>
                    <a:pt x="9033" y="26608"/>
                    <a:pt x="9788" y="26608"/>
                  </a:cubicBezTo>
                  <a:cubicBezTo>
                    <a:pt x="11843" y="26608"/>
                    <a:pt x="13871" y="26038"/>
                    <a:pt x="14124" y="23739"/>
                  </a:cubicBezTo>
                  <a:cubicBezTo>
                    <a:pt x="14588" y="19509"/>
                    <a:pt x="15130" y="16543"/>
                    <a:pt x="15465" y="12303"/>
                  </a:cubicBezTo>
                  <a:cubicBezTo>
                    <a:pt x="15731" y="8967"/>
                    <a:pt x="17259" y="6457"/>
                    <a:pt x="15610" y="3434"/>
                  </a:cubicBezTo>
                  <a:cubicBezTo>
                    <a:pt x="14608" y="1595"/>
                    <a:pt x="11664" y="0"/>
                    <a:pt x="964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78" name="Google Shape;2721;p37">
              <a:extLst>
                <a:ext uri="{FF2B5EF4-FFF2-40B4-BE49-F238E27FC236}">
                  <a16:creationId xmlns:a16="http://schemas.microsoft.com/office/drawing/2014/main" id="{60D05AA4-0A65-4DBD-937F-41F225BD5997}"/>
                </a:ext>
              </a:extLst>
            </p:cNvPr>
            <p:cNvSpPr/>
            <p:nvPr/>
          </p:nvSpPr>
          <p:spPr>
            <a:xfrm>
              <a:off x="2799000" y="4350240"/>
              <a:ext cx="51120" cy="61200"/>
            </a:xfrm>
            <a:custGeom>
              <a:avLst/>
              <a:gdLst>
                <a:gd name="textAreaLeft" fmla="*/ 0 w 51120"/>
                <a:gd name="textAreaRight" fmla="*/ 51480 w 51120"/>
                <a:gd name="textAreaTop" fmla="*/ 0 h 61200"/>
                <a:gd name="textAreaBottom" fmla="*/ 61560 h 61200"/>
              </a:gdLst>
              <a:ahLst/>
              <a:cxnLst/>
              <a:rect l="textAreaLeft" t="textAreaTop" r="textAreaRight" b="textAreaBottom"/>
              <a:pathLst>
                <a:path w="4720" h="5639">
                  <a:moveTo>
                    <a:pt x="2267" y="0"/>
                  </a:moveTo>
                  <a:cubicBezTo>
                    <a:pt x="1161" y="0"/>
                    <a:pt x="793" y="1858"/>
                    <a:pt x="616" y="2780"/>
                  </a:cubicBezTo>
                  <a:cubicBezTo>
                    <a:pt x="498" y="3392"/>
                    <a:pt x="0" y="4074"/>
                    <a:pt x="282" y="4713"/>
                  </a:cubicBezTo>
                  <a:cubicBezTo>
                    <a:pt x="565" y="5356"/>
                    <a:pt x="1421" y="5520"/>
                    <a:pt x="2040" y="5618"/>
                  </a:cubicBezTo>
                  <a:cubicBezTo>
                    <a:pt x="2130" y="5632"/>
                    <a:pt x="2215" y="5638"/>
                    <a:pt x="2298" y="5638"/>
                  </a:cubicBezTo>
                  <a:cubicBezTo>
                    <a:pt x="3026" y="5638"/>
                    <a:pt x="3470" y="5121"/>
                    <a:pt x="3681" y="4623"/>
                  </a:cubicBezTo>
                  <a:cubicBezTo>
                    <a:pt x="4239" y="3307"/>
                    <a:pt x="4720" y="1207"/>
                    <a:pt x="2972" y="216"/>
                  </a:cubicBezTo>
                  <a:cubicBezTo>
                    <a:pt x="2709" y="66"/>
                    <a:pt x="2475" y="0"/>
                    <a:pt x="226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30600" bIns="306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79" name="Google Shape;2722;p37">
              <a:extLst>
                <a:ext uri="{FF2B5EF4-FFF2-40B4-BE49-F238E27FC236}">
                  <a16:creationId xmlns:a16="http://schemas.microsoft.com/office/drawing/2014/main" id="{90F4E8D8-E43B-449F-8283-71D1B515CA57}"/>
                </a:ext>
              </a:extLst>
            </p:cNvPr>
            <p:cNvSpPr/>
            <p:nvPr/>
          </p:nvSpPr>
          <p:spPr>
            <a:xfrm>
              <a:off x="2787120" y="4289040"/>
              <a:ext cx="92160" cy="94680"/>
            </a:xfrm>
            <a:custGeom>
              <a:avLst/>
              <a:gdLst>
                <a:gd name="textAreaLeft" fmla="*/ 0 w 92160"/>
                <a:gd name="textAreaRight" fmla="*/ 92520 w 92160"/>
                <a:gd name="textAreaTop" fmla="*/ 0 h 94680"/>
                <a:gd name="textAreaBottom" fmla="*/ 95040 h 94680"/>
              </a:gdLst>
              <a:ahLst/>
              <a:cxnLst/>
              <a:rect l="textAreaLeft" t="textAreaTop" r="textAreaRight" b="textAreaBottom"/>
              <a:pathLst>
                <a:path w="8473" h="8722">
                  <a:moveTo>
                    <a:pt x="7769" y="0"/>
                  </a:moveTo>
                  <a:cubicBezTo>
                    <a:pt x="7221" y="189"/>
                    <a:pt x="6652" y="306"/>
                    <a:pt x="6085" y="412"/>
                  </a:cubicBezTo>
                  <a:cubicBezTo>
                    <a:pt x="5833" y="458"/>
                    <a:pt x="5578" y="500"/>
                    <a:pt x="5327" y="557"/>
                  </a:cubicBezTo>
                  <a:cubicBezTo>
                    <a:pt x="4866" y="661"/>
                    <a:pt x="4422" y="838"/>
                    <a:pt x="3968" y="967"/>
                  </a:cubicBezTo>
                  <a:cubicBezTo>
                    <a:pt x="3491" y="1104"/>
                    <a:pt x="2981" y="1238"/>
                    <a:pt x="2477" y="1238"/>
                  </a:cubicBezTo>
                  <a:cubicBezTo>
                    <a:pt x="2420" y="1238"/>
                    <a:pt x="2364" y="1236"/>
                    <a:pt x="2307" y="1233"/>
                  </a:cubicBezTo>
                  <a:cubicBezTo>
                    <a:pt x="1982" y="1213"/>
                    <a:pt x="1673" y="1109"/>
                    <a:pt x="1359" y="1026"/>
                  </a:cubicBezTo>
                  <a:cubicBezTo>
                    <a:pt x="1182" y="979"/>
                    <a:pt x="987" y="933"/>
                    <a:pt x="796" y="933"/>
                  </a:cubicBezTo>
                  <a:cubicBezTo>
                    <a:pt x="735" y="933"/>
                    <a:pt x="674" y="937"/>
                    <a:pt x="615" y="948"/>
                  </a:cubicBezTo>
                  <a:cubicBezTo>
                    <a:pt x="496" y="1265"/>
                    <a:pt x="411" y="1593"/>
                    <a:pt x="361" y="1929"/>
                  </a:cubicBezTo>
                  <a:cubicBezTo>
                    <a:pt x="1" y="4473"/>
                    <a:pt x="1367" y="8090"/>
                    <a:pt x="4163" y="8639"/>
                  </a:cubicBezTo>
                  <a:cubicBezTo>
                    <a:pt x="4447" y="8695"/>
                    <a:pt x="4713" y="8722"/>
                    <a:pt x="4961" y="8722"/>
                  </a:cubicBezTo>
                  <a:cubicBezTo>
                    <a:pt x="7107" y="8722"/>
                    <a:pt x="7911" y="6727"/>
                    <a:pt x="8013" y="4675"/>
                  </a:cubicBezTo>
                  <a:cubicBezTo>
                    <a:pt x="8380" y="3062"/>
                    <a:pt x="8473" y="1330"/>
                    <a:pt x="7769"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80" name="Google Shape;2723;p37">
              <a:extLst>
                <a:ext uri="{FF2B5EF4-FFF2-40B4-BE49-F238E27FC236}">
                  <a16:creationId xmlns:a16="http://schemas.microsoft.com/office/drawing/2014/main" id="{F76376F4-36F0-4F02-A95C-835200D9D569}"/>
                </a:ext>
              </a:extLst>
            </p:cNvPr>
            <p:cNvSpPr/>
            <p:nvPr/>
          </p:nvSpPr>
          <p:spPr>
            <a:xfrm>
              <a:off x="2778120" y="4312440"/>
              <a:ext cx="21240" cy="30240"/>
            </a:xfrm>
            <a:custGeom>
              <a:avLst/>
              <a:gdLst>
                <a:gd name="textAreaLeft" fmla="*/ 0 w 21240"/>
                <a:gd name="textAreaRight" fmla="*/ 21600 w 21240"/>
                <a:gd name="textAreaTop" fmla="*/ 0 h 30240"/>
                <a:gd name="textAreaBottom" fmla="*/ 30600 h 30240"/>
              </a:gdLst>
              <a:ahLst/>
              <a:cxnLst/>
              <a:rect l="textAreaLeft" t="textAreaTop" r="textAreaRight" b="textAreaBottom"/>
              <a:pathLst>
                <a:path w="1993" h="2804">
                  <a:moveTo>
                    <a:pt x="653" y="1"/>
                  </a:moveTo>
                  <a:cubicBezTo>
                    <a:pt x="405" y="1"/>
                    <a:pt x="199" y="213"/>
                    <a:pt x="113" y="787"/>
                  </a:cubicBezTo>
                  <a:cubicBezTo>
                    <a:pt x="0" y="1528"/>
                    <a:pt x="602" y="2803"/>
                    <a:pt x="1309" y="2803"/>
                  </a:cubicBezTo>
                  <a:cubicBezTo>
                    <a:pt x="1532" y="2803"/>
                    <a:pt x="1767" y="2676"/>
                    <a:pt x="1992" y="2363"/>
                  </a:cubicBezTo>
                  <a:lnTo>
                    <a:pt x="1943" y="1197"/>
                  </a:lnTo>
                  <a:cubicBezTo>
                    <a:pt x="1687" y="695"/>
                    <a:pt x="1102" y="1"/>
                    <a:pt x="653"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5120" bIns="151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81" name="Google Shape;2724;p37">
              <a:extLst>
                <a:ext uri="{FF2B5EF4-FFF2-40B4-BE49-F238E27FC236}">
                  <a16:creationId xmlns:a16="http://schemas.microsoft.com/office/drawing/2014/main" id="{BED8664C-D9D0-47D0-AE26-96F2DCB592EC}"/>
                </a:ext>
              </a:extLst>
            </p:cNvPr>
            <p:cNvSpPr/>
            <p:nvPr/>
          </p:nvSpPr>
          <p:spPr>
            <a:xfrm>
              <a:off x="2828880" y="4345920"/>
              <a:ext cx="39240" cy="16560"/>
            </a:xfrm>
            <a:custGeom>
              <a:avLst/>
              <a:gdLst>
                <a:gd name="textAreaLeft" fmla="*/ 0 w 39240"/>
                <a:gd name="textAreaRight" fmla="*/ 39600 w 39240"/>
                <a:gd name="textAreaTop" fmla="*/ 0 h 16560"/>
                <a:gd name="textAreaBottom" fmla="*/ 16920 h 16560"/>
              </a:gdLst>
              <a:ahLst/>
              <a:cxnLst/>
              <a:rect l="textAreaLeft" t="textAreaTop" r="textAreaRight" b="textAreaBottom"/>
              <a:pathLst>
                <a:path w="3635" h="1563">
                  <a:moveTo>
                    <a:pt x="3635" y="175"/>
                  </a:moveTo>
                  <a:cubicBezTo>
                    <a:pt x="3635" y="175"/>
                    <a:pt x="3635" y="175"/>
                    <a:pt x="3635" y="175"/>
                  </a:cubicBezTo>
                  <a:lnTo>
                    <a:pt x="3635" y="175"/>
                  </a:lnTo>
                  <a:cubicBezTo>
                    <a:pt x="3635" y="175"/>
                    <a:pt x="3635" y="175"/>
                    <a:pt x="3635" y="175"/>
                  </a:cubicBezTo>
                  <a:cubicBezTo>
                    <a:pt x="3635" y="175"/>
                    <a:pt x="3635" y="175"/>
                    <a:pt x="3635" y="175"/>
                  </a:cubicBezTo>
                  <a:close/>
                  <a:moveTo>
                    <a:pt x="0" y="1"/>
                  </a:moveTo>
                  <a:lnTo>
                    <a:pt x="0" y="1"/>
                  </a:lnTo>
                  <a:cubicBezTo>
                    <a:pt x="859" y="1177"/>
                    <a:pt x="1558" y="1562"/>
                    <a:pt x="2105" y="1562"/>
                  </a:cubicBezTo>
                  <a:cubicBezTo>
                    <a:pt x="3142" y="1562"/>
                    <a:pt x="3634" y="177"/>
                    <a:pt x="3635" y="175"/>
                  </a:cubicBezTo>
                  <a:lnTo>
                    <a:pt x="3635" y="175"/>
                  </a:lnTo>
                  <a:cubicBezTo>
                    <a:pt x="3493" y="258"/>
                    <a:pt x="3199" y="289"/>
                    <a:pt x="2837" y="289"/>
                  </a:cubicBezTo>
                  <a:cubicBezTo>
                    <a:pt x="1735" y="289"/>
                    <a:pt x="1" y="1"/>
                    <a:pt x="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 bIns="828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82" name="Google Shape;2725;p37">
              <a:extLst>
                <a:ext uri="{FF2B5EF4-FFF2-40B4-BE49-F238E27FC236}">
                  <a16:creationId xmlns:a16="http://schemas.microsoft.com/office/drawing/2014/main" id="{35EC8DAE-2F89-491D-A654-8CB93B4E9943}"/>
                </a:ext>
              </a:extLst>
            </p:cNvPr>
            <p:cNvSpPr/>
            <p:nvPr/>
          </p:nvSpPr>
          <p:spPr>
            <a:xfrm>
              <a:off x="2991960" y="4722480"/>
              <a:ext cx="71640" cy="84240"/>
            </a:xfrm>
            <a:custGeom>
              <a:avLst/>
              <a:gdLst>
                <a:gd name="textAreaLeft" fmla="*/ 0 w 71640"/>
                <a:gd name="textAreaRight" fmla="*/ 72000 w 71640"/>
                <a:gd name="textAreaTop" fmla="*/ 0 h 84240"/>
                <a:gd name="textAreaBottom" fmla="*/ 84600 h 84240"/>
              </a:gdLst>
              <a:ahLst/>
              <a:cxnLst/>
              <a:rect l="textAreaLeft" t="textAreaTop" r="textAreaRight" b="textAreaBottom"/>
              <a:pathLst>
                <a:path w="6593" h="7763">
                  <a:moveTo>
                    <a:pt x="1859" y="0"/>
                  </a:moveTo>
                  <a:cubicBezTo>
                    <a:pt x="1387" y="0"/>
                    <a:pt x="898" y="339"/>
                    <a:pt x="649" y="779"/>
                  </a:cubicBezTo>
                  <a:cubicBezTo>
                    <a:pt x="378" y="1251"/>
                    <a:pt x="196" y="1769"/>
                    <a:pt x="111" y="2307"/>
                  </a:cubicBezTo>
                  <a:cubicBezTo>
                    <a:pt x="1" y="3020"/>
                    <a:pt x="321" y="3668"/>
                    <a:pt x="267" y="4361"/>
                  </a:cubicBezTo>
                  <a:cubicBezTo>
                    <a:pt x="174" y="5584"/>
                    <a:pt x="261" y="6648"/>
                    <a:pt x="1631" y="7019"/>
                  </a:cubicBezTo>
                  <a:cubicBezTo>
                    <a:pt x="2716" y="7315"/>
                    <a:pt x="3901" y="7517"/>
                    <a:pt x="5011" y="7712"/>
                  </a:cubicBezTo>
                  <a:cubicBezTo>
                    <a:pt x="5138" y="7734"/>
                    <a:pt x="5358" y="7762"/>
                    <a:pt x="5589" y="7762"/>
                  </a:cubicBezTo>
                  <a:cubicBezTo>
                    <a:pt x="6069" y="7762"/>
                    <a:pt x="6593" y="7642"/>
                    <a:pt x="6412" y="7098"/>
                  </a:cubicBezTo>
                  <a:cubicBezTo>
                    <a:pt x="6023" y="5935"/>
                    <a:pt x="4598" y="5946"/>
                    <a:pt x="3725" y="5340"/>
                  </a:cubicBezTo>
                  <a:cubicBezTo>
                    <a:pt x="2747" y="4662"/>
                    <a:pt x="2976" y="3241"/>
                    <a:pt x="2888" y="2044"/>
                  </a:cubicBezTo>
                  <a:cubicBezTo>
                    <a:pt x="2959" y="1435"/>
                    <a:pt x="2937" y="801"/>
                    <a:pt x="2611" y="385"/>
                  </a:cubicBezTo>
                  <a:cubicBezTo>
                    <a:pt x="2399" y="113"/>
                    <a:pt x="2132" y="0"/>
                    <a:pt x="1859"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42120" bIns="421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83" name="Google Shape;2726;p37">
              <a:extLst>
                <a:ext uri="{FF2B5EF4-FFF2-40B4-BE49-F238E27FC236}">
                  <a16:creationId xmlns:a16="http://schemas.microsoft.com/office/drawing/2014/main" id="{45129008-9F0A-4126-8076-7A88FD40A624}"/>
                </a:ext>
              </a:extLst>
            </p:cNvPr>
            <p:cNvSpPr/>
            <p:nvPr/>
          </p:nvSpPr>
          <p:spPr>
            <a:xfrm>
              <a:off x="2825640" y="4545720"/>
              <a:ext cx="198720" cy="205560"/>
            </a:xfrm>
            <a:custGeom>
              <a:avLst/>
              <a:gdLst>
                <a:gd name="textAreaLeft" fmla="*/ 0 w 198720"/>
                <a:gd name="textAreaRight" fmla="*/ 199080 w 198720"/>
                <a:gd name="textAreaTop" fmla="*/ 0 h 205560"/>
                <a:gd name="textAreaBottom" fmla="*/ 205920 h 205560"/>
              </a:gdLst>
              <a:ahLst/>
              <a:cxnLst/>
              <a:rect l="textAreaLeft" t="textAreaTop" r="textAreaRight" b="textAreaBottom"/>
              <a:pathLst>
                <a:path w="18268" h="18894">
                  <a:moveTo>
                    <a:pt x="12415" y="1"/>
                  </a:moveTo>
                  <a:cubicBezTo>
                    <a:pt x="10623" y="1"/>
                    <a:pt x="9125" y="1206"/>
                    <a:pt x="7769" y="2343"/>
                  </a:cubicBezTo>
                  <a:cubicBezTo>
                    <a:pt x="6917" y="3059"/>
                    <a:pt x="6049" y="3752"/>
                    <a:pt x="5202" y="4470"/>
                  </a:cubicBezTo>
                  <a:cubicBezTo>
                    <a:pt x="4863" y="4756"/>
                    <a:pt x="4538" y="5108"/>
                    <a:pt x="4153" y="5331"/>
                  </a:cubicBezTo>
                  <a:cubicBezTo>
                    <a:pt x="3397" y="5769"/>
                    <a:pt x="2744" y="6142"/>
                    <a:pt x="2181" y="6653"/>
                  </a:cubicBezTo>
                  <a:cubicBezTo>
                    <a:pt x="1801" y="7000"/>
                    <a:pt x="1461" y="7410"/>
                    <a:pt x="1158" y="7948"/>
                  </a:cubicBezTo>
                  <a:cubicBezTo>
                    <a:pt x="1" y="10001"/>
                    <a:pt x="1" y="13334"/>
                    <a:pt x="2764" y="14001"/>
                  </a:cubicBezTo>
                  <a:cubicBezTo>
                    <a:pt x="3208" y="14108"/>
                    <a:pt x="3637" y="14158"/>
                    <a:pt x="4051" y="14158"/>
                  </a:cubicBezTo>
                  <a:cubicBezTo>
                    <a:pt x="7388" y="14158"/>
                    <a:pt x="9793" y="10925"/>
                    <a:pt x="11633" y="8334"/>
                  </a:cubicBezTo>
                  <a:cubicBezTo>
                    <a:pt x="12312" y="10725"/>
                    <a:pt x="13098" y="13076"/>
                    <a:pt x="13986" y="15400"/>
                  </a:cubicBezTo>
                  <a:cubicBezTo>
                    <a:pt x="14382" y="16439"/>
                    <a:pt x="14781" y="17483"/>
                    <a:pt x="15223" y="18507"/>
                  </a:cubicBezTo>
                  <a:cubicBezTo>
                    <a:pt x="15866" y="18720"/>
                    <a:pt x="16538" y="18893"/>
                    <a:pt x="17072" y="18893"/>
                  </a:cubicBezTo>
                  <a:cubicBezTo>
                    <a:pt x="17485" y="18893"/>
                    <a:pt x="17816" y="18789"/>
                    <a:pt x="17988" y="18518"/>
                  </a:cubicBezTo>
                  <a:cubicBezTo>
                    <a:pt x="18051" y="18417"/>
                    <a:pt x="18122" y="18320"/>
                    <a:pt x="18197" y="18227"/>
                  </a:cubicBezTo>
                  <a:cubicBezTo>
                    <a:pt x="18249" y="17752"/>
                    <a:pt x="18268" y="17274"/>
                    <a:pt x="18255" y="16797"/>
                  </a:cubicBezTo>
                  <a:cubicBezTo>
                    <a:pt x="18184" y="14483"/>
                    <a:pt x="18184" y="12171"/>
                    <a:pt x="17886" y="9872"/>
                  </a:cubicBezTo>
                  <a:cubicBezTo>
                    <a:pt x="17575" y="7475"/>
                    <a:pt x="17188" y="4903"/>
                    <a:pt x="16316" y="2636"/>
                  </a:cubicBezTo>
                  <a:cubicBezTo>
                    <a:pt x="15755" y="1174"/>
                    <a:pt x="14767" y="404"/>
                    <a:pt x="13245" y="87"/>
                  </a:cubicBezTo>
                  <a:cubicBezTo>
                    <a:pt x="12961" y="28"/>
                    <a:pt x="12685" y="1"/>
                    <a:pt x="12415" y="1"/>
                  </a:cubicBezTo>
                  <a:close/>
                </a:path>
              </a:pathLst>
            </a:custGeom>
            <a:solidFill>
              <a:srgbClr val="2A263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84" name="Google Shape;2727;p37">
              <a:extLst>
                <a:ext uri="{FF2B5EF4-FFF2-40B4-BE49-F238E27FC236}">
                  <a16:creationId xmlns:a16="http://schemas.microsoft.com/office/drawing/2014/main" id="{D3EA759E-1E03-4AC4-B9F7-B75FFD5FFE1B}"/>
                </a:ext>
              </a:extLst>
            </p:cNvPr>
            <p:cNvSpPr/>
            <p:nvPr/>
          </p:nvSpPr>
          <p:spPr>
            <a:xfrm>
              <a:off x="2891520" y="4734720"/>
              <a:ext cx="71640" cy="84240"/>
            </a:xfrm>
            <a:custGeom>
              <a:avLst/>
              <a:gdLst>
                <a:gd name="textAreaLeft" fmla="*/ 0 w 71640"/>
                <a:gd name="textAreaRight" fmla="*/ 72000 w 71640"/>
                <a:gd name="textAreaTop" fmla="*/ 0 h 84240"/>
                <a:gd name="textAreaBottom" fmla="*/ 84600 h 84240"/>
              </a:gdLst>
              <a:ahLst/>
              <a:cxnLst/>
              <a:rect l="textAreaLeft" t="textAreaTop" r="textAreaRight" b="textAreaBottom"/>
              <a:pathLst>
                <a:path w="6595" h="7764">
                  <a:moveTo>
                    <a:pt x="1860" y="1"/>
                  </a:moveTo>
                  <a:cubicBezTo>
                    <a:pt x="1387" y="1"/>
                    <a:pt x="898" y="340"/>
                    <a:pt x="649" y="780"/>
                  </a:cubicBezTo>
                  <a:cubicBezTo>
                    <a:pt x="378" y="1253"/>
                    <a:pt x="196" y="1771"/>
                    <a:pt x="111" y="2309"/>
                  </a:cubicBezTo>
                  <a:cubicBezTo>
                    <a:pt x="1" y="3022"/>
                    <a:pt x="321" y="3667"/>
                    <a:pt x="268" y="4361"/>
                  </a:cubicBezTo>
                  <a:cubicBezTo>
                    <a:pt x="174" y="5584"/>
                    <a:pt x="262" y="6648"/>
                    <a:pt x="1632" y="7020"/>
                  </a:cubicBezTo>
                  <a:cubicBezTo>
                    <a:pt x="2716" y="7315"/>
                    <a:pt x="3901" y="7518"/>
                    <a:pt x="5011" y="7714"/>
                  </a:cubicBezTo>
                  <a:cubicBezTo>
                    <a:pt x="5138" y="7736"/>
                    <a:pt x="5358" y="7764"/>
                    <a:pt x="5589" y="7764"/>
                  </a:cubicBezTo>
                  <a:cubicBezTo>
                    <a:pt x="6069" y="7764"/>
                    <a:pt x="6595" y="7643"/>
                    <a:pt x="6414" y="7100"/>
                  </a:cubicBezTo>
                  <a:cubicBezTo>
                    <a:pt x="6024" y="5936"/>
                    <a:pt x="4600" y="5946"/>
                    <a:pt x="3725" y="5342"/>
                  </a:cubicBezTo>
                  <a:cubicBezTo>
                    <a:pt x="2747" y="4664"/>
                    <a:pt x="2976" y="3242"/>
                    <a:pt x="2888" y="2046"/>
                  </a:cubicBezTo>
                  <a:cubicBezTo>
                    <a:pt x="2959" y="1435"/>
                    <a:pt x="2938" y="803"/>
                    <a:pt x="2611" y="385"/>
                  </a:cubicBezTo>
                  <a:cubicBezTo>
                    <a:pt x="2399" y="114"/>
                    <a:pt x="2132" y="1"/>
                    <a:pt x="186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42120" bIns="421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85" name="Google Shape;2728;p37">
              <a:extLst>
                <a:ext uri="{FF2B5EF4-FFF2-40B4-BE49-F238E27FC236}">
                  <a16:creationId xmlns:a16="http://schemas.microsoft.com/office/drawing/2014/main" id="{B6CF6E7F-EDB9-4A79-96F8-2415FBD04A60}"/>
                </a:ext>
              </a:extLst>
            </p:cNvPr>
            <p:cNvSpPr/>
            <p:nvPr/>
          </p:nvSpPr>
          <p:spPr>
            <a:xfrm>
              <a:off x="2714760" y="4557960"/>
              <a:ext cx="209160" cy="205560"/>
            </a:xfrm>
            <a:custGeom>
              <a:avLst/>
              <a:gdLst>
                <a:gd name="textAreaLeft" fmla="*/ 0 w 209160"/>
                <a:gd name="textAreaRight" fmla="*/ 209520 w 209160"/>
                <a:gd name="textAreaTop" fmla="*/ 0 h 205560"/>
                <a:gd name="textAreaBottom" fmla="*/ 205920 h 205560"/>
              </a:gdLst>
              <a:ahLst/>
              <a:cxnLst/>
              <a:rect l="textAreaLeft" t="textAreaTop" r="textAreaRight" b="textAreaBottom"/>
              <a:pathLst>
                <a:path w="19217" h="18894">
                  <a:moveTo>
                    <a:pt x="13365" y="1"/>
                  </a:moveTo>
                  <a:cubicBezTo>
                    <a:pt x="11573" y="1"/>
                    <a:pt x="10074" y="1206"/>
                    <a:pt x="8716" y="2344"/>
                  </a:cubicBezTo>
                  <a:cubicBezTo>
                    <a:pt x="7865" y="3059"/>
                    <a:pt x="6996" y="3752"/>
                    <a:pt x="6150" y="4469"/>
                  </a:cubicBezTo>
                  <a:cubicBezTo>
                    <a:pt x="5812" y="4757"/>
                    <a:pt x="5488" y="5109"/>
                    <a:pt x="5102" y="5332"/>
                  </a:cubicBezTo>
                  <a:cubicBezTo>
                    <a:pt x="4958" y="5416"/>
                    <a:pt x="4736" y="5447"/>
                    <a:pt x="4468" y="5447"/>
                  </a:cubicBezTo>
                  <a:cubicBezTo>
                    <a:pt x="3649" y="5447"/>
                    <a:pt x="2405" y="5151"/>
                    <a:pt x="1684" y="5151"/>
                  </a:cubicBezTo>
                  <a:cubicBezTo>
                    <a:pt x="1406" y="5151"/>
                    <a:pt x="1206" y="5195"/>
                    <a:pt x="1138" y="5317"/>
                  </a:cubicBezTo>
                  <a:cubicBezTo>
                    <a:pt x="0" y="7333"/>
                    <a:pt x="3522" y="12839"/>
                    <a:pt x="6336" y="12839"/>
                  </a:cubicBezTo>
                  <a:cubicBezTo>
                    <a:pt x="6386" y="12839"/>
                    <a:pt x="6435" y="12838"/>
                    <a:pt x="6484" y="12834"/>
                  </a:cubicBezTo>
                  <a:cubicBezTo>
                    <a:pt x="13652" y="12328"/>
                    <a:pt x="10515" y="11247"/>
                    <a:pt x="12581" y="8334"/>
                  </a:cubicBezTo>
                  <a:lnTo>
                    <a:pt x="12581" y="8334"/>
                  </a:lnTo>
                  <a:cubicBezTo>
                    <a:pt x="13261" y="10722"/>
                    <a:pt x="14045" y="13077"/>
                    <a:pt x="14934" y="15401"/>
                  </a:cubicBezTo>
                  <a:cubicBezTo>
                    <a:pt x="15330" y="16440"/>
                    <a:pt x="15729" y="17484"/>
                    <a:pt x="16171" y="18506"/>
                  </a:cubicBezTo>
                  <a:cubicBezTo>
                    <a:pt x="16814" y="18719"/>
                    <a:pt x="17486" y="18894"/>
                    <a:pt x="18021" y="18894"/>
                  </a:cubicBezTo>
                  <a:cubicBezTo>
                    <a:pt x="18434" y="18894"/>
                    <a:pt x="18765" y="18789"/>
                    <a:pt x="18937" y="18517"/>
                  </a:cubicBezTo>
                  <a:cubicBezTo>
                    <a:pt x="19000" y="18417"/>
                    <a:pt x="19071" y="18319"/>
                    <a:pt x="19145" y="18227"/>
                  </a:cubicBezTo>
                  <a:cubicBezTo>
                    <a:pt x="19198" y="17752"/>
                    <a:pt x="19216" y="17274"/>
                    <a:pt x="19204" y="16796"/>
                  </a:cubicBezTo>
                  <a:cubicBezTo>
                    <a:pt x="19131" y="14483"/>
                    <a:pt x="19131" y="12171"/>
                    <a:pt x="18835" y="9873"/>
                  </a:cubicBezTo>
                  <a:cubicBezTo>
                    <a:pt x="18524" y="7476"/>
                    <a:pt x="18137" y="4904"/>
                    <a:pt x="17265" y="2635"/>
                  </a:cubicBezTo>
                  <a:cubicBezTo>
                    <a:pt x="16703" y="1175"/>
                    <a:pt x="15715" y="404"/>
                    <a:pt x="14194" y="87"/>
                  </a:cubicBezTo>
                  <a:cubicBezTo>
                    <a:pt x="13910" y="28"/>
                    <a:pt x="13634" y="1"/>
                    <a:pt x="13365" y="1"/>
                  </a:cubicBezTo>
                  <a:close/>
                </a:path>
              </a:pathLst>
            </a:custGeom>
            <a:solidFill>
              <a:srgbClr val="2A2639"/>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86" name="Google Shape;2729;p37">
              <a:extLst>
                <a:ext uri="{FF2B5EF4-FFF2-40B4-BE49-F238E27FC236}">
                  <a16:creationId xmlns:a16="http://schemas.microsoft.com/office/drawing/2014/main" id="{CA25ABCA-04E0-4053-B0E3-922C29054617}"/>
                </a:ext>
              </a:extLst>
            </p:cNvPr>
            <p:cNvSpPr/>
            <p:nvPr/>
          </p:nvSpPr>
          <p:spPr>
            <a:xfrm>
              <a:off x="2985120" y="4577760"/>
              <a:ext cx="42120" cy="41040"/>
            </a:xfrm>
            <a:custGeom>
              <a:avLst/>
              <a:gdLst>
                <a:gd name="textAreaLeft" fmla="*/ 0 w 42120"/>
                <a:gd name="textAreaRight" fmla="*/ 42480 w 42120"/>
                <a:gd name="textAreaTop" fmla="*/ 0 h 41040"/>
                <a:gd name="textAreaBottom" fmla="*/ 41400 h 41040"/>
              </a:gdLst>
              <a:ahLst/>
              <a:cxnLst/>
              <a:rect l="textAreaLeft" t="textAreaTop" r="textAreaRight" b="textAreaBottom"/>
              <a:pathLst>
                <a:path w="3890" h="3806">
                  <a:moveTo>
                    <a:pt x="2383" y="0"/>
                  </a:moveTo>
                  <a:cubicBezTo>
                    <a:pt x="1906" y="0"/>
                    <a:pt x="1409" y="579"/>
                    <a:pt x="1116" y="899"/>
                  </a:cubicBezTo>
                  <a:cubicBezTo>
                    <a:pt x="751" y="1296"/>
                    <a:pt x="318" y="1790"/>
                    <a:pt x="207" y="2337"/>
                  </a:cubicBezTo>
                  <a:cubicBezTo>
                    <a:pt x="0" y="3359"/>
                    <a:pt x="980" y="3806"/>
                    <a:pt x="1893" y="3806"/>
                  </a:cubicBezTo>
                  <a:cubicBezTo>
                    <a:pt x="2203" y="3806"/>
                    <a:pt x="2505" y="3754"/>
                    <a:pt x="2751" y="3656"/>
                  </a:cubicBezTo>
                  <a:cubicBezTo>
                    <a:pt x="3889" y="3200"/>
                    <a:pt x="3773" y="1596"/>
                    <a:pt x="3124" y="687"/>
                  </a:cubicBezTo>
                  <a:cubicBezTo>
                    <a:pt x="3026" y="300"/>
                    <a:pt x="2814" y="14"/>
                    <a:pt x="2403" y="0"/>
                  </a:cubicBezTo>
                  <a:cubicBezTo>
                    <a:pt x="2396" y="0"/>
                    <a:pt x="2389" y="0"/>
                    <a:pt x="2383" y="0"/>
                  </a:cubicBezTo>
                  <a:close/>
                </a:path>
              </a:pathLst>
            </a:custGeom>
            <a:solidFill>
              <a:srgbClr val="FDC052"/>
            </a:solidFill>
            <a:ln w="0">
              <a:noFill/>
            </a:ln>
          </p:spPr>
          <p:style>
            <a:lnRef idx="0">
              <a:scrgbClr r="0" g="0" b="0"/>
            </a:lnRef>
            <a:fillRef idx="0">
              <a:scrgbClr r="0" g="0" b="0"/>
            </a:fillRef>
            <a:effectRef idx="0">
              <a:scrgbClr r="0" g="0" b="0"/>
            </a:effectRef>
            <a:fontRef idx="minor"/>
          </p:style>
          <p:txBody>
            <a:bodyPr tIns="20520" bIns="2052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87" name="Google Shape;2730;p37">
              <a:extLst>
                <a:ext uri="{FF2B5EF4-FFF2-40B4-BE49-F238E27FC236}">
                  <a16:creationId xmlns:a16="http://schemas.microsoft.com/office/drawing/2014/main" id="{F34B7891-3888-4A57-B905-BD8FD0BFB3E7}"/>
                </a:ext>
              </a:extLst>
            </p:cNvPr>
            <p:cNvSpPr/>
            <p:nvPr/>
          </p:nvSpPr>
          <p:spPr>
            <a:xfrm>
              <a:off x="2883960" y="4455360"/>
              <a:ext cx="27000" cy="61200"/>
            </a:xfrm>
            <a:custGeom>
              <a:avLst/>
              <a:gdLst>
                <a:gd name="textAreaLeft" fmla="*/ 0 w 27000"/>
                <a:gd name="textAreaRight" fmla="*/ 27360 w 27000"/>
                <a:gd name="textAreaTop" fmla="*/ 0 h 61200"/>
                <a:gd name="textAreaBottom" fmla="*/ 61560 h 61200"/>
              </a:gdLst>
              <a:ahLst/>
              <a:cxnLst/>
              <a:rect l="textAreaLeft" t="textAreaTop" r="textAreaRight" b="textAreaBottom"/>
              <a:pathLst>
                <a:path w="2506" h="5643">
                  <a:moveTo>
                    <a:pt x="438" y="1"/>
                  </a:moveTo>
                  <a:cubicBezTo>
                    <a:pt x="400" y="1"/>
                    <a:pt x="362" y="26"/>
                    <a:pt x="366" y="70"/>
                  </a:cubicBezTo>
                  <a:cubicBezTo>
                    <a:pt x="432" y="1027"/>
                    <a:pt x="559" y="1994"/>
                    <a:pt x="814" y="2922"/>
                  </a:cubicBezTo>
                  <a:cubicBezTo>
                    <a:pt x="822" y="2950"/>
                    <a:pt x="843" y="2971"/>
                    <a:pt x="873" y="2977"/>
                  </a:cubicBezTo>
                  <a:cubicBezTo>
                    <a:pt x="778" y="3245"/>
                    <a:pt x="676" y="3516"/>
                    <a:pt x="570" y="3799"/>
                  </a:cubicBezTo>
                  <a:cubicBezTo>
                    <a:pt x="344" y="4409"/>
                    <a:pt x="186" y="5005"/>
                    <a:pt x="499" y="5608"/>
                  </a:cubicBezTo>
                  <a:cubicBezTo>
                    <a:pt x="511" y="5632"/>
                    <a:pt x="534" y="5643"/>
                    <a:pt x="558" y="5643"/>
                  </a:cubicBezTo>
                  <a:cubicBezTo>
                    <a:pt x="602" y="5643"/>
                    <a:pt x="647" y="5607"/>
                    <a:pt x="630" y="5557"/>
                  </a:cubicBezTo>
                  <a:cubicBezTo>
                    <a:pt x="1" y="3761"/>
                    <a:pt x="2506" y="1886"/>
                    <a:pt x="1448" y="56"/>
                  </a:cubicBezTo>
                  <a:cubicBezTo>
                    <a:pt x="1431" y="26"/>
                    <a:pt x="1406" y="14"/>
                    <a:pt x="1381" y="14"/>
                  </a:cubicBezTo>
                  <a:cubicBezTo>
                    <a:pt x="1336" y="14"/>
                    <a:pt x="1291" y="57"/>
                    <a:pt x="1297" y="115"/>
                  </a:cubicBezTo>
                  <a:cubicBezTo>
                    <a:pt x="1409" y="1091"/>
                    <a:pt x="1235" y="1889"/>
                    <a:pt x="959" y="2718"/>
                  </a:cubicBezTo>
                  <a:cubicBezTo>
                    <a:pt x="817" y="1828"/>
                    <a:pt x="916" y="849"/>
                    <a:pt x="502" y="36"/>
                  </a:cubicBezTo>
                  <a:cubicBezTo>
                    <a:pt x="489" y="12"/>
                    <a:pt x="464" y="1"/>
                    <a:pt x="438" y="1"/>
                  </a:cubicBezTo>
                  <a:close/>
                </a:path>
              </a:pathLst>
            </a:custGeom>
            <a:solidFill>
              <a:srgbClr val="BF882A"/>
            </a:solidFill>
            <a:ln w="0">
              <a:noFill/>
            </a:ln>
          </p:spPr>
          <p:style>
            <a:lnRef idx="0">
              <a:scrgbClr r="0" g="0" b="0"/>
            </a:lnRef>
            <a:fillRef idx="0">
              <a:scrgbClr r="0" g="0" b="0"/>
            </a:fillRef>
            <a:effectRef idx="0">
              <a:scrgbClr r="0" g="0" b="0"/>
            </a:effectRef>
            <a:fontRef idx="minor"/>
          </p:style>
          <p:txBody>
            <a:bodyPr tIns="30600" bIns="3060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88" name="Google Shape;2731;p37">
              <a:extLst>
                <a:ext uri="{FF2B5EF4-FFF2-40B4-BE49-F238E27FC236}">
                  <a16:creationId xmlns:a16="http://schemas.microsoft.com/office/drawing/2014/main" id="{B768E2CB-FC8D-424F-BDB9-4DA1CF582221}"/>
                </a:ext>
              </a:extLst>
            </p:cNvPr>
            <p:cNvSpPr/>
            <p:nvPr/>
          </p:nvSpPr>
          <p:spPr>
            <a:xfrm>
              <a:off x="2902320" y="4586400"/>
              <a:ext cx="20880" cy="86400"/>
            </a:xfrm>
            <a:custGeom>
              <a:avLst/>
              <a:gdLst>
                <a:gd name="textAreaLeft" fmla="*/ 0 w 20880"/>
                <a:gd name="textAreaRight" fmla="*/ 21240 w 20880"/>
                <a:gd name="textAreaTop" fmla="*/ 0 h 86400"/>
                <a:gd name="textAreaBottom" fmla="*/ 86760 h 86400"/>
              </a:gdLst>
              <a:ahLst/>
              <a:cxnLst/>
              <a:rect l="textAreaLeft" t="textAreaTop" r="textAreaRight" b="textAreaBottom"/>
              <a:pathLst>
                <a:path w="1934" h="7965">
                  <a:moveTo>
                    <a:pt x="147" y="0"/>
                  </a:moveTo>
                  <a:cubicBezTo>
                    <a:pt x="71" y="0"/>
                    <a:pt x="1" y="56"/>
                    <a:pt x="28" y="151"/>
                  </a:cubicBezTo>
                  <a:cubicBezTo>
                    <a:pt x="376" y="1349"/>
                    <a:pt x="1052" y="2410"/>
                    <a:pt x="1233" y="3674"/>
                  </a:cubicBezTo>
                  <a:cubicBezTo>
                    <a:pt x="1431" y="5062"/>
                    <a:pt x="1562" y="6468"/>
                    <a:pt x="1597" y="7871"/>
                  </a:cubicBezTo>
                  <a:cubicBezTo>
                    <a:pt x="1598" y="7932"/>
                    <a:pt x="1645" y="7964"/>
                    <a:pt x="1692" y="7964"/>
                  </a:cubicBezTo>
                  <a:cubicBezTo>
                    <a:pt x="1737" y="7964"/>
                    <a:pt x="1781" y="7935"/>
                    <a:pt x="1785" y="7875"/>
                  </a:cubicBezTo>
                  <a:cubicBezTo>
                    <a:pt x="1934" y="5342"/>
                    <a:pt x="1810" y="2201"/>
                    <a:pt x="263" y="58"/>
                  </a:cubicBezTo>
                  <a:cubicBezTo>
                    <a:pt x="235" y="18"/>
                    <a:pt x="190" y="0"/>
                    <a:pt x="147" y="0"/>
                  </a:cubicBezTo>
                  <a:close/>
                </a:path>
              </a:pathLst>
            </a:custGeom>
            <a:solidFill>
              <a:srgbClr val="1A1A1A"/>
            </a:solidFill>
            <a:ln w="0">
              <a:noFill/>
            </a:ln>
          </p:spPr>
          <p:style>
            <a:lnRef idx="0">
              <a:scrgbClr r="0" g="0" b="0"/>
            </a:lnRef>
            <a:fillRef idx="0">
              <a:scrgbClr r="0" g="0" b="0"/>
            </a:fillRef>
            <a:effectRef idx="0">
              <a:scrgbClr r="0" g="0" b="0"/>
            </a:effectRef>
            <a:fontRef idx="minor"/>
          </p:style>
          <p:txBody>
            <a:bodyPr tIns="43200" bIns="4320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89" name="Google Shape;2732;p37">
              <a:extLst>
                <a:ext uri="{FF2B5EF4-FFF2-40B4-BE49-F238E27FC236}">
                  <a16:creationId xmlns:a16="http://schemas.microsoft.com/office/drawing/2014/main" id="{EE8663A2-0E96-4167-94D1-DA368F3B616C}"/>
                </a:ext>
              </a:extLst>
            </p:cNvPr>
            <p:cNvSpPr/>
            <p:nvPr/>
          </p:nvSpPr>
          <p:spPr>
            <a:xfrm>
              <a:off x="2815560" y="4594320"/>
              <a:ext cx="52920" cy="104760"/>
            </a:xfrm>
            <a:custGeom>
              <a:avLst/>
              <a:gdLst>
                <a:gd name="textAreaLeft" fmla="*/ 0 w 52920"/>
                <a:gd name="textAreaRight" fmla="*/ 53280 w 52920"/>
                <a:gd name="textAreaTop" fmla="*/ 0 h 104760"/>
                <a:gd name="textAreaBottom" fmla="*/ 105120 h 104760"/>
              </a:gdLst>
              <a:ahLst/>
              <a:cxnLst/>
              <a:rect l="textAreaLeft" t="textAreaTop" r="textAreaRight" b="textAreaBottom"/>
              <a:pathLst>
                <a:path w="4901" h="9645">
                  <a:moveTo>
                    <a:pt x="1878" y="0"/>
                  </a:moveTo>
                  <a:cubicBezTo>
                    <a:pt x="1796" y="0"/>
                    <a:pt x="1712" y="74"/>
                    <a:pt x="1732" y="173"/>
                  </a:cubicBezTo>
                  <a:cubicBezTo>
                    <a:pt x="1903" y="989"/>
                    <a:pt x="1994" y="1863"/>
                    <a:pt x="2131" y="2720"/>
                  </a:cubicBezTo>
                  <a:cubicBezTo>
                    <a:pt x="1785" y="2494"/>
                    <a:pt x="1485" y="2206"/>
                    <a:pt x="1182" y="1923"/>
                  </a:cubicBezTo>
                  <a:cubicBezTo>
                    <a:pt x="896" y="1657"/>
                    <a:pt x="588" y="1286"/>
                    <a:pt x="197" y="1189"/>
                  </a:cubicBezTo>
                  <a:cubicBezTo>
                    <a:pt x="187" y="1186"/>
                    <a:pt x="177" y="1185"/>
                    <a:pt x="168" y="1185"/>
                  </a:cubicBezTo>
                  <a:cubicBezTo>
                    <a:pt x="83" y="1185"/>
                    <a:pt x="1" y="1275"/>
                    <a:pt x="56" y="1359"/>
                  </a:cubicBezTo>
                  <a:cubicBezTo>
                    <a:pt x="313" y="1738"/>
                    <a:pt x="764" y="2056"/>
                    <a:pt x="1115" y="2350"/>
                  </a:cubicBezTo>
                  <a:cubicBezTo>
                    <a:pt x="1445" y="2628"/>
                    <a:pt x="1790" y="2854"/>
                    <a:pt x="2182" y="3024"/>
                  </a:cubicBezTo>
                  <a:cubicBezTo>
                    <a:pt x="2206" y="3156"/>
                    <a:pt x="2232" y="3289"/>
                    <a:pt x="2260" y="3420"/>
                  </a:cubicBezTo>
                  <a:cubicBezTo>
                    <a:pt x="2048" y="4945"/>
                    <a:pt x="1372" y="6272"/>
                    <a:pt x="921" y="7739"/>
                  </a:cubicBezTo>
                  <a:cubicBezTo>
                    <a:pt x="903" y="7798"/>
                    <a:pt x="950" y="7840"/>
                    <a:pt x="999" y="7840"/>
                  </a:cubicBezTo>
                  <a:cubicBezTo>
                    <a:pt x="1024" y="7840"/>
                    <a:pt x="1049" y="7829"/>
                    <a:pt x="1066" y="7804"/>
                  </a:cubicBezTo>
                  <a:cubicBezTo>
                    <a:pt x="1810" y="6709"/>
                    <a:pt x="2244" y="5372"/>
                    <a:pt x="2408" y="4042"/>
                  </a:cubicBezTo>
                  <a:cubicBezTo>
                    <a:pt x="2479" y="4303"/>
                    <a:pt x="2564" y="4560"/>
                    <a:pt x="2665" y="4812"/>
                  </a:cubicBezTo>
                  <a:cubicBezTo>
                    <a:pt x="3313" y="6406"/>
                    <a:pt x="4185" y="7903"/>
                    <a:pt x="4666" y="9564"/>
                  </a:cubicBezTo>
                  <a:cubicBezTo>
                    <a:pt x="4682" y="9620"/>
                    <a:pt x="4727" y="9645"/>
                    <a:pt x="4771" y="9645"/>
                  </a:cubicBezTo>
                  <a:cubicBezTo>
                    <a:pt x="4836" y="9645"/>
                    <a:pt x="4901" y="9594"/>
                    <a:pt x="4880" y="9512"/>
                  </a:cubicBezTo>
                  <a:cubicBezTo>
                    <a:pt x="4448" y="7815"/>
                    <a:pt x="3545" y="6331"/>
                    <a:pt x="2994" y="4682"/>
                  </a:cubicBezTo>
                  <a:cubicBezTo>
                    <a:pt x="2501" y="3201"/>
                    <a:pt x="2719" y="1464"/>
                    <a:pt x="1992" y="72"/>
                  </a:cubicBezTo>
                  <a:cubicBezTo>
                    <a:pt x="1966" y="22"/>
                    <a:pt x="1922" y="0"/>
                    <a:pt x="1878" y="0"/>
                  </a:cubicBezTo>
                  <a:close/>
                </a:path>
              </a:pathLst>
            </a:custGeom>
            <a:solidFill>
              <a:srgbClr val="1A1A1A"/>
            </a:solidFill>
            <a:ln w="0">
              <a:noFill/>
            </a:ln>
          </p:spPr>
          <p:style>
            <a:lnRef idx="0">
              <a:scrgbClr r="0" g="0" b="0"/>
            </a:lnRef>
            <a:fillRef idx="0">
              <a:scrgbClr r="0" g="0" b="0"/>
            </a:fillRef>
            <a:effectRef idx="0">
              <a:scrgbClr r="0" g="0" b="0"/>
            </a:effectRef>
            <a:fontRef idx="minor"/>
          </p:style>
          <p:txBody>
            <a:bodyPr tIns="52560" bIns="525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90" name="Google Shape;2733;p37">
              <a:extLst>
                <a:ext uri="{FF2B5EF4-FFF2-40B4-BE49-F238E27FC236}">
                  <a16:creationId xmlns:a16="http://schemas.microsoft.com/office/drawing/2014/main" id="{C4F5A8EE-F821-42EC-8428-F56B4FA7A7E5}"/>
                </a:ext>
              </a:extLst>
            </p:cNvPr>
            <p:cNvSpPr/>
            <p:nvPr/>
          </p:nvSpPr>
          <p:spPr>
            <a:xfrm>
              <a:off x="2563920" y="4502880"/>
              <a:ext cx="286560" cy="318960"/>
            </a:xfrm>
            <a:custGeom>
              <a:avLst/>
              <a:gdLst>
                <a:gd name="textAreaLeft" fmla="*/ 0 w 286560"/>
                <a:gd name="textAreaRight" fmla="*/ 286920 w 286560"/>
                <a:gd name="textAreaTop" fmla="*/ 0 h 318960"/>
                <a:gd name="textAreaBottom" fmla="*/ 319320 h 318960"/>
              </a:gdLst>
              <a:ahLst/>
              <a:cxnLst/>
              <a:rect l="textAreaLeft" t="textAreaTop" r="textAreaRight" b="textAreaBottom"/>
              <a:pathLst>
                <a:path w="26320" h="29309">
                  <a:moveTo>
                    <a:pt x="18838" y="1"/>
                  </a:moveTo>
                  <a:cubicBezTo>
                    <a:pt x="18334" y="1"/>
                    <a:pt x="17833" y="106"/>
                    <a:pt x="17366" y="342"/>
                  </a:cubicBezTo>
                  <a:cubicBezTo>
                    <a:pt x="14808" y="1632"/>
                    <a:pt x="12855" y="3914"/>
                    <a:pt x="11594" y="6454"/>
                  </a:cubicBezTo>
                  <a:cubicBezTo>
                    <a:pt x="11263" y="7120"/>
                    <a:pt x="10980" y="7813"/>
                    <a:pt x="10720" y="8512"/>
                  </a:cubicBezTo>
                  <a:cubicBezTo>
                    <a:pt x="10360" y="9480"/>
                    <a:pt x="9936" y="10423"/>
                    <a:pt x="9607" y="11402"/>
                  </a:cubicBezTo>
                  <a:cubicBezTo>
                    <a:pt x="8988" y="13235"/>
                    <a:pt x="8512" y="15114"/>
                    <a:pt x="8118" y="17005"/>
                  </a:cubicBezTo>
                  <a:cubicBezTo>
                    <a:pt x="7640" y="19305"/>
                    <a:pt x="6185" y="23282"/>
                    <a:pt x="6845" y="25936"/>
                  </a:cubicBezTo>
                  <a:cubicBezTo>
                    <a:pt x="5302" y="26256"/>
                    <a:pt x="3775" y="26610"/>
                    <a:pt x="2238" y="27003"/>
                  </a:cubicBezTo>
                  <a:cubicBezTo>
                    <a:pt x="1550" y="27179"/>
                    <a:pt x="540" y="27220"/>
                    <a:pt x="0" y="27625"/>
                  </a:cubicBezTo>
                  <a:cubicBezTo>
                    <a:pt x="919" y="28166"/>
                    <a:pt x="1932" y="28385"/>
                    <a:pt x="2974" y="28385"/>
                  </a:cubicBezTo>
                  <a:cubicBezTo>
                    <a:pt x="4484" y="28385"/>
                    <a:pt x="6058" y="27925"/>
                    <a:pt x="7505" y="27317"/>
                  </a:cubicBezTo>
                  <a:cubicBezTo>
                    <a:pt x="8492" y="28493"/>
                    <a:pt x="10376" y="28699"/>
                    <a:pt x="12052" y="28699"/>
                  </a:cubicBezTo>
                  <a:cubicBezTo>
                    <a:pt x="12736" y="28699"/>
                    <a:pt x="13385" y="28665"/>
                    <a:pt x="13925" y="28648"/>
                  </a:cubicBezTo>
                  <a:cubicBezTo>
                    <a:pt x="14506" y="28630"/>
                    <a:pt x="15122" y="28599"/>
                    <a:pt x="15715" y="28492"/>
                  </a:cubicBezTo>
                  <a:cubicBezTo>
                    <a:pt x="16614" y="28751"/>
                    <a:pt x="17560" y="28896"/>
                    <a:pt x="18300" y="29078"/>
                  </a:cubicBezTo>
                  <a:cubicBezTo>
                    <a:pt x="18899" y="29226"/>
                    <a:pt x="19600" y="29258"/>
                    <a:pt x="20318" y="29258"/>
                  </a:cubicBezTo>
                  <a:cubicBezTo>
                    <a:pt x="20860" y="29258"/>
                    <a:pt x="21412" y="29240"/>
                    <a:pt x="21939" y="29240"/>
                  </a:cubicBezTo>
                  <a:cubicBezTo>
                    <a:pt x="22409" y="29240"/>
                    <a:pt x="22859" y="29254"/>
                    <a:pt x="23264" y="29309"/>
                  </a:cubicBezTo>
                  <a:cubicBezTo>
                    <a:pt x="23032" y="27755"/>
                    <a:pt x="22003" y="27352"/>
                    <a:pt x="20919" y="27352"/>
                  </a:cubicBezTo>
                  <a:cubicBezTo>
                    <a:pt x="19959" y="27352"/>
                    <a:pt x="18956" y="27668"/>
                    <a:pt x="18425" y="27782"/>
                  </a:cubicBezTo>
                  <a:cubicBezTo>
                    <a:pt x="18771" y="26603"/>
                    <a:pt x="19357" y="25393"/>
                    <a:pt x="19752" y="24158"/>
                  </a:cubicBezTo>
                  <a:cubicBezTo>
                    <a:pt x="20112" y="24918"/>
                    <a:pt x="20550" y="25919"/>
                    <a:pt x="21116" y="26406"/>
                  </a:cubicBezTo>
                  <a:cubicBezTo>
                    <a:pt x="21595" y="26819"/>
                    <a:pt x="22257" y="26889"/>
                    <a:pt x="22967" y="26903"/>
                  </a:cubicBezTo>
                  <a:cubicBezTo>
                    <a:pt x="23085" y="26905"/>
                    <a:pt x="23217" y="26909"/>
                    <a:pt x="23353" y="26909"/>
                  </a:cubicBezTo>
                  <a:cubicBezTo>
                    <a:pt x="24096" y="26909"/>
                    <a:pt x="24989" y="26804"/>
                    <a:pt x="24782" y="25913"/>
                  </a:cubicBezTo>
                  <a:cubicBezTo>
                    <a:pt x="24669" y="25424"/>
                    <a:pt x="24276" y="25175"/>
                    <a:pt x="23873" y="25175"/>
                  </a:cubicBezTo>
                  <a:cubicBezTo>
                    <a:pt x="23625" y="25175"/>
                    <a:pt x="23373" y="25269"/>
                    <a:pt x="23179" y="25460"/>
                  </a:cubicBezTo>
                  <a:cubicBezTo>
                    <a:pt x="22208" y="24213"/>
                    <a:pt x="21818" y="22288"/>
                    <a:pt x="21369" y="20777"/>
                  </a:cubicBezTo>
                  <a:cubicBezTo>
                    <a:pt x="20270" y="17058"/>
                    <a:pt x="19634" y="13192"/>
                    <a:pt x="18284" y="9556"/>
                  </a:cubicBezTo>
                  <a:lnTo>
                    <a:pt x="18284" y="9556"/>
                  </a:lnTo>
                  <a:cubicBezTo>
                    <a:pt x="18380" y="9565"/>
                    <a:pt x="18479" y="9581"/>
                    <a:pt x="18576" y="9584"/>
                  </a:cubicBezTo>
                  <a:cubicBezTo>
                    <a:pt x="19157" y="9605"/>
                    <a:pt x="20183" y="9699"/>
                    <a:pt x="21303" y="9699"/>
                  </a:cubicBezTo>
                  <a:cubicBezTo>
                    <a:pt x="23382" y="9699"/>
                    <a:pt x="25781" y="9376"/>
                    <a:pt x="26233" y="7665"/>
                  </a:cubicBezTo>
                  <a:cubicBezTo>
                    <a:pt x="26295" y="7454"/>
                    <a:pt x="26320" y="7225"/>
                    <a:pt x="26312" y="6972"/>
                  </a:cubicBezTo>
                  <a:cubicBezTo>
                    <a:pt x="26289" y="6018"/>
                    <a:pt x="25342" y="5745"/>
                    <a:pt x="24566" y="5399"/>
                  </a:cubicBezTo>
                  <a:cubicBezTo>
                    <a:pt x="24227" y="5252"/>
                    <a:pt x="23924" y="5090"/>
                    <a:pt x="23739" y="4855"/>
                  </a:cubicBezTo>
                  <a:cubicBezTo>
                    <a:pt x="22730" y="3570"/>
                    <a:pt x="22209" y="1163"/>
                    <a:pt x="20667" y="433"/>
                  </a:cubicBezTo>
                  <a:cubicBezTo>
                    <a:pt x="20093" y="163"/>
                    <a:pt x="19463" y="1"/>
                    <a:pt x="18838"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91" name="Google Shape;2734;p37">
              <a:extLst>
                <a:ext uri="{FF2B5EF4-FFF2-40B4-BE49-F238E27FC236}">
                  <a16:creationId xmlns:a16="http://schemas.microsoft.com/office/drawing/2014/main" id="{D99E826B-53E8-49B3-9F5C-9DAA63AAFF81}"/>
                </a:ext>
              </a:extLst>
            </p:cNvPr>
            <p:cNvSpPr/>
            <p:nvPr/>
          </p:nvSpPr>
          <p:spPr>
            <a:xfrm>
              <a:off x="2714760" y="4501800"/>
              <a:ext cx="72360" cy="77400"/>
            </a:xfrm>
            <a:custGeom>
              <a:avLst/>
              <a:gdLst>
                <a:gd name="textAreaLeft" fmla="*/ 0 w 72360"/>
                <a:gd name="textAreaRight" fmla="*/ 72720 w 72360"/>
                <a:gd name="textAreaTop" fmla="*/ 0 h 77400"/>
                <a:gd name="textAreaBottom" fmla="*/ 77760 h 77400"/>
              </a:gdLst>
              <a:ahLst/>
              <a:cxnLst/>
              <a:rect l="textAreaLeft" t="textAreaTop" r="textAreaRight" b="textAreaBottom"/>
              <a:pathLst>
                <a:path w="6685" h="7145">
                  <a:moveTo>
                    <a:pt x="4287" y="1"/>
                  </a:moveTo>
                  <a:cubicBezTo>
                    <a:pt x="3672" y="1"/>
                    <a:pt x="3054" y="106"/>
                    <a:pt x="2608" y="236"/>
                  </a:cubicBezTo>
                  <a:cubicBezTo>
                    <a:pt x="1492" y="557"/>
                    <a:pt x="456" y="1337"/>
                    <a:pt x="256" y="2546"/>
                  </a:cubicBezTo>
                  <a:cubicBezTo>
                    <a:pt x="1" y="4099"/>
                    <a:pt x="2021" y="6392"/>
                    <a:pt x="3327" y="6966"/>
                  </a:cubicBezTo>
                  <a:cubicBezTo>
                    <a:pt x="3607" y="7089"/>
                    <a:pt x="3851" y="7145"/>
                    <a:pt x="4066" y="7145"/>
                  </a:cubicBezTo>
                  <a:cubicBezTo>
                    <a:pt x="5691" y="7145"/>
                    <a:pt x="5598" y="3947"/>
                    <a:pt x="6167" y="2786"/>
                  </a:cubicBezTo>
                  <a:cubicBezTo>
                    <a:pt x="6471" y="2167"/>
                    <a:pt x="6685" y="1094"/>
                    <a:pt x="6136" y="559"/>
                  </a:cubicBezTo>
                  <a:cubicBezTo>
                    <a:pt x="5711" y="144"/>
                    <a:pt x="5001" y="1"/>
                    <a:pt x="4287" y="1"/>
                  </a:cubicBezTo>
                  <a:close/>
                </a:path>
              </a:pathLst>
            </a:custGeom>
            <a:solidFill>
              <a:srgbClr val="2A2639"/>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92" name="Google Shape;2735;p37">
              <a:extLst>
                <a:ext uri="{FF2B5EF4-FFF2-40B4-BE49-F238E27FC236}">
                  <a16:creationId xmlns:a16="http://schemas.microsoft.com/office/drawing/2014/main" id="{CE9BFFB0-A6A0-489D-B882-A5E63F29ADA2}"/>
                </a:ext>
              </a:extLst>
            </p:cNvPr>
            <p:cNvSpPr/>
            <p:nvPr/>
          </p:nvSpPr>
          <p:spPr>
            <a:xfrm>
              <a:off x="2826720" y="4561560"/>
              <a:ext cx="23400" cy="24480"/>
            </a:xfrm>
            <a:custGeom>
              <a:avLst/>
              <a:gdLst>
                <a:gd name="textAreaLeft" fmla="*/ 0 w 23400"/>
                <a:gd name="textAreaRight" fmla="*/ 23760 w 23400"/>
                <a:gd name="textAreaTop" fmla="*/ 0 h 24480"/>
                <a:gd name="textAreaBottom" fmla="*/ 24840 h 24480"/>
              </a:gdLst>
              <a:ahLst/>
              <a:cxnLst/>
              <a:rect l="textAreaLeft" t="textAreaTop" r="textAreaRight" b="textAreaBottom"/>
              <a:pathLst>
                <a:path w="2185" h="2279">
                  <a:moveTo>
                    <a:pt x="429" y="1"/>
                  </a:moveTo>
                  <a:cubicBezTo>
                    <a:pt x="424" y="4"/>
                    <a:pt x="424" y="10"/>
                    <a:pt x="420" y="13"/>
                  </a:cubicBezTo>
                  <a:cubicBezTo>
                    <a:pt x="1" y="842"/>
                    <a:pt x="867" y="2163"/>
                    <a:pt x="1745" y="2268"/>
                  </a:cubicBezTo>
                  <a:cubicBezTo>
                    <a:pt x="1801" y="2275"/>
                    <a:pt x="1857" y="2279"/>
                    <a:pt x="1912" y="2279"/>
                  </a:cubicBezTo>
                  <a:cubicBezTo>
                    <a:pt x="1974" y="2279"/>
                    <a:pt x="2036" y="2274"/>
                    <a:pt x="2098" y="2266"/>
                  </a:cubicBezTo>
                  <a:cubicBezTo>
                    <a:pt x="2159" y="2056"/>
                    <a:pt x="2184" y="1827"/>
                    <a:pt x="2176" y="1573"/>
                  </a:cubicBezTo>
                  <a:cubicBezTo>
                    <a:pt x="2152" y="618"/>
                    <a:pt x="1205" y="345"/>
                    <a:pt x="429" y="1"/>
                  </a:cubicBezTo>
                  <a:close/>
                </a:path>
              </a:pathLst>
            </a:custGeom>
            <a:solidFill>
              <a:srgbClr val="2A2639"/>
            </a:solidFill>
            <a:ln w="0">
              <a:noFill/>
            </a:ln>
          </p:spPr>
          <p:style>
            <a:lnRef idx="0">
              <a:scrgbClr r="0" g="0" b="0"/>
            </a:lnRef>
            <a:fillRef idx="0">
              <a:scrgbClr r="0" g="0" b="0"/>
            </a:fillRef>
            <a:effectRef idx="0">
              <a:scrgbClr r="0" g="0" b="0"/>
            </a:effectRef>
            <a:fontRef idx="minor"/>
          </p:style>
          <p:txBody>
            <a:bodyPr tIns="12240" bIns="1224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93" name="Google Shape;2736;p37">
              <a:extLst>
                <a:ext uri="{FF2B5EF4-FFF2-40B4-BE49-F238E27FC236}">
                  <a16:creationId xmlns:a16="http://schemas.microsoft.com/office/drawing/2014/main" id="{AFBEDCC9-C429-4926-9F5A-3E5694021F6E}"/>
                </a:ext>
              </a:extLst>
            </p:cNvPr>
            <p:cNvSpPr/>
            <p:nvPr/>
          </p:nvSpPr>
          <p:spPr>
            <a:xfrm>
              <a:off x="2685240" y="4632120"/>
              <a:ext cx="96480" cy="118800"/>
            </a:xfrm>
            <a:custGeom>
              <a:avLst/>
              <a:gdLst>
                <a:gd name="textAreaLeft" fmla="*/ 0 w 96480"/>
                <a:gd name="textAreaRight" fmla="*/ 96840 w 96480"/>
                <a:gd name="textAreaTop" fmla="*/ 0 h 118800"/>
                <a:gd name="textAreaBottom" fmla="*/ 119160 h 118800"/>
              </a:gdLst>
              <a:ahLst/>
              <a:cxnLst/>
              <a:rect l="textAreaLeft" t="textAreaTop" r="textAreaRight" b="textAreaBottom"/>
              <a:pathLst>
                <a:path w="8887" h="10919">
                  <a:moveTo>
                    <a:pt x="4351" y="0"/>
                  </a:moveTo>
                  <a:cubicBezTo>
                    <a:pt x="4194" y="0"/>
                    <a:pt x="4043" y="106"/>
                    <a:pt x="4073" y="305"/>
                  </a:cubicBezTo>
                  <a:cubicBezTo>
                    <a:pt x="4388" y="2468"/>
                    <a:pt x="5226" y="4463"/>
                    <a:pt x="6241" y="6375"/>
                  </a:cubicBezTo>
                  <a:cubicBezTo>
                    <a:pt x="5849" y="6195"/>
                    <a:pt x="5398" y="6086"/>
                    <a:pt x="4860" y="6079"/>
                  </a:cubicBezTo>
                  <a:cubicBezTo>
                    <a:pt x="4850" y="6079"/>
                    <a:pt x="4841" y="6079"/>
                    <a:pt x="4831" y="6079"/>
                  </a:cubicBezTo>
                  <a:cubicBezTo>
                    <a:pt x="2633" y="6079"/>
                    <a:pt x="1098" y="8913"/>
                    <a:pt x="134" y="10511"/>
                  </a:cubicBezTo>
                  <a:cubicBezTo>
                    <a:pt x="0" y="10731"/>
                    <a:pt x="199" y="10918"/>
                    <a:pt x="403" y="10918"/>
                  </a:cubicBezTo>
                  <a:cubicBezTo>
                    <a:pt x="501" y="10918"/>
                    <a:pt x="601" y="10875"/>
                    <a:pt x="664" y="10770"/>
                  </a:cubicBezTo>
                  <a:cubicBezTo>
                    <a:pt x="1581" y="9250"/>
                    <a:pt x="2597" y="7485"/>
                    <a:pt x="4320" y="6786"/>
                  </a:cubicBezTo>
                  <a:cubicBezTo>
                    <a:pt x="4636" y="6658"/>
                    <a:pt x="4927" y="6600"/>
                    <a:pt x="5196" y="6600"/>
                  </a:cubicBezTo>
                  <a:cubicBezTo>
                    <a:pt x="6972" y="6600"/>
                    <a:pt x="7769" y="9126"/>
                    <a:pt x="8253" y="10539"/>
                  </a:cubicBezTo>
                  <a:cubicBezTo>
                    <a:pt x="8298" y="10673"/>
                    <a:pt x="8404" y="10730"/>
                    <a:pt x="8512" y="10730"/>
                  </a:cubicBezTo>
                  <a:cubicBezTo>
                    <a:pt x="8695" y="10730"/>
                    <a:pt x="8887" y="10567"/>
                    <a:pt x="8808" y="10340"/>
                  </a:cubicBezTo>
                  <a:cubicBezTo>
                    <a:pt x="8418" y="9197"/>
                    <a:pt x="8014" y="8002"/>
                    <a:pt x="7289" y="7170"/>
                  </a:cubicBezTo>
                  <a:cubicBezTo>
                    <a:pt x="7294" y="7111"/>
                    <a:pt x="7281" y="7052"/>
                    <a:pt x="7254" y="7001"/>
                  </a:cubicBezTo>
                  <a:cubicBezTo>
                    <a:pt x="6060" y="4890"/>
                    <a:pt x="5016" y="2682"/>
                    <a:pt x="4662" y="260"/>
                  </a:cubicBezTo>
                  <a:cubicBezTo>
                    <a:pt x="4636" y="84"/>
                    <a:pt x="4491" y="0"/>
                    <a:pt x="4351" y="0"/>
                  </a:cubicBezTo>
                  <a:close/>
                </a:path>
              </a:pathLst>
            </a:custGeom>
            <a:solidFill>
              <a:srgbClr val="2A2639"/>
            </a:solidFill>
            <a:ln w="0">
              <a:noFill/>
            </a:ln>
          </p:spPr>
          <p:style>
            <a:lnRef idx="0">
              <a:scrgbClr r="0" g="0" b="0"/>
            </a:lnRef>
            <a:fillRef idx="0">
              <a:scrgbClr r="0" g="0" b="0"/>
            </a:fillRef>
            <a:effectRef idx="0">
              <a:scrgbClr r="0" g="0" b="0"/>
            </a:effectRef>
            <a:fontRef idx="minor"/>
          </p:style>
          <p:txBody>
            <a:bodyPr tIns="59400" bIns="5940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94" name="Google Shape;2737;p37">
              <a:extLst>
                <a:ext uri="{FF2B5EF4-FFF2-40B4-BE49-F238E27FC236}">
                  <a16:creationId xmlns:a16="http://schemas.microsoft.com/office/drawing/2014/main" id="{819194CE-0FED-4BE9-B740-9248EC2FFD86}"/>
                </a:ext>
              </a:extLst>
            </p:cNvPr>
            <p:cNvSpPr/>
            <p:nvPr/>
          </p:nvSpPr>
          <p:spPr>
            <a:xfrm>
              <a:off x="2646360" y="4404240"/>
              <a:ext cx="128520" cy="147960"/>
            </a:xfrm>
            <a:custGeom>
              <a:avLst/>
              <a:gdLst>
                <a:gd name="textAreaLeft" fmla="*/ 0 w 128520"/>
                <a:gd name="textAreaRight" fmla="*/ 128880 w 128520"/>
                <a:gd name="textAreaTop" fmla="*/ 0 h 147960"/>
                <a:gd name="textAreaBottom" fmla="*/ 148320 h 147960"/>
              </a:gdLst>
              <a:ahLst/>
              <a:cxnLst/>
              <a:rect l="textAreaLeft" t="textAreaTop" r="textAreaRight" b="textAreaBottom"/>
              <a:pathLst>
                <a:path w="11824" h="13609">
                  <a:moveTo>
                    <a:pt x="10188" y="0"/>
                  </a:moveTo>
                  <a:cubicBezTo>
                    <a:pt x="8379" y="0"/>
                    <a:pt x="5603" y="2928"/>
                    <a:pt x="4687" y="3931"/>
                  </a:cubicBezTo>
                  <a:cubicBezTo>
                    <a:pt x="2686" y="6121"/>
                    <a:pt x="1" y="9740"/>
                    <a:pt x="2211" y="12334"/>
                  </a:cubicBezTo>
                  <a:cubicBezTo>
                    <a:pt x="2827" y="13059"/>
                    <a:pt x="3541" y="13609"/>
                    <a:pt x="4362" y="13609"/>
                  </a:cubicBezTo>
                  <a:cubicBezTo>
                    <a:pt x="4689" y="13609"/>
                    <a:pt x="5032" y="13521"/>
                    <a:pt x="5393" y="13323"/>
                  </a:cubicBezTo>
                  <a:cubicBezTo>
                    <a:pt x="6108" y="12930"/>
                    <a:pt x="6556" y="11799"/>
                    <a:pt x="7101" y="11136"/>
                  </a:cubicBezTo>
                  <a:cubicBezTo>
                    <a:pt x="7158" y="11175"/>
                    <a:pt x="7222" y="11193"/>
                    <a:pt x="7285" y="11193"/>
                  </a:cubicBezTo>
                  <a:cubicBezTo>
                    <a:pt x="7410" y="11193"/>
                    <a:pt x="7532" y="11120"/>
                    <a:pt x="7585" y="10994"/>
                  </a:cubicBezTo>
                  <a:cubicBezTo>
                    <a:pt x="8029" y="9973"/>
                    <a:pt x="8299" y="8932"/>
                    <a:pt x="8992" y="8040"/>
                  </a:cubicBezTo>
                  <a:cubicBezTo>
                    <a:pt x="9453" y="7446"/>
                    <a:pt x="9620" y="6872"/>
                    <a:pt x="9598" y="6135"/>
                  </a:cubicBezTo>
                  <a:cubicBezTo>
                    <a:pt x="9561" y="4885"/>
                    <a:pt x="9637" y="4103"/>
                    <a:pt x="10107" y="2924"/>
                  </a:cubicBezTo>
                  <a:cubicBezTo>
                    <a:pt x="10392" y="2211"/>
                    <a:pt x="11824" y="1791"/>
                    <a:pt x="11522" y="1025"/>
                  </a:cubicBezTo>
                  <a:cubicBezTo>
                    <a:pt x="11233" y="291"/>
                    <a:pt x="10758" y="0"/>
                    <a:pt x="10188"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74160" bIns="7416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95" name="Google Shape;2738;p37">
              <a:extLst>
                <a:ext uri="{FF2B5EF4-FFF2-40B4-BE49-F238E27FC236}">
                  <a16:creationId xmlns:a16="http://schemas.microsoft.com/office/drawing/2014/main" id="{B997A7F0-E0A2-4AC4-BE28-E65924717418}"/>
                </a:ext>
              </a:extLst>
            </p:cNvPr>
            <p:cNvSpPr/>
            <p:nvPr/>
          </p:nvSpPr>
          <p:spPr>
            <a:xfrm>
              <a:off x="2717640" y="4483440"/>
              <a:ext cx="73080" cy="42480"/>
            </a:xfrm>
            <a:custGeom>
              <a:avLst/>
              <a:gdLst>
                <a:gd name="textAreaLeft" fmla="*/ 0 w 73080"/>
                <a:gd name="textAreaRight" fmla="*/ 73440 w 73080"/>
                <a:gd name="textAreaTop" fmla="*/ 0 h 42480"/>
                <a:gd name="textAreaBottom" fmla="*/ 42840 h 42480"/>
              </a:gdLst>
              <a:ahLst/>
              <a:cxnLst/>
              <a:rect l="textAreaLeft" t="textAreaTop" r="textAreaRight" b="textAreaBottom"/>
              <a:pathLst>
                <a:path w="6722" h="3922">
                  <a:moveTo>
                    <a:pt x="2935" y="1"/>
                  </a:moveTo>
                  <a:cubicBezTo>
                    <a:pt x="2516" y="1"/>
                    <a:pt x="2102" y="97"/>
                    <a:pt x="1717" y="320"/>
                  </a:cubicBezTo>
                  <a:cubicBezTo>
                    <a:pt x="1240" y="595"/>
                    <a:pt x="996" y="1101"/>
                    <a:pt x="844" y="1645"/>
                  </a:cubicBezTo>
                  <a:cubicBezTo>
                    <a:pt x="305" y="2344"/>
                    <a:pt x="0" y="3192"/>
                    <a:pt x="838" y="3697"/>
                  </a:cubicBezTo>
                  <a:cubicBezTo>
                    <a:pt x="1127" y="3871"/>
                    <a:pt x="1478" y="3922"/>
                    <a:pt x="1839" y="3922"/>
                  </a:cubicBezTo>
                  <a:cubicBezTo>
                    <a:pt x="2255" y="3922"/>
                    <a:pt x="2684" y="3855"/>
                    <a:pt x="3048" y="3827"/>
                  </a:cubicBezTo>
                  <a:cubicBezTo>
                    <a:pt x="3798" y="3772"/>
                    <a:pt x="4602" y="3700"/>
                    <a:pt x="5263" y="3308"/>
                  </a:cubicBezTo>
                  <a:cubicBezTo>
                    <a:pt x="6721" y="2442"/>
                    <a:pt x="5164" y="634"/>
                    <a:pt x="4134" y="238"/>
                  </a:cubicBezTo>
                  <a:cubicBezTo>
                    <a:pt x="3744" y="89"/>
                    <a:pt x="3338" y="1"/>
                    <a:pt x="2935" y="1"/>
                  </a:cubicBezTo>
                  <a:close/>
                </a:path>
              </a:pathLst>
            </a:custGeom>
            <a:solidFill>
              <a:srgbClr val="FDC052"/>
            </a:solidFill>
            <a:ln w="0">
              <a:noFill/>
            </a:ln>
          </p:spPr>
          <p:style>
            <a:lnRef idx="0">
              <a:scrgbClr r="0" g="0" b="0"/>
            </a:lnRef>
            <a:fillRef idx="0">
              <a:scrgbClr r="0" g="0" b="0"/>
            </a:fillRef>
            <a:effectRef idx="0">
              <a:scrgbClr r="0" g="0" b="0"/>
            </a:effectRef>
            <a:fontRef idx="minor"/>
          </p:style>
          <p:txBody>
            <a:bodyPr tIns="21240" bIns="2124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96" name="Google Shape;2739;p37">
              <a:extLst>
                <a:ext uri="{FF2B5EF4-FFF2-40B4-BE49-F238E27FC236}">
                  <a16:creationId xmlns:a16="http://schemas.microsoft.com/office/drawing/2014/main" id="{F90DBDE0-7CE6-4B11-9E05-73D5547C1DC5}"/>
                </a:ext>
              </a:extLst>
            </p:cNvPr>
            <p:cNvSpPr/>
            <p:nvPr/>
          </p:nvSpPr>
          <p:spPr>
            <a:xfrm>
              <a:off x="2679480" y="4481640"/>
              <a:ext cx="59040" cy="21960"/>
            </a:xfrm>
            <a:custGeom>
              <a:avLst/>
              <a:gdLst>
                <a:gd name="textAreaLeft" fmla="*/ 0 w 59040"/>
                <a:gd name="textAreaRight" fmla="*/ 59400 w 59040"/>
                <a:gd name="textAreaTop" fmla="*/ 0 h 21960"/>
                <a:gd name="textAreaBottom" fmla="*/ 22320 h 21960"/>
              </a:gdLst>
              <a:ahLst/>
              <a:cxnLst/>
              <a:rect l="textAreaLeft" t="textAreaTop" r="textAreaRight" b="textAreaBottom"/>
              <a:pathLst>
                <a:path w="5435" h="2043">
                  <a:moveTo>
                    <a:pt x="1165" y="1"/>
                  </a:moveTo>
                  <a:cubicBezTo>
                    <a:pt x="781" y="1"/>
                    <a:pt x="431" y="135"/>
                    <a:pt x="116" y="375"/>
                  </a:cubicBezTo>
                  <a:cubicBezTo>
                    <a:pt x="1" y="464"/>
                    <a:pt x="102" y="633"/>
                    <a:pt x="223" y="633"/>
                  </a:cubicBezTo>
                  <a:cubicBezTo>
                    <a:pt x="246" y="633"/>
                    <a:pt x="268" y="628"/>
                    <a:pt x="291" y="615"/>
                  </a:cubicBezTo>
                  <a:cubicBezTo>
                    <a:pt x="531" y="476"/>
                    <a:pt x="767" y="424"/>
                    <a:pt x="1008" y="424"/>
                  </a:cubicBezTo>
                  <a:cubicBezTo>
                    <a:pt x="1222" y="424"/>
                    <a:pt x="1441" y="465"/>
                    <a:pt x="1672" y="522"/>
                  </a:cubicBezTo>
                  <a:cubicBezTo>
                    <a:pt x="1701" y="530"/>
                    <a:pt x="1730" y="539"/>
                    <a:pt x="1760" y="547"/>
                  </a:cubicBezTo>
                  <a:cubicBezTo>
                    <a:pt x="1095" y="861"/>
                    <a:pt x="486" y="1253"/>
                    <a:pt x="107" y="1906"/>
                  </a:cubicBezTo>
                  <a:cubicBezTo>
                    <a:pt x="73" y="1962"/>
                    <a:pt x="119" y="2042"/>
                    <a:pt x="179" y="2042"/>
                  </a:cubicBezTo>
                  <a:cubicBezTo>
                    <a:pt x="193" y="2042"/>
                    <a:pt x="208" y="2038"/>
                    <a:pt x="223" y="2028"/>
                  </a:cubicBezTo>
                  <a:cubicBezTo>
                    <a:pt x="886" y="1566"/>
                    <a:pt x="1534" y="1119"/>
                    <a:pt x="2276" y="791"/>
                  </a:cubicBezTo>
                  <a:cubicBezTo>
                    <a:pt x="2335" y="765"/>
                    <a:pt x="2394" y="749"/>
                    <a:pt x="2453" y="729"/>
                  </a:cubicBezTo>
                  <a:cubicBezTo>
                    <a:pt x="2484" y="732"/>
                    <a:pt x="2516" y="734"/>
                    <a:pt x="2548" y="734"/>
                  </a:cubicBezTo>
                  <a:cubicBezTo>
                    <a:pt x="2617" y="734"/>
                    <a:pt x="2686" y="726"/>
                    <a:pt x="2754" y="709"/>
                  </a:cubicBezTo>
                  <a:cubicBezTo>
                    <a:pt x="2801" y="698"/>
                    <a:pt x="2839" y="664"/>
                    <a:pt x="2856" y="619"/>
                  </a:cubicBezTo>
                  <a:cubicBezTo>
                    <a:pt x="3645" y="469"/>
                    <a:pt x="4482" y="602"/>
                    <a:pt x="5260" y="329"/>
                  </a:cubicBezTo>
                  <a:cubicBezTo>
                    <a:pt x="5434" y="267"/>
                    <a:pt x="5394" y="19"/>
                    <a:pt x="5227" y="19"/>
                  </a:cubicBezTo>
                  <a:cubicBezTo>
                    <a:pt x="5214" y="19"/>
                    <a:pt x="5200" y="21"/>
                    <a:pt x="5185" y="24"/>
                  </a:cubicBezTo>
                  <a:cubicBezTo>
                    <a:pt x="4302" y="216"/>
                    <a:pt x="3393" y="53"/>
                    <a:pt x="2528" y="261"/>
                  </a:cubicBezTo>
                  <a:cubicBezTo>
                    <a:pt x="2190" y="117"/>
                    <a:pt x="1761" y="73"/>
                    <a:pt x="1426" y="21"/>
                  </a:cubicBezTo>
                  <a:cubicBezTo>
                    <a:pt x="1337" y="7"/>
                    <a:pt x="1250" y="1"/>
                    <a:pt x="1165" y="1"/>
                  </a:cubicBezTo>
                  <a:close/>
                </a:path>
              </a:pathLst>
            </a:custGeom>
            <a:solidFill>
              <a:srgbClr val="BF882A"/>
            </a:solidFill>
            <a:ln w="0">
              <a:noFill/>
            </a:ln>
          </p:spPr>
          <p:style>
            <a:lnRef idx="0">
              <a:scrgbClr r="0" g="0" b="0"/>
            </a:lnRef>
            <a:fillRef idx="0">
              <a:scrgbClr r="0" g="0" b="0"/>
            </a:fillRef>
            <a:effectRef idx="0">
              <a:scrgbClr r="0" g="0" b="0"/>
            </a:effectRef>
            <a:fontRef idx="minor"/>
          </p:style>
          <p:txBody>
            <a:bodyPr tIns="11160" bIns="1116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97" name="Google Shape;2740;p37">
              <a:extLst>
                <a:ext uri="{FF2B5EF4-FFF2-40B4-BE49-F238E27FC236}">
                  <a16:creationId xmlns:a16="http://schemas.microsoft.com/office/drawing/2014/main" id="{2CE1DD93-0205-4881-AA60-BD1064923639}"/>
                </a:ext>
              </a:extLst>
            </p:cNvPr>
            <p:cNvSpPr/>
            <p:nvPr/>
          </p:nvSpPr>
          <p:spPr>
            <a:xfrm>
              <a:off x="2739600" y="4432680"/>
              <a:ext cx="24120" cy="52200"/>
            </a:xfrm>
            <a:custGeom>
              <a:avLst/>
              <a:gdLst>
                <a:gd name="textAreaLeft" fmla="*/ 0 w 24120"/>
                <a:gd name="textAreaRight" fmla="*/ 24480 w 24120"/>
                <a:gd name="textAreaTop" fmla="*/ 0 h 52200"/>
                <a:gd name="textAreaBottom" fmla="*/ 52560 h 52200"/>
              </a:gdLst>
              <a:ahLst/>
              <a:cxnLst/>
              <a:rect l="textAreaLeft" t="textAreaTop" r="textAreaRight" b="textAreaBottom"/>
              <a:pathLst>
                <a:path w="2256" h="4813">
                  <a:moveTo>
                    <a:pt x="1586" y="0"/>
                  </a:moveTo>
                  <a:cubicBezTo>
                    <a:pt x="1504" y="0"/>
                    <a:pt x="1424" y="54"/>
                    <a:pt x="1420" y="163"/>
                  </a:cubicBezTo>
                  <a:cubicBezTo>
                    <a:pt x="1366" y="1768"/>
                    <a:pt x="771" y="2991"/>
                    <a:pt x="87" y="4406"/>
                  </a:cubicBezTo>
                  <a:cubicBezTo>
                    <a:pt x="0" y="4586"/>
                    <a:pt x="152" y="4812"/>
                    <a:pt x="318" y="4812"/>
                  </a:cubicBezTo>
                  <a:cubicBezTo>
                    <a:pt x="373" y="4812"/>
                    <a:pt x="430" y="4787"/>
                    <a:pt x="480" y="4727"/>
                  </a:cubicBezTo>
                  <a:cubicBezTo>
                    <a:pt x="1403" y="3604"/>
                    <a:pt x="2255" y="1575"/>
                    <a:pt x="1762" y="126"/>
                  </a:cubicBezTo>
                  <a:cubicBezTo>
                    <a:pt x="1734" y="42"/>
                    <a:pt x="1659" y="0"/>
                    <a:pt x="1586" y="0"/>
                  </a:cubicBezTo>
                  <a:close/>
                </a:path>
              </a:pathLst>
            </a:custGeom>
            <a:solidFill>
              <a:srgbClr val="BF882A"/>
            </a:solidFill>
            <a:ln w="0">
              <a:noFill/>
            </a:ln>
          </p:spPr>
          <p:style>
            <a:lnRef idx="0">
              <a:scrgbClr r="0" g="0" b="0"/>
            </a:lnRef>
            <a:fillRef idx="0">
              <a:scrgbClr r="0" g="0" b="0"/>
            </a:fillRef>
            <a:effectRef idx="0">
              <a:scrgbClr r="0" g="0" b="0"/>
            </a:effectRef>
            <a:fontRef idx="minor"/>
          </p:style>
          <p:txBody>
            <a:bodyPr tIns="26280" bIns="26280" anchor="ctr">
              <a:noAutofit/>
            </a:bodyPr>
            <a:lstStyle/>
            <a:p>
              <a:pPr>
                <a:lnSpc>
                  <a:spcPct val="100000"/>
                </a:lnSpc>
                <a:tabLst>
                  <a:tab pos="0" algn="l"/>
                </a:tabLst>
              </a:pPr>
              <a:endParaRPr lang="en-US" sz="1400" b="0" u="none" strike="noStrike">
                <a:solidFill>
                  <a:srgbClr val="FFFFFF"/>
                </a:solidFill>
                <a:effectLst/>
                <a:uFillTx/>
                <a:latin typeface="Arial"/>
              </a:endParaRPr>
            </a:p>
          </p:txBody>
        </p:sp>
        <p:sp>
          <p:nvSpPr>
            <p:cNvPr id="198" name="Google Shape;2741;p37">
              <a:extLst>
                <a:ext uri="{FF2B5EF4-FFF2-40B4-BE49-F238E27FC236}">
                  <a16:creationId xmlns:a16="http://schemas.microsoft.com/office/drawing/2014/main" id="{E56ED87A-DB09-4A29-8090-1731C0E5F139}"/>
                </a:ext>
              </a:extLst>
            </p:cNvPr>
            <p:cNvSpPr/>
            <p:nvPr/>
          </p:nvSpPr>
          <p:spPr>
            <a:xfrm>
              <a:off x="3034440" y="4671360"/>
              <a:ext cx="99360" cy="39600"/>
            </a:xfrm>
            <a:custGeom>
              <a:avLst/>
              <a:gdLst>
                <a:gd name="textAreaLeft" fmla="*/ 0 w 99360"/>
                <a:gd name="textAreaRight" fmla="*/ 99720 w 99360"/>
                <a:gd name="textAreaTop" fmla="*/ 0 h 39600"/>
                <a:gd name="textAreaBottom" fmla="*/ 39960 h 39600"/>
              </a:gdLst>
              <a:ahLst/>
              <a:cxnLst/>
              <a:rect l="textAreaLeft" t="textAreaTop" r="textAreaRight" b="textAreaBottom"/>
              <a:pathLst>
                <a:path w="9152" h="3674">
                  <a:moveTo>
                    <a:pt x="7172" y="1"/>
                  </a:moveTo>
                  <a:cubicBezTo>
                    <a:pt x="6959" y="1"/>
                    <a:pt x="6735" y="19"/>
                    <a:pt x="6507" y="52"/>
                  </a:cubicBezTo>
                  <a:cubicBezTo>
                    <a:pt x="6405" y="45"/>
                    <a:pt x="6298" y="42"/>
                    <a:pt x="6187" y="42"/>
                  </a:cubicBezTo>
                  <a:cubicBezTo>
                    <a:pt x="4407" y="42"/>
                    <a:pt x="1604" y="874"/>
                    <a:pt x="1145" y="1145"/>
                  </a:cubicBezTo>
                  <a:cubicBezTo>
                    <a:pt x="1" y="1822"/>
                    <a:pt x="1088" y="2896"/>
                    <a:pt x="1833" y="3247"/>
                  </a:cubicBezTo>
                  <a:cubicBezTo>
                    <a:pt x="2538" y="3580"/>
                    <a:pt x="3383" y="3674"/>
                    <a:pt x="4201" y="3674"/>
                  </a:cubicBezTo>
                  <a:cubicBezTo>
                    <a:pt x="4596" y="3674"/>
                    <a:pt x="4986" y="3652"/>
                    <a:pt x="5350" y="3624"/>
                  </a:cubicBezTo>
                  <a:cubicBezTo>
                    <a:pt x="6423" y="3542"/>
                    <a:pt x="7543" y="3273"/>
                    <a:pt x="8361" y="2542"/>
                  </a:cubicBezTo>
                  <a:cubicBezTo>
                    <a:pt x="8938" y="2027"/>
                    <a:pt x="9151" y="1021"/>
                    <a:pt x="8560" y="451"/>
                  </a:cubicBezTo>
                  <a:cubicBezTo>
                    <a:pt x="8227" y="128"/>
                    <a:pt x="7735" y="1"/>
                    <a:pt x="7172"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9800" bIns="198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sp>
          <p:nvSpPr>
            <p:cNvPr id="199" name="Google Shape;2742;p37">
              <a:extLst>
                <a:ext uri="{FF2B5EF4-FFF2-40B4-BE49-F238E27FC236}">
                  <a16:creationId xmlns:a16="http://schemas.microsoft.com/office/drawing/2014/main" id="{BA05BEF5-966D-4A8B-8F9F-78E9AFE1F2FA}"/>
                </a:ext>
              </a:extLst>
            </p:cNvPr>
            <p:cNvSpPr/>
            <p:nvPr/>
          </p:nvSpPr>
          <p:spPr>
            <a:xfrm>
              <a:off x="3061080" y="4362840"/>
              <a:ext cx="47160" cy="24840"/>
            </a:xfrm>
            <a:custGeom>
              <a:avLst/>
              <a:gdLst>
                <a:gd name="textAreaLeft" fmla="*/ 0 w 47160"/>
                <a:gd name="textAreaRight" fmla="*/ 47520 w 47160"/>
                <a:gd name="textAreaTop" fmla="*/ 0 h 24840"/>
                <a:gd name="textAreaBottom" fmla="*/ 25200 h 24840"/>
              </a:gdLst>
              <a:ahLst/>
              <a:cxnLst/>
              <a:rect l="textAreaLeft" t="textAreaTop" r="textAreaRight" b="textAreaBottom"/>
              <a:pathLst>
                <a:path w="4368" h="2317">
                  <a:moveTo>
                    <a:pt x="4368" y="0"/>
                  </a:moveTo>
                  <a:lnTo>
                    <a:pt x="1" y="13"/>
                  </a:lnTo>
                  <a:cubicBezTo>
                    <a:pt x="682" y="1740"/>
                    <a:pt x="1393" y="2317"/>
                    <a:pt x="2039" y="2317"/>
                  </a:cubicBezTo>
                  <a:cubicBezTo>
                    <a:pt x="3335" y="2317"/>
                    <a:pt x="4368" y="0"/>
                    <a:pt x="4368"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2600" bIns="12600" anchor="ctr">
              <a:noAutofit/>
            </a:bodyPr>
            <a:lstStyle/>
            <a:p>
              <a:pPr>
                <a:lnSpc>
                  <a:spcPct val="100000"/>
                </a:lnSpc>
                <a:tabLst>
                  <a:tab pos="0" algn="l"/>
                </a:tabLst>
              </a:pPr>
              <a:endParaRPr lang="en-US" sz="1400" b="0" u="none" strike="noStrike">
                <a:solidFill>
                  <a:srgbClr val="000000"/>
                </a:solidFill>
                <a:effectLst/>
                <a:uFillTx/>
                <a:latin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3" name="Google Shape;696;p22"/>
          <p:cNvSpPr/>
          <p:nvPr/>
        </p:nvSpPr>
        <p:spPr>
          <a:xfrm>
            <a:off x="2227680" y="4583160"/>
            <a:ext cx="853920" cy="608400"/>
          </a:xfrm>
          <a:custGeom>
            <a:avLst/>
            <a:gdLst>
              <a:gd name="textAreaLeft" fmla="*/ 0 w 853920"/>
              <a:gd name="textAreaRight" fmla="*/ 854280 w 853920"/>
              <a:gd name="textAreaTop" fmla="*/ 0 h 608400"/>
              <a:gd name="textAreaBottom" fmla="*/ 608760 h 608400"/>
            </a:gdLst>
            <a:ahLst/>
            <a:cxnLst/>
            <a:rect l="textAreaLeft" t="textAreaTop" r="textAreaRight" b="textAreaBottom"/>
            <a:pathLst>
              <a:path w="40016" h="28510">
                <a:moveTo>
                  <a:pt x="17075" y="1"/>
                </a:moveTo>
                <a:cubicBezTo>
                  <a:pt x="16745" y="1"/>
                  <a:pt x="16414" y="16"/>
                  <a:pt x="16083" y="47"/>
                </a:cubicBezTo>
                <a:cubicBezTo>
                  <a:pt x="11480" y="461"/>
                  <a:pt x="7818" y="3709"/>
                  <a:pt x="6651" y="7912"/>
                </a:cubicBezTo>
                <a:cubicBezTo>
                  <a:pt x="6442" y="8678"/>
                  <a:pt x="5780" y="9234"/>
                  <a:pt x="4990" y="9310"/>
                </a:cubicBezTo>
                <a:cubicBezTo>
                  <a:pt x="4691" y="9340"/>
                  <a:pt x="4395" y="9394"/>
                  <a:pt x="4104" y="9473"/>
                </a:cubicBezTo>
                <a:cubicBezTo>
                  <a:pt x="1821" y="10090"/>
                  <a:pt x="158" y="12164"/>
                  <a:pt x="64" y="14526"/>
                </a:cubicBezTo>
                <a:cubicBezTo>
                  <a:pt x="1" y="15978"/>
                  <a:pt x="518" y="17396"/>
                  <a:pt x="1501" y="18467"/>
                </a:cubicBezTo>
                <a:cubicBezTo>
                  <a:pt x="2075" y="19093"/>
                  <a:pt x="2320" y="19942"/>
                  <a:pt x="2124" y="20765"/>
                </a:cubicBezTo>
                <a:cubicBezTo>
                  <a:pt x="1761" y="22307"/>
                  <a:pt x="1703" y="23910"/>
                  <a:pt x="1960" y="25477"/>
                </a:cubicBezTo>
                <a:cubicBezTo>
                  <a:pt x="2130" y="26526"/>
                  <a:pt x="2444" y="27545"/>
                  <a:pt x="2889" y="28510"/>
                </a:cubicBezTo>
                <a:lnTo>
                  <a:pt x="38186" y="28510"/>
                </a:lnTo>
                <a:cubicBezTo>
                  <a:pt x="39390" y="26577"/>
                  <a:pt x="40016" y="24270"/>
                  <a:pt x="39798" y="21866"/>
                </a:cubicBezTo>
                <a:cubicBezTo>
                  <a:pt x="39632" y="20000"/>
                  <a:pt x="38982" y="18207"/>
                  <a:pt x="37911" y="16667"/>
                </a:cubicBezTo>
                <a:cubicBezTo>
                  <a:pt x="37279" y="15754"/>
                  <a:pt x="37037" y="14629"/>
                  <a:pt x="37237" y="13537"/>
                </a:cubicBezTo>
                <a:cubicBezTo>
                  <a:pt x="37427" y="12470"/>
                  <a:pt x="37418" y="11375"/>
                  <a:pt x="37213" y="10308"/>
                </a:cubicBezTo>
                <a:cubicBezTo>
                  <a:pt x="36435" y="6249"/>
                  <a:pt x="32837" y="3243"/>
                  <a:pt x="28709" y="3192"/>
                </a:cubicBezTo>
                <a:cubicBezTo>
                  <a:pt x="28670" y="3191"/>
                  <a:pt x="28632" y="3191"/>
                  <a:pt x="28594" y="3191"/>
                </a:cubicBezTo>
                <a:cubicBezTo>
                  <a:pt x="27916" y="3191"/>
                  <a:pt x="27244" y="3267"/>
                  <a:pt x="26586" y="3422"/>
                </a:cubicBezTo>
                <a:cubicBezTo>
                  <a:pt x="26407" y="3463"/>
                  <a:pt x="26227" y="3482"/>
                  <a:pt x="26048" y="3482"/>
                </a:cubicBezTo>
                <a:cubicBezTo>
                  <a:pt x="25408" y="3482"/>
                  <a:pt x="24786" y="3229"/>
                  <a:pt x="24296" y="2790"/>
                </a:cubicBezTo>
                <a:cubicBezTo>
                  <a:pt x="22311" y="987"/>
                  <a:pt x="19732" y="1"/>
                  <a:pt x="1707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34" name="Google Shape;697;p22"/>
          <p:cNvSpPr/>
          <p:nvPr/>
        </p:nvSpPr>
        <p:spPr>
          <a:xfrm>
            <a:off x="782280" y="4808880"/>
            <a:ext cx="577080" cy="411120"/>
          </a:xfrm>
          <a:custGeom>
            <a:avLst/>
            <a:gdLst>
              <a:gd name="textAreaLeft" fmla="*/ 0 w 577080"/>
              <a:gd name="textAreaRight" fmla="*/ 577440 w 577080"/>
              <a:gd name="textAreaTop" fmla="*/ 0 h 411120"/>
              <a:gd name="textAreaBottom" fmla="*/ 411480 h 411120"/>
            </a:gdLst>
            <a:ahLst/>
            <a:cxnLst/>
            <a:rect l="textAreaLeft" t="textAreaTop" r="textAreaRight" b="textAreaBottom"/>
            <a:pathLst>
              <a:path w="40019" h="28512">
                <a:moveTo>
                  <a:pt x="17066" y="1"/>
                </a:moveTo>
                <a:cubicBezTo>
                  <a:pt x="16739" y="1"/>
                  <a:pt x="16411" y="16"/>
                  <a:pt x="16083" y="46"/>
                </a:cubicBezTo>
                <a:cubicBezTo>
                  <a:pt x="11480" y="463"/>
                  <a:pt x="7818" y="3708"/>
                  <a:pt x="6651" y="7911"/>
                </a:cubicBezTo>
                <a:cubicBezTo>
                  <a:pt x="6442" y="8677"/>
                  <a:pt x="5780" y="9233"/>
                  <a:pt x="4990" y="9312"/>
                </a:cubicBezTo>
                <a:cubicBezTo>
                  <a:pt x="4691" y="9342"/>
                  <a:pt x="4395" y="9396"/>
                  <a:pt x="4104" y="9475"/>
                </a:cubicBezTo>
                <a:cubicBezTo>
                  <a:pt x="1821" y="10092"/>
                  <a:pt x="158" y="12163"/>
                  <a:pt x="64" y="14528"/>
                </a:cubicBezTo>
                <a:cubicBezTo>
                  <a:pt x="1" y="15980"/>
                  <a:pt x="518" y="17395"/>
                  <a:pt x="1500" y="18469"/>
                </a:cubicBezTo>
                <a:cubicBezTo>
                  <a:pt x="2075" y="19092"/>
                  <a:pt x="2320" y="19941"/>
                  <a:pt x="2126" y="20764"/>
                </a:cubicBezTo>
                <a:cubicBezTo>
                  <a:pt x="1761" y="22309"/>
                  <a:pt x="1703" y="23909"/>
                  <a:pt x="1960" y="25476"/>
                </a:cubicBezTo>
                <a:cubicBezTo>
                  <a:pt x="2133" y="26525"/>
                  <a:pt x="2444" y="27547"/>
                  <a:pt x="2889" y="28512"/>
                </a:cubicBezTo>
                <a:lnTo>
                  <a:pt x="38189" y="28512"/>
                </a:lnTo>
                <a:cubicBezTo>
                  <a:pt x="39393" y="26579"/>
                  <a:pt x="40019" y="24272"/>
                  <a:pt x="39798" y="21868"/>
                </a:cubicBezTo>
                <a:cubicBezTo>
                  <a:pt x="39632" y="20002"/>
                  <a:pt x="38982" y="18209"/>
                  <a:pt x="37914" y="16669"/>
                </a:cubicBezTo>
                <a:cubicBezTo>
                  <a:pt x="37282" y="15756"/>
                  <a:pt x="37040" y="14631"/>
                  <a:pt x="37240" y="13539"/>
                </a:cubicBezTo>
                <a:cubicBezTo>
                  <a:pt x="37430" y="12472"/>
                  <a:pt x="37421" y="11377"/>
                  <a:pt x="37215" y="10310"/>
                </a:cubicBezTo>
                <a:cubicBezTo>
                  <a:pt x="36438" y="6251"/>
                  <a:pt x="32840" y="3245"/>
                  <a:pt x="28709" y="3194"/>
                </a:cubicBezTo>
                <a:cubicBezTo>
                  <a:pt x="28670" y="3193"/>
                  <a:pt x="28632" y="3193"/>
                  <a:pt x="28594" y="3193"/>
                </a:cubicBezTo>
                <a:cubicBezTo>
                  <a:pt x="27918" y="3193"/>
                  <a:pt x="27244" y="3269"/>
                  <a:pt x="26586" y="3421"/>
                </a:cubicBezTo>
                <a:cubicBezTo>
                  <a:pt x="26406" y="3462"/>
                  <a:pt x="26225" y="3482"/>
                  <a:pt x="26045" y="3482"/>
                </a:cubicBezTo>
                <a:cubicBezTo>
                  <a:pt x="25406" y="3482"/>
                  <a:pt x="24785" y="3228"/>
                  <a:pt x="24296" y="2789"/>
                </a:cubicBezTo>
                <a:cubicBezTo>
                  <a:pt x="22309" y="987"/>
                  <a:pt x="19727" y="1"/>
                  <a:pt x="1706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35" name="Google Shape;698;p22"/>
          <p:cNvSpPr/>
          <p:nvPr/>
        </p:nvSpPr>
        <p:spPr>
          <a:xfrm>
            <a:off x="1619280" y="4644360"/>
            <a:ext cx="777600" cy="554040"/>
          </a:xfrm>
          <a:custGeom>
            <a:avLst/>
            <a:gdLst>
              <a:gd name="textAreaLeft" fmla="*/ 0 w 777600"/>
              <a:gd name="textAreaRight" fmla="*/ 777960 w 777600"/>
              <a:gd name="textAreaTop" fmla="*/ 0 h 554040"/>
              <a:gd name="textAreaBottom" fmla="*/ 554400 h 554040"/>
            </a:gdLst>
            <a:ahLst/>
            <a:cxnLst/>
            <a:rect l="textAreaLeft" t="textAreaTop" r="textAreaRight" b="textAreaBottom"/>
            <a:pathLst>
              <a:path w="53927" h="38429">
                <a:moveTo>
                  <a:pt x="22996" y="1"/>
                </a:moveTo>
                <a:cubicBezTo>
                  <a:pt x="22555" y="1"/>
                  <a:pt x="22112" y="21"/>
                  <a:pt x="21668" y="62"/>
                </a:cubicBezTo>
                <a:cubicBezTo>
                  <a:pt x="15469" y="624"/>
                  <a:pt x="10527" y="5000"/>
                  <a:pt x="8958" y="10664"/>
                </a:cubicBezTo>
                <a:cubicBezTo>
                  <a:pt x="8674" y="11699"/>
                  <a:pt x="7781" y="12449"/>
                  <a:pt x="6717" y="12551"/>
                </a:cubicBezTo>
                <a:cubicBezTo>
                  <a:pt x="6315" y="12594"/>
                  <a:pt x="5916" y="12666"/>
                  <a:pt x="5522" y="12772"/>
                </a:cubicBezTo>
                <a:cubicBezTo>
                  <a:pt x="2447" y="13604"/>
                  <a:pt x="203" y="16398"/>
                  <a:pt x="79" y="19582"/>
                </a:cubicBezTo>
                <a:cubicBezTo>
                  <a:pt x="0" y="21660"/>
                  <a:pt x="753" y="23520"/>
                  <a:pt x="2014" y="24893"/>
                </a:cubicBezTo>
                <a:cubicBezTo>
                  <a:pt x="2786" y="25733"/>
                  <a:pt x="3118" y="26877"/>
                  <a:pt x="2855" y="27989"/>
                </a:cubicBezTo>
                <a:cubicBezTo>
                  <a:pt x="2362" y="30070"/>
                  <a:pt x="2287" y="32229"/>
                  <a:pt x="2631" y="34340"/>
                </a:cubicBezTo>
                <a:cubicBezTo>
                  <a:pt x="2861" y="35752"/>
                  <a:pt x="3282" y="37128"/>
                  <a:pt x="3883" y="38429"/>
                </a:cubicBezTo>
                <a:lnTo>
                  <a:pt x="51462" y="38429"/>
                </a:lnTo>
                <a:cubicBezTo>
                  <a:pt x="53083" y="35825"/>
                  <a:pt x="53927" y="32716"/>
                  <a:pt x="53633" y="29474"/>
                </a:cubicBezTo>
                <a:cubicBezTo>
                  <a:pt x="53406" y="26955"/>
                  <a:pt x="52529" y="24542"/>
                  <a:pt x="51090" y="22464"/>
                </a:cubicBezTo>
                <a:cubicBezTo>
                  <a:pt x="50240" y="21237"/>
                  <a:pt x="49914" y="19718"/>
                  <a:pt x="50183" y="18249"/>
                </a:cubicBezTo>
                <a:cubicBezTo>
                  <a:pt x="50440" y="16806"/>
                  <a:pt x="50428" y="15330"/>
                  <a:pt x="50149" y="13897"/>
                </a:cubicBezTo>
                <a:cubicBezTo>
                  <a:pt x="49103" y="8426"/>
                  <a:pt x="44252" y="4374"/>
                  <a:pt x="38685" y="4305"/>
                </a:cubicBezTo>
                <a:cubicBezTo>
                  <a:pt x="38625" y="4304"/>
                  <a:pt x="38564" y="4303"/>
                  <a:pt x="38504" y="4303"/>
                </a:cubicBezTo>
                <a:cubicBezTo>
                  <a:pt x="37600" y="4303"/>
                  <a:pt x="36703" y="4409"/>
                  <a:pt x="35821" y="4613"/>
                </a:cubicBezTo>
                <a:cubicBezTo>
                  <a:pt x="35580" y="4669"/>
                  <a:pt x="35338" y="4695"/>
                  <a:pt x="35097" y="4695"/>
                </a:cubicBezTo>
                <a:cubicBezTo>
                  <a:pt x="34236" y="4695"/>
                  <a:pt x="33396" y="4354"/>
                  <a:pt x="32740" y="3763"/>
                </a:cubicBezTo>
                <a:cubicBezTo>
                  <a:pt x="30060" y="1332"/>
                  <a:pt x="26583" y="1"/>
                  <a:pt x="2299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36" name="Google Shape;699;p22"/>
          <p:cNvSpPr/>
          <p:nvPr/>
        </p:nvSpPr>
        <p:spPr>
          <a:xfrm>
            <a:off x="7050960" y="4820760"/>
            <a:ext cx="687240" cy="489600"/>
          </a:xfrm>
          <a:custGeom>
            <a:avLst/>
            <a:gdLst>
              <a:gd name="textAreaLeft" fmla="*/ 0 w 687240"/>
              <a:gd name="textAreaRight" fmla="*/ 687600 w 687240"/>
              <a:gd name="textAreaTop" fmla="*/ 0 h 489600"/>
              <a:gd name="textAreaBottom" fmla="*/ 489960 h 489600"/>
            </a:gdLst>
            <a:ahLst/>
            <a:cxnLst/>
            <a:rect l="textAreaLeft" t="textAreaTop" r="textAreaRight" b="textAreaBottom"/>
            <a:pathLst>
              <a:path w="29042" h="20694">
                <a:moveTo>
                  <a:pt x="12375" y="1"/>
                </a:moveTo>
                <a:cubicBezTo>
                  <a:pt x="11646" y="1"/>
                  <a:pt x="10911" y="103"/>
                  <a:pt x="10192" y="311"/>
                </a:cubicBezTo>
                <a:cubicBezTo>
                  <a:pt x="7582" y="1070"/>
                  <a:pt x="5553" y="3123"/>
                  <a:pt x="4824" y="5742"/>
                </a:cubicBezTo>
                <a:cubicBezTo>
                  <a:pt x="4673" y="6299"/>
                  <a:pt x="4192" y="6704"/>
                  <a:pt x="3620" y="6758"/>
                </a:cubicBezTo>
                <a:cubicBezTo>
                  <a:pt x="3403" y="6780"/>
                  <a:pt x="3188" y="6822"/>
                  <a:pt x="2976" y="6876"/>
                </a:cubicBezTo>
                <a:cubicBezTo>
                  <a:pt x="1322" y="7324"/>
                  <a:pt x="112" y="8830"/>
                  <a:pt x="46" y="10545"/>
                </a:cubicBezTo>
                <a:cubicBezTo>
                  <a:pt x="0" y="11597"/>
                  <a:pt x="375" y="12628"/>
                  <a:pt x="1089" y="13405"/>
                </a:cubicBezTo>
                <a:cubicBezTo>
                  <a:pt x="1503" y="13859"/>
                  <a:pt x="1682" y="14473"/>
                  <a:pt x="1543" y="15072"/>
                </a:cubicBezTo>
                <a:cubicBezTo>
                  <a:pt x="1277" y="16194"/>
                  <a:pt x="1234" y="17355"/>
                  <a:pt x="1422" y="18492"/>
                </a:cubicBezTo>
                <a:cubicBezTo>
                  <a:pt x="1546" y="19254"/>
                  <a:pt x="1773" y="19995"/>
                  <a:pt x="2096" y="20693"/>
                </a:cubicBezTo>
                <a:lnTo>
                  <a:pt x="27717" y="20693"/>
                </a:lnTo>
                <a:cubicBezTo>
                  <a:pt x="28588" y="19290"/>
                  <a:pt x="29041" y="17618"/>
                  <a:pt x="28884" y="15873"/>
                </a:cubicBezTo>
                <a:cubicBezTo>
                  <a:pt x="28763" y="14515"/>
                  <a:pt x="28291" y="13215"/>
                  <a:pt x="27514" y="12096"/>
                </a:cubicBezTo>
                <a:cubicBezTo>
                  <a:pt x="27057" y="11434"/>
                  <a:pt x="26882" y="10617"/>
                  <a:pt x="27024" y="9825"/>
                </a:cubicBezTo>
                <a:cubicBezTo>
                  <a:pt x="27163" y="9051"/>
                  <a:pt x="27157" y="8255"/>
                  <a:pt x="27009" y="7481"/>
                </a:cubicBezTo>
                <a:cubicBezTo>
                  <a:pt x="26443" y="4539"/>
                  <a:pt x="23834" y="2355"/>
                  <a:pt x="20834" y="2316"/>
                </a:cubicBezTo>
                <a:cubicBezTo>
                  <a:pt x="20808" y="2316"/>
                  <a:pt x="20782" y="2315"/>
                  <a:pt x="20756" y="2315"/>
                </a:cubicBezTo>
                <a:cubicBezTo>
                  <a:pt x="20262" y="2315"/>
                  <a:pt x="19771" y="2370"/>
                  <a:pt x="19291" y="2482"/>
                </a:cubicBezTo>
                <a:cubicBezTo>
                  <a:pt x="19160" y="2513"/>
                  <a:pt x="19028" y="2528"/>
                  <a:pt x="18897" y="2528"/>
                </a:cubicBezTo>
                <a:cubicBezTo>
                  <a:pt x="18435" y="2528"/>
                  <a:pt x="17985" y="2344"/>
                  <a:pt x="17634" y="2026"/>
                </a:cubicBezTo>
                <a:cubicBezTo>
                  <a:pt x="16173" y="705"/>
                  <a:pt x="14292" y="1"/>
                  <a:pt x="1237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37" name="Google Shape;700;p22"/>
          <p:cNvSpPr/>
          <p:nvPr/>
        </p:nvSpPr>
        <p:spPr>
          <a:xfrm>
            <a:off x="6257880" y="4591800"/>
            <a:ext cx="926280" cy="659880"/>
          </a:xfrm>
          <a:custGeom>
            <a:avLst/>
            <a:gdLst>
              <a:gd name="textAreaLeft" fmla="*/ 0 w 926280"/>
              <a:gd name="textAreaRight" fmla="*/ 926640 w 926280"/>
              <a:gd name="textAreaTop" fmla="*/ 0 h 659880"/>
              <a:gd name="textAreaBottom" fmla="*/ 660240 h 659880"/>
            </a:gdLst>
            <a:ahLst/>
            <a:cxnLst/>
            <a:rect l="textAreaLeft" t="textAreaTop" r="textAreaRight" b="textAreaBottom"/>
            <a:pathLst>
              <a:path w="39145" h="27894">
                <a:moveTo>
                  <a:pt x="16693" y="1"/>
                </a:moveTo>
                <a:cubicBezTo>
                  <a:pt x="16372" y="1"/>
                  <a:pt x="16051" y="15"/>
                  <a:pt x="15729" y="45"/>
                </a:cubicBezTo>
                <a:cubicBezTo>
                  <a:pt x="11229" y="453"/>
                  <a:pt x="7645" y="3628"/>
                  <a:pt x="6505" y="7738"/>
                </a:cubicBezTo>
                <a:cubicBezTo>
                  <a:pt x="6299" y="8488"/>
                  <a:pt x="5652" y="9032"/>
                  <a:pt x="4881" y="9108"/>
                </a:cubicBezTo>
                <a:cubicBezTo>
                  <a:pt x="4588" y="9138"/>
                  <a:pt x="4297" y="9193"/>
                  <a:pt x="4013" y="9268"/>
                </a:cubicBezTo>
                <a:cubicBezTo>
                  <a:pt x="1781" y="9873"/>
                  <a:pt x="151" y="11899"/>
                  <a:pt x="64" y="14213"/>
                </a:cubicBezTo>
                <a:cubicBezTo>
                  <a:pt x="0" y="15631"/>
                  <a:pt x="505" y="17019"/>
                  <a:pt x="1467" y="18068"/>
                </a:cubicBezTo>
                <a:cubicBezTo>
                  <a:pt x="2026" y="18679"/>
                  <a:pt x="2268" y="19508"/>
                  <a:pt x="2078" y="20315"/>
                </a:cubicBezTo>
                <a:cubicBezTo>
                  <a:pt x="1718" y="21824"/>
                  <a:pt x="1663" y="23394"/>
                  <a:pt x="1914" y="24927"/>
                </a:cubicBezTo>
                <a:cubicBezTo>
                  <a:pt x="2081" y="25952"/>
                  <a:pt x="2386" y="26950"/>
                  <a:pt x="2822" y="27894"/>
                </a:cubicBezTo>
                <a:lnTo>
                  <a:pt x="37357" y="27891"/>
                </a:lnTo>
                <a:cubicBezTo>
                  <a:pt x="38534" y="26001"/>
                  <a:pt x="39144" y="23745"/>
                  <a:pt x="38933" y="21392"/>
                </a:cubicBezTo>
                <a:cubicBezTo>
                  <a:pt x="38769" y="19565"/>
                  <a:pt x="38131" y="17811"/>
                  <a:pt x="37085" y="16305"/>
                </a:cubicBezTo>
                <a:cubicBezTo>
                  <a:pt x="36468" y="15413"/>
                  <a:pt x="36232" y="14309"/>
                  <a:pt x="36426" y="13242"/>
                </a:cubicBezTo>
                <a:cubicBezTo>
                  <a:pt x="36613" y="12199"/>
                  <a:pt x="36604" y="11125"/>
                  <a:pt x="36402" y="10085"/>
                </a:cubicBezTo>
                <a:cubicBezTo>
                  <a:pt x="35642" y="6114"/>
                  <a:pt x="32122" y="3172"/>
                  <a:pt x="28082" y="3123"/>
                </a:cubicBezTo>
                <a:cubicBezTo>
                  <a:pt x="28034" y="3122"/>
                  <a:pt x="27985" y="3122"/>
                  <a:pt x="27937" y="3122"/>
                </a:cubicBezTo>
                <a:cubicBezTo>
                  <a:pt x="27285" y="3122"/>
                  <a:pt x="26638" y="3198"/>
                  <a:pt x="26005" y="3347"/>
                </a:cubicBezTo>
                <a:cubicBezTo>
                  <a:pt x="25830" y="3387"/>
                  <a:pt x="25654" y="3407"/>
                  <a:pt x="25479" y="3407"/>
                </a:cubicBezTo>
                <a:cubicBezTo>
                  <a:pt x="24852" y="3407"/>
                  <a:pt x="24242" y="3157"/>
                  <a:pt x="23767" y="2727"/>
                </a:cubicBezTo>
                <a:cubicBezTo>
                  <a:pt x="21820" y="963"/>
                  <a:pt x="19296" y="1"/>
                  <a:pt x="16693" y="1"/>
                </a:cubicBez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38" name="Google Shape;701;p22"/>
          <p:cNvSpPr/>
          <p:nvPr/>
        </p:nvSpPr>
        <p:spPr>
          <a:xfrm>
            <a:off x="7004160" y="2769120"/>
            <a:ext cx="1645560" cy="2130480"/>
          </a:xfrm>
          <a:custGeom>
            <a:avLst/>
            <a:gdLst>
              <a:gd name="textAreaLeft" fmla="*/ 0 w 1645560"/>
              <a:gd name="textAreaRight" fmla="*/ 1645920 w 1645560"/>
              <a:gd name="textAreaTop" fmla="*/ 0 h 2130480"/>
              <a:gd name="textAreaBottom" fmla="*/ 2130840 h 2130480"/>
            </a:gdLst>
            <a:ahLst/>
            <a:cxnLst/>
            <a:rect l="textAreaLeft" t="textAreaTop" r="textAreaRight" b="textAreaBottom"/>
            <a:pathLst>
              <a:path w="69532" h="90028">
                <a:moveTo>
                  <a:pt x="35340" y="1"/>
                </a:moveTo>
                <a:cubicBezTo>
                  <a:pt x="35243" y="1"/>
                  <a:pt x="35145" y="2"/>
                  <a:pt x="35047" y="3"/>
                </a:cubicBezTo>
                <a:cubicBezTo>
                  <a:pt x="22984" y="151"/>
                  <a:pt x="13225" y="9251"/>
                  <a:pt x="13167" y="20503"/>
                </a:cubicBezTo>
                <a:cubicBezTo>
                  <a:pt x="13164" y="20948"/>
                  <a:pt x="13177" y="21386"/>
                  <a:pt x="13204" y="21825"/>
                </a:cubicBezTo>
                <a:cubicBezTo>
                  <a:pt x="13594" y="27979"/>
                  <a:pt x="11701" y="34048"/>
                  <a:pt x="7706" y="38975"/>
                </a:cubicBezTo>
                <a:cubicBezTo>
                  <a:pt x="2653" y="45210"/>
                  <a:pt x="0" y="53224"/>
                  <a:pt x="1044" y="61837"/>
                </a:cubicBezTo>
                <a:cubicBezTo>
                  <a:pt x="2810" y="76450"/>
                  <a:pt x="15315" y="88104"/>
                  <a:pt x="31043" y="89804"/>
                </a:cubicBezTo>
                <a:cubicBezTo>
                  <a:pt x="32431" y="89954"/>
                  <a:pt x="33805" y="90027"/>
                  <a:pt x="35160" y="90027"/>
                </a:cubicBezTo>
                <a:cubicBezTo>
                  <a:pt x="54050" y="90027"/>
                  <a:pt x="69404" y="75848"/>
                  <a:pt x="69492" y="58287"/>
                </a:cubicBezTo>
                <a:cubicBezTo>
                  <a:pt x="69531" y="50760"/>
                  <a:pt x="66758" y="43828"/>
                  <a:pt x="62089" y="38355"/>
                </a:cubicBezTo>
                <a:cubicBezTo>
                  <a:pt x="58421" y="34051"/>
                  <a:pt x="56624" y="28611"/>
                  <a:pt x="57356" y="23165"/>
                </a:cubicBezTo>
                <a:cubicBezTo>
                  <a:pt x="57489" y="22151"/>
                  <a:pt x="57547" y="21129"/>
                  <a:pt x="57519" y="20107"/>
                </a:cubicBezTo>
                <a:cubicBezTo>
                  <a:pt x="57240" y="8978"/>
                  <a:pt x="47294" y="1"/>
                  <a:pt x="35340" y="1"/>
                </a:cubicBez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39" name="Google Shape;702;p22"/>
          <p:cNvSpPr/>
          <p:nvPr/>
        </p:nvSpPr>
        <p:spPr>
          <a:xfrm>
            <a:off x="7569000" y="3651840"/>
            <a:ext cx="529200" cy="1765800"/>
          </a:xfrm>
          <a:custGeom>
            <a:avLst/>
            <a:gdLst>
              <a:gd name="textAreaLeft" fmla="*/ 0 w 529200"/>
              <a:gd name="textAreaRight" fmla="*/ 529560 w 529200"/>
              <a:gd name="textAreaTop" fmla="*/ 0 h 1765800"/>
              <a:gd name="textAreaBottom" fmla="*/ 1766160 h 1765800"/>
            </a:gdLst>
            <a:ahLst/>
            <a:cxnLst/>
            <a:rect l="textAreaLeft" t="textAreaTop" r="textAreaRight" b="textAreaBottom"/>
            <a:pathLst>
              <a:path w="22374" h="74609">
                <a:moveTo>
                  <a:pt x="11181" y="0"/>
                </a:moveTo>
                <a:cubicBezTo>
                  <a:pt x="10637" y="0"/>
                  <a:pt x="10198" y="442"/>
                  <a:pt x="10198" y="986"/>
                </a:cubicBezTo>
                <a:lnTo>
                  <a:pt x="10198" y="30547"/>
                </a:lnTo>
                <a:lnTo>
                  <a:pt x="1852" y="20531"/>
                </a:lnTo>
                <a:cubicBezTo>
                  <a:pt x="1657" y="20307"/>
                  <a:pt x="1383" y="20192"/>
                  <a:pt x="1106" y="20192"/>
                </a:cubicBezTo>
                <a:cubicBezTo>
                  <a:pt x="883" y="20192"/>
                  <a:pt x="659" y="20266"/>
                  <a:pt x="476" y="20419"/>
                </a:cubicBezTo>
                <a:cubicBezTo>
                  <a:pt x="61" y="20764"/>
                  <a:pt x="1" y="21375"/>
                  <a:pt x="336" y="21795"/>
                </a:cubicBezTo>
                <a:lnTo>
                  <a:pt x="10195" y="33625"/>
                </a:lnTo>
                <a:lnTo>
                  <a:pt x="10195" y="73622"/>
                </a:lnTo>
                <a:cubicBezTo>
                  <a:pt x="10195" y="74167"/>
                  <a:pt x="10637" y="74608"/>
                  <a:pt x="11181" y="74608"/>
                </a:cubicBezTo>
                <a:cubicBezTo>
                  <a:pt x="11725" y="74608"/>
                  <a:pt x="12167" y="74167"/>
                  <a:pt x="12167" y="73622"/>
                </a:cubicBezTo>
                <a:lnTo>
                  <a:pt x="12167" y="32754"/>
                </a:lnTo>
                <a:lnTo>
                  <a:pt x="22016" y="21399"/>
                </a:lnTo>
                <a:cubicBezTo>
                  <a:pt x="22373" y="20988"/>
                  <a:pt x="22328" y="20365"/>
                  <a:pt x="21917" y="20008"/>
                </a:cubicBezTo>
                <a:cubicBezTo>
                  <a:pt x="21730" y="19846"/>
                  <a:pt x="21501" y="19767"/>
                  <a:pt x="21272" y="19767"/>
                </a:cubicBezTo>
                <a:cubicBezTo>
                  <a:pt x="20996" y="19767"/>
                  <a:pt x="20721" y="19883"/>
                  <a:pt x="20526" y="20108"/>
                </a:cubicBezTo>
                <a:lnTo>
                  <a:pt x="12167" y="29745"/>
                </a:lnTo>
                <a:lnTo>
                  <a:pt x="12167" y="15955"/>
                </a:lnTo>
                <a:lnTo>
                  <a:pt x="19295" y="7739"/>
                </a:lnTo>
                <a:cubicBezTo>
                  <a:pt x="19570" y="7421"/>
                  <a:pt x="19537" y="6944"/>
                  <a:pt x="19219" y="6668"/>
                </a:cubicBezTo>
                <a:cubicBezTo>
                  <a:pt x="19075" y="6544"/>
                  <a:pt x="18899" y="6483"/>
                  <a:pt x="18723" y="6483"/>
                </a:cubicBezTo>
                <a:cubicBezTo>
                  <a:pt x="18511" y="6483"/>
                  <a:pt x="18299" y="6572"/>
                  <a:pt x="18149" y="6744"/>
                </a:cubicBezTo>
                <a:lnTo>
                  <a:pt x="12167" y="13639"/>
                </a:lnTo>
                <a:lnTo>
                  <a:pt x="12167" y="986"/>
                </a:lnTo>
                <a:cubicBezTo>
                  <a:pt x="12167" y="442"/>
                  <a:pt x="11725" y="0"/>
                  <a:pt x="1118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540" name="Google Shape;703;p22"/>
          <p:cNvSpPr/>
          <p:nvPr/>
        </p:nvSpPr>
        <p:spPr>
          <a:xfrm>
            <a:off x="8124480" y="3736080"/>
            <a:ext cx="711360" cy="1191960"/>
          </a:xfrm>
          <a:custGeom>
            <a:avLst/>
            <a:gdLst>
              <a:gd name="textAreaLeft" fmla="*/ 0 w 711360"/>
              <a:gd name="textAreaRight" fmla="*/ 711720 w 711360"/>
              <a:gd name="textAreaTop" fmla="*/ 0 h 1191960"/>
              <a:gd name="textAreaBottom" fmla="*/ 1192320 h 1191960"/>
            </a:gdLst>
            <a:ahLst/>
            <a:cxnLst/>
            <a:rect l="textAreaLeft" t="textAreaTop" r="textAreaRight" b="textAreaBottom"/>
            <a:pathLst>
              <a:path w="30064" h="50371">
                <a:moveTo>
                  <a:pt x="15034" y="1"/>
                </a:moveTo>
                <a:cubicBezTo>
                  <a:pt x="14716" y="1"/>
                  <a:pt x="14399" y="57"/>
                  <a:pt x="14096" y="171"/>
                </a:cubicBezTo>
                <a:cubicBezTo>
                  <a:pt x="11145" y="1148"/>
                  <a:pt x="10358" y="8034"/>
                  <a:pt x="10150" y="11614"/>
                </a:cubicBezTo>
                <a:cubicBezTo>
                  <a:pt x="10106" y="12369"/>
                  <a:pt x="9716" y="12953"/>
                  <a:pt x="9249" y="12953"/>
                </a:cubicBezTo>
                <a:cubicBezTo>
                  <a:pt x="9232" y="12953"/>
                  <a:pt x="9215" y="12952"/>
                  <a:pt x="9197" y="12951"/>
                </a:cubicBezTo>
                <a:cubicBezTo>
                  <a:pt x="9141" y="12946"/>
                  <a:pt x="9082" y="12943"/>
                  <a:pt x="9022" y="12943"/>
                </a:cubicBezTo>
                <a:cubicBezTo>
                  <a:pt x="7939" y="12943"/>
                  <a:pt x="6280" y="13762"/>
                  <a:pt x="5326" y="15294"/>
                </a:cubicBezTo>
                <a:cubicBezTo>
                  <a:pt x="3929" y="17538"/>
                  <a:pt x="4074" y="23910"/>
                  <a:pt x="4247" y="27122"/>
                </a:cubicBezTo>
                <a:cubicBezTo>
                  <a:pt x="4295" y="28002"/>
                  <a:pt x="3856" y="28713"/>
                  <a:pt x="3308" y="28713"/>
                </a:cubicBezTo>
                <a:cubicBezTo>
                  <a:pt x="3304" y="28713"/>
                  <a:pt x="3301" y="28713"/>
                  <a:pt x="3297" y="28713"/>
                </a:cubicBezTo>
                <a:cubicBezTo>
                  <a:pt x="3288" y="28712"/>
                  <a:pt x="3279" y="28712"/>
                  <a:pt x="3270" y="28712"/>
                </a:cubicBezTo>
                <a:cubicBezTo>
                  <a:pt x="1277" y="28712"/>
                  <a:pt x="578" y="32075"/>
                  <a:pt x="578" y="32075"/>
                </a:cubicBezTo>
                <a:cubicBezTo>
                  <a:pt x="82" y="33866"/>
                  <a:pt x="1" y="35689"/>
                  <a:pt x="228" y="37501"/>
                </a:cubicBezTo>
                <a:cubicBezTo>
                  <a:pt x="1304" y="46079"/>
                  <a:pt x="8158" y="50371"/>
                  <a:pt x="15017" y="50371"/>
                </a:cubicBezTo>
                <a:cubicBezTo>
                  <a:pt x="21864" y="50371"/>
                  <a:pt x="28714" y="46095"/>
                  <a:pt x="29828" y="37537"/>
                </a:cubicBezTo>
                <a:cubicBezTo>
                  <a:pt x="30064" y="35713"/>
                  <a:pt x="29988" y="33878"/>
                  <a:pt x="29489" y="32075"/>
                </a:cubicBezTo>
                <a:cubicBezTo>
                  <a:pt x="29489" y="32075"/>
                  <a:pt x="28791" y="28712"/>
                  <a:pt x="26797" y="28712"/>
                </a:cubicBezTo>
                <a:cubicBezTo>
                  <a:pt x="26788" y="28712"/>
                  <a:pt x="26779" y="28712"/>
                  <a:pt x="26770" y="28713"/>
                </a:cubicBezTo>
                <a:cubicBezTo>
                  <a:pt x="26767" y="28713"/>
                  <a:pt x="26763" y="28713"/>
                  <a:pt x="26760" y="28713"/>
                </a:cubicBezTo>
                <a:cubicBezTo>
                  <a:pt x="26214" y="28713"/>
                  <a:pt x="25773" y="28002"/>
                  <a:pt x="25821" y="27122"/>
                </a:cubicBezTo>
                <a:cubicBezTo>
                  <a:pt x="25993" y="23910"/>
                  <a:pt x="26141" y="17538"/>
                  <a:pt x="24741" y="15294"/>
                </a:cubicBezTo>
                <a:cubicBezTo>
                  <a:pt x="23787" y="13759"/>
                  <a:pt x="22129" y="12943"/>
                  <a:pt x="21046" y="12943"/>
                </a:cubicBezTo>
                <a:cubicBezTo>
                  <a:pt x="20986" y="12943"/>
                  <a:pt x="20927" y="12946"/>
                  <a:pt x="20870" y="12951"/>
                </a:cubicBezTo>
                <a:cubicBezTo>
                  <a:pt x="20853" y="12952"/>
                  <a:pt x="20835" y="12953"/>
                  <a:pt x="20818" y="12953"/>
                </a:cubicBezTo>
                <a:cubicBezTo>
                  <a:pt x="20351" y="12953"/>
                  <a:pt x="19961" y="12369"/>
                  <a:pt x="19918" y="11614"/>
                </a:cubicBezTo>
                <a:cubicBezTo>
                  <a:pt x="19709" y="8034"/>
                  <a:pt x="18923" y="1148"/>
                  <a:pt x="15971" y="171"/>
                </a:cubicBezTo>
                <a:cubicBezTo>
                  <a:pt x="15669" y="57"/>
                  <a:pt x="15351" y="1"/>
                  <a:pt x="15034"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41" name="Google Shape;704;p22"/>
          <p:cNvSpPr/>
          <p:nvPr/>
        </p:nvSpPr>
        <p:spPr>
          <a:xfrm>
            <a:off x="8346240" y="4112280"/>
            <a:ext cx="257760" cy="1222200"/>
          </a:xfrm>
          <a:custGeom>
            <a:avLst/>
            <a:gdLst>
              <a:gd name="textAreaLeft" fmla="*/ 0 w 257760"/>
              <a:gd name="textAreaRight" fmla="*/ 258120 w 257760"/>
              <a:gd name="textAreaTop" fmla="*/ 0 h 1222200"/>
              <a:gd name="textAreaBottom" fmla="*/ 1222560 h 1222200"/>
            </a:gdLst>
            <a:ahLst/>
            <a:cxnLst/>
            <a:rect l="textAreaLeft" t="textAreaTop" r="textAreaRight" b="textAreaBottom"/>
            <a:pathLst>
              <a:path w="10906" h="51653">
                <a:moveTo>
                  <a:pt x="5689" y="0"/>
                </a:moveTo>
                <a:cubicBezTo>
                  <a:pt x="5311" y="0"/>
                  <a:pt x="5005" y="306"/>
                  <a:pt x="5005" y="684"/>
                </a:cubicBezTo>
                <a:lnTo>
                  <a:pt x="5005" y="9641"/>
                </a:lnTo>
                <a:lnTo>
                  <a:pt x="887" y="4890"/>
                </a:lnTo>
                <a:cubicBezTo>
                  <a:pt x="792" y="4786"/>
                  <a:pt x="663" y="4734"/>
                  <a:pt x="534" y="4734"/>
                </a:cubicBezTo>
                <a:cubicBezTo>
                  <a:pt x="422" y="4734"/>
                  <a:pt x="311" y="4773"/>
                  <a:pt x="221" y="4851"/>
                </a:cubicBezTo>
                <a:cubicBezTo>
                  <a:pt x="25" y="5020"/>
                  <a:pt x="0" y="5314"/>
                  <a:pt x="164" y="5516"/>
                </a:cubicBezTo>
                <a:lnTo>
                  <a:pt x="5005" y="11096"/>
                </a:lnTo>
                <a:lnTo>
                  <a:pt x="5005" y="21399"/>
                </a:lnTo>
                <a:lnTo>
                  <a:pt x="1156" y="16781"/>
                </a:lnTo>
                <a:cubicBezTo>
                  <a:pt x="1058" y="16653"/>
                  <a:pt x="909" y="16585"/>
                  <a:pt x="759" y="16585"/>
                </a:cubicBezTo>
                <a:cubicBezTo>
                  <a:pt x="647" y="16585"/>
                  <a:pt x="535" y="16622"/>
                  <a:pt x="442" y="16700"/>
                </a:cubicBezTo>
                <a:cubicBezTo>
                  <a:pt x="224" y="16881"/>
                  <a:pt x="203" y="17205"/>
                  <a:pt x="391" y="17416"/>
                </a:cubicBezTo>
                <a:lnTo>
                  <a:pt x="5005" y="22953"/>
                </a:lnTo>
                <a:lnTo>
                  <a:pt x="5005" y="50969"/>
                </a:lnTo>
                <a:cubicBezTo>
                  <a:pt x="5005" y="51347"/>
                  <a:pt x="5311" y="51652"/>
                  <a:pt x="5689" y="51652"/>
                </a:cubicBezTo>
                <a:cubicBezTo>
                  <a:pt x="6064" y="51652"/>
                  <a:pt x="6369" y="51347"/>
                  <a:pt x="6369" y="50969"/>
                </a:cubicBezTo>
                <a:lnTo>
                  <a:pt x="6369" y="21689"/>
                </a:lnTo>
                <a:lnTo>
                  <a:pt x="10730" y="16660"/>
                </a:lnTo>
                <a:cubicBezTo>
                  <a:pt x="10905" y="16461"/>
                  <a:pt x="10881" y="16158"/>
                  <a:pt x="10682" y="15986"/>
                </a:cubicBezTo>
                <a:cubicBezTo>
                  <a:pt x="10593" y="15908"/>
                  <a:pt x="10482" y="15869"/>
                  <a:pt x="10371" y="15869"/>
                </a:cubicBezTo>
                <a:cubicBezTo>
                  <a:pt x="10238" y="15869"/>
                  <a:pt x="10105" y="15925"/>
                  <a:pt x="10010" y="16034"/>
                </a:cubicBezTo>
                <a:lnTo>
                  <a:pt x="6372" y="20232"/>
                </a:lnTo>
                <a:lnTo>
                  <a:pt x="6372" y="11162"/>
                </a:lnTo>
                <a:lnTo>
                  <a:pt x="10733" y="6136"/>
                </a:lnTo>
                <a:cubicBezTo>
                  <a:pt x="10905" y="5937"/>
                  <a:pt x="10884" y="5634"/>
                  <a:pt x="10685" y="5462"/>
                </a:cubicBezTo>
                <a:cubicBezTo>
                  <a:pt x="10594" y="5384"/>
                  <a:pt x="10483" y="5345"/>
                  <a:pt x="10372" y="5345"/>
                </a:cubicBezTo>
                <a:cubicBezTo>
                  <a:pt x="10238" y="5345"/>
                  <a:pt x="10105" y="5401"/>
                  <a:pt x="10010" y="5510"/>
                </a:cubicBezTo>
                <a:lnTo>
                  <a:pt x="6372" y="9705"/>
                </a:lnTo>
                <a:lnTo>
                  <a:pt x="6372" y="684"/>
                </a:lnTo>
                <a:cubicBezTo>
                  <a:pt x="6372" y="306"/>
                  <a:pt x="6064" y="0"/>
                  <a:pt x="5689"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542" name="Google Shape;705;p22"/>
          <p:cNvSpPr/>
          <p:nvPr/>
        </p:nvSpPr>
        <p:spPr>
          <a:xfrm>
            <a:off x="2439000" y="3453480"/>
            <a:ext cx="1080720" cy="1399320"/>
          </a:xfrm>
          <a:custGeom>
            <a:avLst/>
            <a:gdLst>
              <a:gd name="textAreaLeft" fmla="*/ 0 w 1080720"/>
              <a:gd name="textAreaRight" fmla="*/ 1081080 w 1080720"/>
              <a:gd name="textAreaTop" fmla="*/ 0 h 1399320"/>
              <a:gd name="textAreaBottom" fmla="*/ 1399680 h 1399320"/>
            </a:gdLst>
            <a:ahLst/>
            <a:cxnLst/>
            <a:rect l="textAreaLeft" t="textAreaTop" r="textAreaRight" b="textAreaBottom"/>
            <a:pathLst>
              <a:path w="50643" h="65570">
                <a:moveTo>
                  <a:pt x="25739" y="0"/>
                </a:moveTo>
                <a:cubicBezTo>
                  <a:pt x="25667" y="0"/>
                  <a:pt x="25596" y="1"/>
                  <a:pt x="25524" y="2"/>
                </a:cubicBezTo>
                <a:cubicBezTo>
                  <a:pt x="16739" y="108"/>
                  <a:pt x="9629" y="6736"/>
                  <a:pt x="9590" y="14932"/>
                </a:cubicBezTo>
                <a:cubicBezTo>
                  <a:pt x="9587" y="15255"/>
                  <a:pt x="9596" y="15576"/>
                  <a:pt x="9617" y="15893"/>
                </a:cubicBezTo>
                <a:cubicBezTo>
                  <a:pt x="9901" y="20378"/>
                  <a:pt x="8519" y="24796"/>
                  <a:pt x="5613" y="28386"/>
                </a:cubicBezTo>
                <a:cubicBezTo>
                  <a:pt x="1930" y="32928"/>
                  <a:pt x="0" y="38765"/>
                  <a:pt x="759" y="45037"/>
                </a:cubicBezTo>
                <a:cubicBezTo>
                  <a:pt x="2044" y="55682"/>
                  <a:pt x="11153" y="64170"/>
                  <a:pt x="22612" y="65407"/>
                </a:cubicBezTo>
                <a:cubicBezTo>
                  <a:pt x="23621" y="65516"/>
                  <a:pt x="24620" y="65569"/>
                  <a:pt x="25606" y="65569"/>
                </a:cubicBezTo>
                <a:cubicBezTo>
                  <a:pt x="39363" y="65569"/>
                  <a:pt x="50550" y="55243"/>
                  <a:pt x="50615" y="42451"/>
                </a:cubicBezTo>
                <a:cubicBezTo>
                  <a:pt x="50642" y="36969"/>
                  <a:pt x="48622" y="31921"/>
                  <a:pt x="45220" y="27935"/>
                </a:cubicBezTo>
                <a:cubicBezTo>
                  <a:pt x="42550" y="24799"/>
                  <a:pt x="41240" y="20838"/>
                  <a:pt x="41772" y="16870"/>
                </a:cubicBezTo>
                <a:cubicBezTo>
                  <a:pt x="41872" y="16132"/>
                  <a:pt x="41912" y="15388"/>
                  <a:pt x="41893" y="14644"/>
                </a:cubicBezTo>
                <a:cubicBezTo>
                  <a:pt x="41689" y="6537"/>
                  <a:pt x="34447" y="0"/>
                  <a:pt x="25739" y="0"/>
                </a:cubicBezTo>
                <a:close/>
              </a:path>
            </a:pathLst>
          </a:custGeom>
          <a:solidFill>
            <a:srgbClr val="FFE48D"/>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43" name="Google Shape;706;p22"/>
          <p:cNvSpPr/>
          <p:nvPr/>
        </p:nvSpPr>
        <p:spPr>
          <a:xfrm>
            <a:off x="2766960" y="3991680"/>
            <a:ext cx="432720" cy="1320120"/>
          </a:xfrm>
          <a:custGeom>
            <a:avLst/>
            <a:gdLst>
              <a:gd name="textAreaLeft" fmla="*/ 0 w 432720"/>
              <a:gd name="textAreaRight" fmla="*/ 433080 w 432720"/>
              <a:gd name="textAreaTop" fmla="*/ 0 h 1320120"/>
              <a:gd name="textAreaBottom" fmla="*/ 1320480 h 1320120"/>
            </a:gdLst>
            <a:ahLst/>
            <a:cxnLst/>
            <a:rect l="textAreaLeft" t="textAreaTop" r="textAreaRight" b="textAreaBottom"/>
            <a:pathLst>
              <a:path w="20290" h="61860">
                <a:moveTo>
                  <a:pt x="10419" y="1"/>
                </a:moveTo>
                <a:cubicBezTo>
                  <a:pt x="9684" y="1"/>
                  <a:pt x="9082" y="595"/>
                  <a:pt x="9079" y="1334"/>
                </a:cubicBezTo>
                <a:lnTo>
                  <a:pt x="8973" y="23985"/>
                </a:lnTo>
                <a:lnTo>
                  <a:pt x="2520" y="16237"/>
                </a:lnTo>
                <a:cubicBezTo>
                  <a:pt x="2255" y="15928"/>
                  <a:pt x="1879" y="15770"/>
                  <a:pt x="1502" y="15770"/>
                </a:cubicBezTo>
                <a:cubicBezTo>
                  <a:pt x="1199" y="15770"/>
                  <a:pt x="895" y="15872"/>
                  <a:pt x="645" y="16080"/>
                </a:cubicBezTo>
                <a:cubicBezTo>
                  <a:pt x="82" y="16549"/>
                  <a:pt x="1" y="17380"/>
                  <a:pt x="460" y="17952"/>
                </a:cubicBezTo>
                <a:lnTo>
                  <a:pt x="8952" y="28149"/>
                </a:lnTo>
                <a:lnTo>
                  <a:pt x="8801" y="60513"/>
                </a:lnTo>
                <a:cubicBezTo>
                  <a:pt x="8798" y="61254"/>
                  <a:pt x="9397" y="61856"/>
                  <a:pt x="10135" y="61859"/>
                </a:cubicBezTo>
                <a:cubicBezTo>
                  <a:pt x="10138" y="61859"/>
                  <a:pt x="10142" y="61859"/>
                  <a:pt x="10146" y="61859"/>
                </a:cubicBezTo>
                <a:cubicBezTo>
                  <a:pt x="10882" y="61859"/>
                  <a:pt x="11477" y="61263"/>
                  <a:pt x="11480" y="60529"/>
                </a:cubicBezTo>
                <a:lnTo>
                  <a:pt x="11683" y="17846"/>
                </a:lnTo>
                <a:cubicBezTo>
                  <a:pt x="11864" y="17752"/>
                  <a:pt x="12025" y="17616"/>
                  <a:pt x="12146" y="17453"/>
                </a:cubicBezTo>
                <a:lnTo>
                  <a:pt x="19854" y="6959"/>
                </a:lnTo>
                <a:cubicBezTo>
                  <a:pt x="20290" y="6364"/>
                  <a:pt x="20163" y="5526"/>
                  <a:pt x="19567" y="5087"/>
                </a:cubicBezTo>
                <a:cubicBezTo>
                  <a:pt x="19328" y="4912"/>
                  <a:pt x="19050" y="4827"/>
                  <a:pt x="18774" y="4827"/>
                </a:cubicBezTo>
                <a:cubicBezTo>
                  <a:pt x="18362" y="4827"/>
                  <a:pt x="17956" y="5016"/>
                  <a:pt x="17695" y="5375"/>
                </a:cubicBezTo>
                <a:lnTo>
                  <a:pt x="11701" y="13531"/>
                </a:lnTo>
                <a:lnTo>
                  <a:pt x="11759" y="1347"/>
                </a:lnTo>
                <a:cubicBezTo>
                  <a:pt x="11762" y="609"/>
                  <a:pt x="11166" y="4"/>
                  <a:pt x="10425" y="1"/>
                </a:cubicBezTo>
                <a:cubicBezTo>
                  <a:pt x="10423" y="1"/>
                  <a:pt x="10421" y="1"/>
                  <a:pt x="10419"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544" name="Google Shape;707;p22"/>
          <p:cNvSpPr/>
          <p:nvPr/>
        </p:nvSpPr>
        <p:spPr>
          <a:xfrm>
            <a:off x="3527640" y="4199040"/>
            <a:ext cx="751320" cy="1104120"/>
          </a:xfrm>
          <a:custGeom>
            <a:avLst/>
            <a:gdLst>
              <a:gd name="textAreaLeft" fmla="*/ 0 w 751320"/>
              <a:gd name="textAreaRight" fmla="*/ 751680 w 751320"/>
              <a:gd name="textAreaTop" fmla="*/ 0 h 1104120"/>
              <a:gd name="textAreaBottom" fmla="*/ 1104480 h 1104120"/>
            </a:gdLst>
            <a:ahLst/>
            <a:cxnLst/>
            <a:rect l="textAreaLeft" t="textAreaTop" r="textAreaRight" b="textAreaBottom"/>
            <a:pathLst>
              <a:path w="27968" h="41102">
                <a:moveTo>
                  <a:pt x="12339" y="1"/>
                </a:moveTo>
                <a:lnTo>
                  <a:pt x="1" y="17510"/>
                </a:lnTo>
                <a:lnTo>
                  <a:pt x="1" y="41102"/>
                </a:lnTo>
                <a:lnTo>
                  <a:pt x="27968" y="41102"/>
                </a:lnTo>
                <a:lnTo>
                  <a:pt x="27968" y="17510"/>
                </a:lnTo>
                <a:lnTo>
                  <a:pt x="12339" y="1"/>
                </a:lnTo>
                <a:close/>
              </a:path>
            </a:pathLst>
          </a:custGeom>
          <a:solidFill>
            <a:srgbClr val="56A49C"/>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545" name="Google Shape;708;p22"/>
          <p:cNvSpPr/>
          <p:nvPr/>
        </p:nvSpPr>
        <p:spPr>
          <a:xfrm>
            <a:off x="4265280" y="4669560"/>
            <a:ext cx="1092600" cy="633600"/>
          </a:xfrm>
          <a:custGeom>
            <a:avLst/>
            <a:gdLst>
              <a:gd name="textAreaLeft" fmla="*/ 0 w 1092600"/>
              <a:gd name="textAreaRight" fmla="*/ 1092960 w 1092600"/>
              <a:gd name="textAreaTop" fmla="*/ 0 h 633600"/>
              <a:gd name="textAreaBottom" fmla="*/ 633960 h 633600"/>
            </a:gdLst>
            <a:ahLst/>
            <a:cxnLst/>
            <a:rect l="textAreaLeft" t="textAreaTop" r="textAreaRight" b="textAreaBottom"/>
            <a:pathLst>
              <a:path w="40676" h="23592">
                <a:moveTo>
                  <a:pt x="1" y="0"/>
                </a:moveTo>
                <a:lnTo>
                  <a:pt x="1" y="23592"/>
                </a:lnTo>
                <a:lnTo>
                  <a:pt x="40675" y="23592"/>
                </a:lnTo>
                <a:lnTo>
                  <a:pt x="40675"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46" name="Google Shape;709;p22"/>
          <p:cNvSpPr/>
          <p:nvPr/>
        </p:nvSpPr>
        <p:spPr>
          <a:xfrm>
            <a:off x="4380120" y="4844160"/>
            <a:ext cx="174600" cy="305640"/>
          </a:xfrm>
          <a:custGeom>
            <a:avLst/>
            <a:gdLst>
              <a:gd name="textAreaLeft" fmla="*/ 0 w 174600"/>
              <a:gd name="textAreaRight" fmla="*/ 174960 w 174600"/>
              <a:gd name="textAreaTop" fmla="*/ 0 h 305640"/>
              <a:gd name="textAreaBottom" fmla="*/ 306000 h 305640"/>
            </a:gdLst>
            <a:ahLst/>
            <a:cxnLst/>
            <a:rect l="textAreaLeft" t="textAreaTop" r="textAreaRight" b="textAreaBottom"/>
            <a:pathLst>
              <a:path w="6509" h="11390">
                <a:moveTo>
                  <a:pt x="654" y="0"/>
                </a:moveTo>
                <a:cubicBezTo>
                  <a:pt x="294" y="0"/>
                  <a:pt x="1" y="294"/>
                  <a:pt x="1" y="654"/>
                </a:cubicBezTo>
                <a:lnTo>
                  <a:pt x="1" y="10736"/>
                </a:lnTo>
                <a:cubicBezTo>
                  <a:pt x="1" y="11099"/>
                  <a:pt x="294" y="11389"/>
                  <a:pt x="654" y="11389"/>
                </a:cubicBezTo>
                <a:lnTo>
                  <a:pt x="5859" y="11389"/>
                </a:lnTo>
                <a:cubicBezTo>
                  <a:pt x="6218" y="11389"/>
                  <a:pt x="6509" y="11099"/>
                  <a:pt x="6509" y="10736"/>
                </a:cubicBezTo>
                <a:lnTo>
                  <a:pt x="6509" y="654"/>
                </a:lnTo>
                <a:cubicBezTo>
                  <a:pt x="6509" y="294"/>
                  <a:pt x="6218" y="0"/>
                  <a:pt x="5859"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547" name="Google Shape;710;p22"/>
          <p:cNvSpPr/>
          <p:nvPr/>
        </p:nvSpPr>
        <p:spPr>
          <a:xfrm>
            <a:off x="3741120" y="4695480"/>
            <a:ext cx="259560" cy="454320"/>
          </a:xfrm>
          <a:custGeom>
            <a:avLst/>
            <a:gdLst>
              <a:gd name="textAreaLeft" fmla="*/ 0 w 259560"/>
              <a:gd name="textAreaRight" fmla="*/ 259920 w 259560"/>
              <a:gd name="textAreaTop" fmla="*/ 0 h 454320"/>
              <a:gd name="textAreaBottom" fmla="*/ 454680 h 454320"/>
            </a:gdLst>
            <a:ahLst/>
            <a:cxnLst/>
            <a:rect l="textAreaLeft" t="textAreaTop" r="textAreaRight" b="textAreaBottom"/>
            <a:pathLst>
              <a:path w="9675" h="16927">
                <a:moveTo>
                  <a:pt x="653" y="0"/>
                </a:moveTo>
                <a:cubicBezTo>
                  <a:pt x="293" y="0"/>
                  <a:pt x="0" y="290"/>
                  <a:pt x="0" y="650"/>
                </a:cubicBezTo>
                <a:lnTo>
                  <a:pt x="0" y="16273"/>
                </a:lnTo>
                <a:cubicBezTo>
                  <a:pt x="0" y="16636"/>
                  <a:pt x="293" y="16926"/>
                  <a:pt x="653" y="16926"/>
                </a:cubicBezTo>
                <a:lnTo>
                  <a:pt x="9021" y="16926"/>
                </a:lnTo>
                <a:cubicBezTo>
                  <a:pt x="9384" y="16926"/>
                  <a:pt x="9674" y="16636"/>
                  <a:pt x="9674" y="16273"/>
                </a:cubicBezTo>
                <a:lnTo>
                  <a:pt x="9674" y="650"/>
                </a:lnTo>
                <a:cubicBezTo>
                  <a:pt x="9674" y="290"/>
                  <a:pt x="9384" y="0"/>
                  <a:pt x="9021"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548" name="Google Shape;711;p22"/>
          <p:cNvSpPr/>
          <p:nvPr/>
        </p:nvSpPr>
        <p:spPr>
          <a:xfrm>
            <a:off x="4686120" y="4882680"/>
            <a:ext cx="283680" cy="415080"/>
          </a:xfrm>
          <a:custGeom>
            <a:avLst/>
            <a:gdLst>
              <a:gd name="textAreaLeft" fmla="*/ 0 w 283680"/>
              <a:gd name="textAreaRight" fmla="*/ 284040 w 283680"/>
              <a:gd name="textAreaTop" fmla="*/ 0 h 415080"/>
              <a:gd name="textAreaBottom" fmla="*/ 415440 h 415080"/>
            </a:gdLst>
            <a:ahLst/>
            <a:cxnLst/>
            <a:rect l="textAreaLeft" t="textAreaTop" r="textAreaRight" b="textAreaBottom"/>
            <a:pathLst>
              <a:path w="10577" h="15458">
                <a:moveTo>
                  <a:pt x="5287" y="1"/>
                </a:moveTo>
                <a:cubicBezTo>
                  <a:pt x="2366" y="1"/>
                  <a:pt x="1" y="2369"/>
                  <a:pt x="1" y="5290"/>
                </a:cubicBezTo>
                <a:lnTo>
                  <a:pt x="1" y="15457"/>
                </a:lnTo>
                <a:lnTo>
                  <a:pt x="10573" y="15457"/>
                </a:lnTo>
                <a:lnTo>
                  <a:pt x="10576" y="5290"/>
                </a:lnTo>
                <a:cubicBezTo>
                  <a:pt x="10576" y="2369"/>
                  <a:pt x="8208" y="1"/>
                  <a:pt x="5287"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549" name="Google Shape;712;p22"/>
          <p:cNvSpPr/>
          <p:nvPr/>
        </p:nvSpPr>
        <p:spPr>
          <a:xfrm>
            <a:off x="5052600" y="4844160"/>
            <a:ext cx="174600" cy="305640"/>
          </a:xfrm>
          <a:custGeom>
            <a:avLst/>
            <a:gdLst>
              <a:gd name="textAreaLeft" fmla="*/ 0 w 174600"/>
              <a:gd name="textAreaRight" fmla="*/ 174960 w 174600"/>
              <a:gd name="textAreaTop" fmla="*/ 0 h 305640"/>
              <a:gd name="textAreaBottom" fmla="*/ 306000 h 305640"/>
            </a:gdLst>
            <a:ahLst/>
            <a:cxnLst/>
            <a:rect l="textAreaLeft" t="textAreaTop" r="textAreaRight" b="textAreaBottom"/>
            <a:pathLst>
              <a:path w="6509" h="11390">
                <a:moveTo>
                  <a:pt x="654" y="0"/>
                </a:moveTo>
                <a:cubicBezTo>
                  <a:pt x="294" y="0"/>
                  <a:pt x="1" y="294"/>
                  <a:pt x="1" y="654"/>
                </a:cubicBezTo>
                <a:lnTo>
                  <a:pt x="1" y="10736"/>
                </a:lnTo>
                <a:cubicBezTo>
                  <a:pt x="1" y="11099"/>
                  <a:pt x="294" y="11389"/>
                  <a:pt x="654" y="11389"/>
                </a:cubicBezTo>
                <a:lnTo>
                  <a:pt x="5858" y="11389"/>
                </a:lnTo>
                <a:cubicBezTo>
                  <a:pt x="6218" y="11389"/>
                  <a:pt x="6508" y="11099"/>
                  <a:pt x="6508" y="10736"/>
                </a:cubicBezTo>
                <a:lnTo>
                  <a:pt x="6508" y="654"/>
                </a:lnTo>
                <a:cubicBezTo>
                  <a:pt x="6508" y="294"/>
                  <a:pt x="6218" y="0"/>
                  <a:pt x="5858" y="0"/>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550" name="Google Shape;713;p22"/>
          <p:cNvSpPr/>
          <p:nvPr/>
        </p:nvSpPr>
        <p:spPr>
          <a:xfrm>
            <a:off x="3413160" y="4166640"/>
            <a:ext cx="2081520" cy="502560"/>
          </a:xfrm>
          <a:custGeom>
            <a:avLst/>
            <a:gdLst>
              <a:gd name="textAreaLeft" fmla="*/ 0 w 2081520"/>
              <a:gd name="textAreaRight" fmla="*/ 2081880 w 2081520"/>
              <a:gd name="textAreaTop" fmla="*/ 0 h 502560"/>
              <a:gd name="textAreaBottom" fmla="*/ 502920 h 502560"/>
            </a:gdLst>
            <a:ahLst/>
            <a:cxnLst/>
            <a:rect l="textAreaLeft" t="textAreaTop" r="textAreaRight" b="textAreaBottom"/>
            <a:pathLst>
              <a:path w="77476" h="18711">
                <a:moveTo>
                  <a:pt x="14837" y="0"/>
                </a:moveTo>
                <a:lnTo>
                  <a:pt x="1" y="18710"/>
                </a:lnTo>
                <a:lnTo>
                  <a:pt x="4455" y="18710"/>
                </a:lnTo>
                <a:lnTo>
                  <a:pt x="16416" y="2507"/>
                </a:lnTo>
                <a:lnTo>
                  <a:pt x="28666" y="18710"/>
                </a:lnTo>
                <a:lnTo>
                  <a:pt x="77476" y="18710"/>
                </a:lnTo>
                <a:lnTo>
                  <a:pt x="62830"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51" name="Google Shape;714;p22"/>
          <p:cNvSpPr/>
          <p:nvPr/>
        </p:nvSpPr>
        <p:spPr>
          <a:xfrm>
            <a:off x="5733360" y="3476880"/>
            <a:ext cx="1402560" cy="1442160"/>
          </a:xfrm>
          <a:custGeom>
            <a:avLst/>
            <a:gdLst>
              <a:gd name="textAreaLeft" fmla="*/ 0 w 1402560"/>
              <a:gd name="textAreaRight" fmla="*/ 1402920 w 1402560"/>
              <a:gd name="textAreaTop" fmla="*/ 0 h 1442160"/>
              <a:gd name="textAreaBottom" fmla="*/ 1442520 h 1442160"/>
            </a:gdLst>
            <a:ahLst/>
            <a:cxnLst/>
            <a:rect l="textAreaLeft" t="textAreaTop" r="textAreaRight" b="textAreaBottom"/>
            <a:pathLst>
              <a:path w="59277" h="60940">
                <a:moveTo>
                  <a:pt x="29640" y="1"/>
                </a:moveTo>
                <a:cubicBezTo>
                  <a:pt x="29123" y="1"/>
                  <a:pt x="28607" y="58"/>
                  <a:pt x="28101" y="173"/>
                </a:cubicBezTo>
                <a:cubicBezTo>
                  <a:pt x="23244" y="1174"/>
                  <a:pt x="21952" y="8220"/>
                  <a:pt x="21608" y="11889"/>
                </a:cubicBezTo>
                <a:cubicBezTo>
                  <a:pt x="21535" y="12662"/>
                  <a:pt x="20893" y="13258"/>
                  <a:pt x="20125" y="13258"/>
                </a:cubicBezTo>
                <a:cubicBezTo>
                  <a:pt x="20097" y="13258"/>
                  <a:pt x="20069" y="13257"/>
                  <a:pt x="20041" y="13256"/>
                </a:cubicBezTo>
                <a:cubicBezTo>
                  <a:pt x="19950" y="13250"/>
                  <a:pt x="19855" y="13248"/>
                  <a:pt x="19758" y="13248"/>
                </a:cubicBezTo>
                <a:cubicBezTo>
                  <a:pt x="17978" y="13248"/>
                  <a:pt x="15247" y="14083"/>
                  <a:pt x="13675" y="15654"/>
                </a:cubicBezTo>
                <a:cubicBezTo>
                  <a:pt x="11377" y="17952"/>
                  <a:pt x="11613" y="24475"/>
                  <a:pt x="11900" y="27762"/>
                </a:cubicBezTo>
                <a:cubicBezTo>
                  <a:pt x="11978" y="28661"/>
                  <a:pt x="11253" y="29389"/>
                  <a:pt x="10353" y="29389"/>
                </a:cubicBezTo>
                <a:cubicBezTo>
                  <a:pt x="10348" y="29389"/>
                  <a:pt x="10342" y="29389"/>
                  <a:pt x="10337" y="29389"/>
                </a:cubicBezTo>
                <a:cubicBezTo>
                  <a:pt x="10321" y="29389"/>
                  <a:pt x="10305" y="29389"/>
                  <a:pt x="10290" y="29389"/>
                </a:cubicBezTo>
                <a:cubicBezTo>
                  <a:pt x="7014" y="29389"/>
                  <a:pt x="5867" y="32831"/>
                  <a:pt x="5867" y="32831"/>
                </a:cubicBezTo>
                <a:cubicBezTo>
                  <a:pt x="0" y="46025"/>
                  <a:pt x="25796" y="59222"/>
                  <a:pt x="28975" y="60786"/>
                </a:cubicBezTo>
                <a:cubicBezTo>
                  <a:pt x="29180" y="60888"/>
                  <a:pt x="29407" y="60940"/>
                  <a:pt x="29640" y="60940"/>
                </a:cubicBezTo>
                <a:cubicBezTo>
                  <a:pt x="29870" y="60940"/>
                  <a:pt x="30099" y="60888"/>
                  <a:pt x="30305" y="60786"/>
                </a:cubicBezTo>
                <a:cubicBezTo>
                  <a:pt x="33480" y="59222"/>
                  <a:pt x="59276" y="46025"/>
                  <a:pt x="53412" y="32831"/>
                </a:cubicBezTo>
                <a:cubicBezTo>
                  <a:pt x="53412" y="32831"/>
                  <a:pt x="52264" y="29389"/>
                  <a:pt x="48986" y="29389"/>
                </a:cubicBezTo>
                <a:cubicBezTo>
                  <a:pt x="48972" y="29389"/>
                  <a:pt x="48957" y="29389"/>
                  <a:pt x="48943" y="29389"/>
                </a:cubicBezTo>
                <a:cubicBezTo>
                  <a:pt x="48937" y="29389"/>
                  <a:pt x="48932" y="29389"/>
                  <a:pt x="48926" y="29389"/>
                </a:cubicBezTo>
                <a:cubicBezTo>
                  <a:pt x="48027" y="29389"/>
                  <a:pt x="47301" y="28661"/>
                  <a:pt x="47379" y="27762"/>
                </a:cubicBezTo>
                <a:cubicBezTo>
                  <a:pt x="47664" y="24475"/>
                  <a:pt x="47903" y="17952"/>
                  <a:pt x="45604" y="15654"/>
                </a:cubicBezTo>
                <a:cubicBezTo>
                  <a:pt x="44033" y="14083"/>
                  <a:pt x="41301" y="13248"/>
                  <a:pt x="39519" y="13248"/>
                </a:cubicBezTo>
                <a:cubicBezTo>
                  <a:pt x="39422" y="13248"/>
                  <a:pt x="39327" y="13250"/>
                  <a:pt x="39235" y="13256"/>
                </a:cubicBezTo>
                <a:cubicBezTo>
                  <a:pt x="39207" y="13257"/>
                  <a:pt x="39179" y="13258"/>
                  <a:pt x="39152" y="13258"/>
                </a:cubicBezTo>
                <a:cubicBezTo>
                  <a:pt x="38387" y="13258"/>
                  <a:pt x="37745" y="12662"/>
                  <a:pt x="37672" y="11889"/>
                </a:cubicBezTo>
                <a:cubicBezTo>
                  <a:pt x="37327" y="8223"/>
                  <a:pt x="36036" y="1174"/>
                  <a:pt x="31179" y="173"/>
                </a:cubicBezTo>
                <a:cubicBezTo>
                  <a:pt x="30673" y="58"/>
                  <a:pt x="30156" y="1"/>
                  <a:pt x="2964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52" name="Google Shape;715;p22"/>
          <p:cNvSpPr/>
          <p:nvPr/>
        </p:nvSpPr>
        <p:spPr>
          <a:xfrm>
            <a:off x="6239880" y="3921120"/>
            <a:ext cx="410040" cy="1367280"/>
          </a:xfrm>
          <a:custGeom>
            <a:avLst/>
            <a:gdLst>
              <a:gd name="textAreaLeft" fmla="*/ 0 w 410040"/>
              <a:gd name="textAreaRight" fmla="*/ 410400 w 410040"/>
              <a:gd name="textAreaTop" fmla="*/ 0 h 1367280"/>
              <a:gd name="textAreaBottom" fmla="*/ 1367640 h 1367280"/>
            </a:gdLst>
            <a:ahLst/>
            <a:cxnLst/>
            <a:rect l="textAreaLeft" t="textAreaTop" r="textAreaRight" b="textAreaBottom"/>
            <a:pathLst>
              <a:path w="17332" h="57780">
                <a:moveTo>
                  <a:pt x="8670" y="1"/>
                </a:moveTo>
                <a:cubicBezTo>
                  <a:pt x="8241" y="1"/>
                  <a:pt x="7896" y="351"/>
                  <a:pt x="7908" y="781"/>
                </a:cubicBezTo>
                <a:lnTo>
                  <a:pt x="7908" y="23658"/>
                </a:lnTo>
                <a:lnTo>
                  <a:pt x="1449" y="15907"/>
                </a:lnTo>
                <a:cubicBezTo>
                  <a:pt x="1297" y="15722"/>
                  <a:pt x="1077" y="15626"/>
                  <a:pt x="855" y="15626"/>
                </a:cubicBezTo>
                <a:cubicBezTo>
                  <a:pt x="682" y="15626"/>
                  <a:pt x="509" y="15684"/>
                  <a:pt x="366" y="15802"/>
                </a:cubicBezTo>
                <a:cubicBezTo>
                  <a:pt x="39" y="16074"/>
                  <a:pt x="0" y="16561"/>
                  <a:pt x="275" y="16884"/>
                </a:cubicBezTo>
                <a:lnTo>
                  <a:pt x="7908" y="26041"/>
                </a:lnTo>
                <a:lnTo>
                  <a:pt x="7908" y="56999"/>
                </a:lnTo>
                <a:cubicBezTo>
                  <a:pt x="7896" y="57426"/>
                  <a:pt x="8241" y="57779"/>
                  <a:pt x="8670" y="57779"/>
                </a:cubicBezTo>
                <a:cubicBezTo>
                  <a:pt x="9097" y="57779"/>
                  <a:pt x="9441" y="57426"/>
                  <a:pt x="9432" y="56999"/>
                </a:cubicBezTo>
                <a:lnTo>
                  <a:pt x="9432" y="19440"/>
                </a:lnTo>
                <a:lnTo>
                  <a:pt x="17053" y="10651"/>
                </a:lnTo>
                <a:cubicBezTo>
                  <a:pt x="17331" y="10334"/>
                  <a:pt x="17295" y="9853"/>
                  <a:pt x="16978" y="9575"/>
                </a:cubicBezTo>
                <a:cubicBezTo>
                  <a:pt x="16833" y="9450"/>
                  <a:pt x="16655" y="9389"/>
                  <a:pt x="16477" y="9389"/>
                </a:cubicBezTo>
                <a:cubicBezTo>
                  <a:pt x="16264" y="9389"/>
                  <a:pt x="16051" y="9477"/>
                  <a:pt x="15901" y="9651"/>
                </a:cubicBezTo>
                <a:lnTo>
                  <a:pt x="9432" y="17111"/>
                </a:lnTo>
                <a:lnTo>
                  <a:pt x="9432" y="781"/>
                </a:lnTo>
                <a:cubicBezTo>
                  <a:pt x="9441" y="351"/>
                  <a:pt x="9097" y="1"/>
                  <a:pt x="8670"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553" name="Google Shape;716;p22"/>
          <p:cNvSpPr/>
          <p:nvPr/>
        </p:nvSpPr>
        <p:spPr>
          <a:xfrm>
            <a:off x="5209200" y="4820760"/>
            <a:ext cx="524160" cy="387000"/>
          </a:xfrm>
          <a:custGeom>
            <a:avLst/>
            <a:gdLst>
              <a:gd name="textAreaLeft" fmla="*/ 0 w 524160"/>
              <a:gd name="textAreaRight" fmla="*/ 524520 w 524160"/>
              <a:gd name="textAreaTop" fmla="*/ 0 h 387000"/>
              <a:gd name="textAreaBottom" fmla="*/ 387360 h 387000"/>
            </a:gdLst>
            <a:ahLst/>
            <a:cxnLst/>
            <a:rect l="textAreaLeft" t="textAreaTop" r="textAreaRight" b="textAreaBottom"/>
            <a:pathLst>
              <a:path w="19515" h="14417">
                <a:moveTo>
                  <a:pt x="8420" y="1"/>
                </a:moveTo>
                <a:cubicBezTo>
                  <a:pt x="8024" y="1"/>
                  <a:pt x="7625" y="45"/>
                  <a:pt x="7231" y="137"/>
                </a:cubicBezTo>
                <a:cubicBezTo>
                  <a:pt x="5456" y="551"/>
                  <a:pt x="4022" y="1854"/>
                  <a:pt x="3442" y="3581"/>
                </a:cubicBezTo>
                <a:cubicBezTo>
                  <a:pt x="3321" y="3950"/>
                  <a:pt x="2985" y="4201"/>
                  <a:pt x="2598" y="4219"/>
                </a:cubicBezTo>
                <a:cubicBezTo>
                  <a:pt x="2453" y="4225"/>
                  <a:pt x="2308" y="4244"/>
                  <a:pt x="2162" y="4277"/>
                </a:cubicBezTo>
                <a:cubicBezTo>
                  <a:pt x="1037" y="4516"/>
                  <a:pt x="176" y="5480"/>
                  <a:pt x="70" y="6627"/>
                </a:cubicBezTo>
                <a:cubicBezTo>
                  <a:pt x="0" y="7331"/>
                  <a:pt x="215" y="8033"/>
                  <a:pt x="666" y="8577"/>
                </a:cubicBezTo>
                <a:cubicBezTo>
                  <a:pt x="929" y="8892"/>
                  <a:pt x="1022" y="9318"/>
                  <a:pt x="907" y="9711"/>
                </a:cubicBezTo>
                <a:cubicBezTo>
                  <a:pt x="690" y="10452"/>
                  <a:pt x="620" y="11229"/>
                  <a:pt x="705" y="11997"/>
                </a:cubicBezTo>
                <a:cubicBezTo>
                  <a:pt x="759" y="12511"/>
                  <a:pt x="886" y="13017"/>
                  <a:pt x="1077" y="13497"/>
                </a:cubicBezTo>
                <a:lnTo>
                  <a:pt x="18236" y="14417"/>
                </a:lnTo>
                <a:cubicBezTo>
                  <a:pt x="19445" y="12705"/>
                  <a:pt x="19515" y="10434"/>
                  <a:pt x="18408" y="8653"/>
                </a:cubicBezTo>
                <a:cubicBezTo>
                  <a:pt x="18127" y="8193"/>
                  <a:pt x="18036" y="7640"/>
                  <a:pt x="18163" y="7113"/>
                </a:cubicBezTo>
                <a:cubicBezTo>
                  <a:pt x="18284" y="6599"/>
                  <a:pt x="18308" y="6067"/>
                  <a:pt x="18236" y="5544"/>
                </a:cubicBezTo>
                <a:cubicBezTo>
                  <a:pt x="17964" y="3551"/>
                  <a:pt x="16291" y="1997"/>
                  <a:pt x="14286" y="1864"/>
                </a:cubicBezTo>
                <a:cubicBezTo>
                  <a:pt x="14187" y="1857"/>
                  <a:pt x="14087" y="1853"/>
                  <a:pt x="13988" y="1853"/>
                </a:cubicBezTo>
                <a:cubicBezTo>
                  <a:pt x="13740" y="1853"/>
                  <a:pt x="13493" y="1875"/>
                  <a:pt x="13249" y="1918"/>
                </a:cubicBezTo>
                <a:cubicBezTo>
                  <a:pt x="13181" y="1930"/>
                  <a:pt x="13112" y="1936"/>
                  <a:pt x="13045" y="1936"/>
                </a:cubicBezTo>
                <a:cubicBezTo>
                  <a:pt x="12713" y="1936"/>
                  <a:pt x="12392" y="1793"/>
                  <a:pt x="12151" y="1552"/>
                </a:cubicBezTo>
                <a:cubicBezTo>
                  <a:pt x="11154" y="548"/>
                  <a:pt x="9805" y="1"/>
                  <a:pt x="8420" y="1"/>
                </a:cubicBezTo>
                <a:close/>
              </a:path>
            </a:pathLst>
          </a:custGeom>
          <a:solidFill>
            <a:srgbClr val="74C1B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54" name="Google Shape;717;p22"/>
          <p:cNvSpPr/>
          <p:nvPr/>
        </p:nvSpPr>
        <p:spPr>
          <a:xfrm>
            <a:off x="1058400" y="2330640"/>
            <a:ext cx="1338840" cy="2243520"/>
          </a:xfrm>
          <a:custGeom>
            <a:avLst/>
            <a:gdLst>
              <a:gd name="textAreaLeft" fmla="*/ 0 w 1338840"/>
              <a:gd name="textAreaRight" fmla="*/ 1339200 w 1338840"/>
              <a:gd name="textAreaTop" fmla="*/ 0 h 2243520"/>
              <a:gd name="textAreaBottom" fmla="*/ 2243880 h 2243520"/>
            </a:gdLst>
            <a:ahLst/>
            <a:cxnLst/>
            <a:rect l="textAreaLeft" t="textAreaTop" r="textAreaRight" b="textAreaBottom"/>
            <a:pathLst>
              <a:path w="62727" h="105106">
                <a:moveTo>
                  <a:pt x="31083" y="0"/>
                </a:moveTo>
                <a:cubicBezTo>
                  <a:pt x="30660" y="0"/>
                  <a:pt x="30078" y="77"/>
                  <a:pt x="29410" y="366"/>
                </a:cubicBezTo>
                <a:cubicBezTo>
                  <a:pt x="23250" y="2407"/>
                  <a:pt x="21611" y="16772"/>
                  <a:pt x="21172" y="24241"/>
                </a:cubicBezTo>
                <a:cubicBezTo>
                  <a:pt x="21082" y="25817"/>
                  <a:pt x="20271" y="27035"/>
                  <a:pt x="19296" y="27035"/>
                </a:cubicBezTo>
                <a:cubicBezTo>
                  <a:pt x="19260" y="27035"/>
                  <a:pt x="19224" y="27033"/>
                  <a:pt x="19188" y="27030"/>
                </a:cubicBezTo>
                <a:cubicBezTo>
                  <a:pt x="19071" y="27019"/>
                  <a:pt x="18950" y="27014"/>
                  <a:pt x="18825" y="27014"/>
                </a:cubicBezTo>
                <a:cubicBezTo>
                  <a:pt x="16566" y="27014"/>
                  <a:pt x="13102" y="28718"/>
                  <a:pt x="11108" y="31917"/>
                </a:cubicBezTo>
                <a:cubicBezTo>
                  <a:pt x="8196" y="36601"/>
                  <a:pt x="8495" y="49895"/>
                  <a:pt x="8858" y="56599"/>
                </a:cubicBezTo>
                <a:cubicBezTo>
                  <a:pt x="8957" y="58430"/>
                  <a:pt x="8037" y="59917"/>
                  <a:pt x="6895" y="59917"/>
                </a:cubicBezTo>
                <a:cubicBezTo>
                  <a:pt x="6888" y="59917"/>
                  <a:pt x="6881" y="59917"/>
                  <a:pt x="6874" y="59917"/>
                </a:cubicBezTo>
                <a:cubicBezTo>
                  <a:pt x="6854" y="59917"/>
                  <a:pt x="6835" y="59916"/>
                  <a:pt x="6815" y="59916"/>
                </a:cubicBezTo>
                <a:cubicBezTo>
                  <a:pt x="2657" y="59916"/>
                  <a:pt x="1204" y="66933"/>
                  <a:pt x="1204" y="66933"/>
                </a:cubicBezTo>
                <a:cubicBezTo>
                  <a:pt x="170" y="70668"/>
                  <a:pt x="0" y="74469"/>
                  <a:pt x="472" y="78249"/>
                </a:cubicBezTo>
                <a:cubicBezTo>
                  <a:pt x="2716" y="96150"/>
                  <a:pt x="17018" y="105106"/>
                  <a:pt x="31329" y="105106"/>
                </a:cubicBezTo>
                <a:cubicBezTo>
                  <a:pt x="45614" y="105106"/>
                  <a:pt x="59909" y="96183"/>
                  <a:pt x="62231" y="78325"/>
                </a:cubicBezTo>
                <a:cubicBezTo>
                  <a:pt x="62727" y="74520"/>
                  <a:pt x="62566" y="70692"/>
                  <a:pt x="61526" y="66933"/>
                </a:cubicBezTo>
                <a:cubicBezTo>
                  <a:pt x="61526" y="66933"/>
                  <a:pt x="60070" y="59916"/>
                  <a:pt x="55912" y="59916"/>
                </a:cubicBezTo>
                <a:cubicBezTo>
                  <a:pt x="55892" y="59916"/>
                  <a:pt x="55872" y="59917"/>
                  <a:pt x="55853" y="59917"/>
                </a:cubicBezTo>
                <a:cubicBezTo>
                  <a:pt x="55846" y="59917"/>
                  <a:pt x="55839" y="59917"/>
                  <a:pt x="55832" y="59917"/>
                </a:cubicBezTo>
                <a:cubicBezTo>
                  <a:pt x="54689" y="59917"/>
                  <a:pt x="53770" y="58430"/>
                  <a:pt x="53869" y="56599"/>
                </a:cubicBezTo>
                <a:cubicBezTo>
                  <a:pt x="54232" y="49895"/>
                  <a:pt x="54534" y="36601"/>
                  <a:pt x="51619" y="31917"/>
                </a:cubicBezTo>
                <a:cubicBezTo>
                  <a:pt x="49627" y="28718"/>
                  <a:pt x="46161" y="27014"/>
                  <a:pt x="43904" y="27014"/>
                </a:cubicBezTo>
                <a:cubicBezTo>
                  <a:pt x="43780" y="27014"/>
                  <a:pt x="43659" y="27019"/>
                  <a:pt x="43542" y="27030"/>
                </a:cubicBezTo>
                <a:cubicBezTo>
                  <a:pt x="43505" y="27033"/>
                  <a:pt x="43470" y="27035"/>
                  <a:pt x="43434" y="27035"/>
                </a:cubicBezTo>
                <a:cubicBezTo>
                  <a:pt x="42459" y="27035"/>
                  <a:pt x="41648" y="25817"/>
                  <a:pt x="41555" y="24241"/>
                </a:cubicBezTo>
                <a:cubicBezTo>
                  <a:pt x="41119" y="16772"/>
                  <a:pt x="39480" y="2407"/>
                  <a:pt x="33317" y="366"/>
                </a:cubicBezTo>
                <a:cubicBezTo>
                  <a:pt x="32649" y="77"/>
                  <a:pt x="32066" y="0"/>
                  <a:pt x="31644" y="0"/>
                </a:cubicBezTo>
                <a:cubicBezTo>
                  <a:pt x="31540" y="0"/>
                  <a:pt x="31447" y="5"/>
                  <a:pt x="31363" y="12"/>
                </a:cubicBezTo>
                <a:cubicBezTo>
                  <a:pt x="31280" y="5"/>
                  <a:pt x="31186" y="0"/>
                  <a:pt x="3108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55" name="Google Shape;718;p22"/>
          <p:cNvSpPr/>
          <p:nvPr/>
        </p:nvSpPr>
        <p:spPr>
          <a:xfrm>
            <a:off x="1485000" y="3039120"/>
            <a:ext cx="475560" cy="2300400"/>
          </a:xfrm>
          <a:custGeom>
            <a:avLst/>
            <a:gdLst>
              <a:gd name="textAreaLeft" fmla="*/ 0 w 475560"/>
              <a:gd name="textAreaRight" fmla="*/ 475920 w 475560"/>
              <a:gd name="textAreaTop" fmla="*/ 0 h 2300400"/>
              <a:gd name="textAreaBottom" fmla="*/ 2300760 h 2300400"/>
            </a:gdLst>
            <a:ahLst/>
            <a:cxnLst/>
            <a:rect l="textAreaLeft" t="textAreaTop" r="textAreaRight" b="textAreaBottom"/>
            <a:pathLst>
              <a:path w="22295" h="107775">
                <a:moveTo>
                  <a:pt x="11420" y="1"/>
                </a:moveTo>
                <a:cubicBezTo>
                  <a:pt x="10633" y="1"/>
                  <a:pt x="9998" y="639"/>
                  <a:pt x="9998" y="1425"/>
                </a:cubicBezTo>
                <a:lnTo>
                  <a:pt x="9998" y="44649"/>
                </a:lnTo>
                <a:lnTo>
                  <a:pt x="1966" y="35011"/>
                </a:lnTo>
                <a:cubicBezTo>
                  <a:pt x="1760" y="34764"/>
                  <a:pt x="1464" y="34636"/>
                  <a:pt x="1167" y="34636"/>
                </a:cubicBezTo>
                <a:cubicBezTo>
                  <a:pt x="933" y="34636"/>
                  <a:pt x="697" y="34715"/>
                  <a:pt x="503" y="34878"/>
                </a:cubicBezTo>
                <a:cubicBezTo>
                  <a:pt x="61" y="35244"/>
                  <a:pt x="1" y="35900"/>
                  <a:pt x="370" y="36342"/>
                </a:cubicBezTo>
                <a:lnTo>
                  <a:pt x="9998" y="47894"/>
                </a:lnTo>
                <a:lnTo>
                  <a:pt x="9998" y="106350"/>
                </a:lnTo>
                <a:cubicBezTo>
                  <a:pt x="9998" y="107136"/>
                  <a:pt x="10633" y="107774"/>
                  <a:pt x="11420" y="107774"/>
                </a:cubicBezTo>
                <a:cubicBezTo>
                  <a:pt x="12206" y="107774"/>
                  <a:pt x="12844" y="107136"/>
                  <a:pt x="12844" y="106350"/>
                </a:cubicBezTo>
                <a:lnTo>
                  <a:pt x="12844" y="34905"/>
                </a:lnTo>
                <a:lnTo>
                  <a:pt x="21944" y="24414"/>
                </a:lnTo>
                <a:cubicBezTo>
                  <a:pt x="22294" y="23997"/>
                  <a:pt x="22246" y="23377"/>
                  <a:pt x="21835" y="23020"/>
                </a:cubicBezTo>
                <a:cubicBezTo>
                  <a:pt x="21646" y="22857"/>
                  <a:pt x="21414" y="22776"/>
                  <a:pt x="21183" y="22776"/>
                </a:cubicBezTo>
                <a:cubicBezTo>
                  <a:pt x="20909" y="22776"/>
                  <a:pt x="20637" y="22889"/>
                  <a:pt x="20441" y="23108"/>
                </a:cubicBezTo>
                <a:lnTo>
                  <a:pt x="20441" y="23111"/>
                </a:lnTo>
                <a:lnTo>
                  <a:pt x="12844" y="31866"/>
                </a:lnTo>
                <a:lnTo>
                  <a:pt x="12844" y="19413"/>
                </a:lnTo>
                <a:lnTo>
                  <a:pt x="21944" y="8922"/>
                </a:lnTo>
                <a:cubicBezTo>
                  <a:pt x="22294" y="8505"/>
                  <a:pt x="22246" y="7885"/>
                  <a:pt x="21835" y="7528"/>
                </a:cubicBezTo>
                <a:cubicBezTo>
                  <a:pt x="21646" y="7364"/>
                  <a:pt x="21414" y="7284"/>
                  <a:pt x="21183" y="7284"/>
                </a:cubicBezTo>
                <a:cubicBezTo>
                  <a:pt x="20909" y="7284"/>
                  <a:pt x="20637" y="7396"/>
                  <a:pt x="20441" y="7615"/>
                </a:cubicBezTo>
                <a:lnTo>
                  <a:pt x="12844" y="16373"/>
                </a:lnTo>
                <a:lnTo>
                  <a:pt x="12844" y="1425"/>
                </a:lnTo>
                <a:cubicBezTo>
                  <a:pt x="12844" y="639"/>
                  <a:pt x="12206" y="1"/>
                  <a:pt x="11420"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556" name="Google Shape;719;p22"/>
          <p:cNvSpPr/>
          <p:nvPr/>
        </p:nvSpPr>
        <p:spPr>
          <a:xfrm>
            <a:off x="0" y="2864520"/>
            <a:ext cx="1851480" cy="1903680"/>
          </a:xfrm>
          <a:custGeom>
            <a:avLst/>
            <a:gdLst>
              <a:gd name="textAreaLeft" fmla="*/ 0 w 1851480"/>
              <a:gd name="textAreaRight" fmla="*/ 1851840 w 1851480"/>
              <a:gd name="textAreaTop" fmla="*/ 0 h 1903680"/>
              <a:gd name="textAreaBottom" fmla="*/ 1904040 h 1903680"/>
            </a:gdLst>
            <a:ahLst/>
            <a:cxnLst/>
            <a:rect l="textAreaLeft" t="textAreaTop" r="textAreaRight" b="textAreaBottom"/>
            <a:pathLst>
              <a:path w="86748" h="89196">
                <a:moveTo>
                  <a:pt x="43054" y="1"/>
                </a:moveTo>
                <a:cubicBezTo>
                  <a:pt x="42402" y="1"/>
                  <a:pt x="41751" y="88"/>
                  <a:pt x="41123" y="262"/>
                </a:cubicBezTo>
                <a:cubicBezTo>
                  <a:pt x="34016" y="1728"/>
                  <a:pt x="32123" y="12041"/>
                  <a:pt x="31621" y="17405"/>
                </a:cubicBezTo>
                <a:cubicBezTo>
                  <a:pt x="31513" y="18538"/>
                  <a:pt x="30574" y="19411"/>
                  <a:pt x="29452" y="19411"/>
                </a:cubicBezTo>
                <a:cubicBezTo>
                  <a:pt x="29411" y="19411"/>
                  <a:pt x="29370" y="19410"/>
                  <a:pt x="29329" y="19407"/>
                </a:cubicBezTo>
                <a:cubicBezTo>
                  <a:pt x="29192" y="19400"/>
                  <a:pt x="29051" y="19396"/>
                  <a:pt x="28905" y="19396"/>
                </a:cubicBezTo>
                <a:cubicBezTo>
                  <a:pt x="26301" y="19396"/>
                  <a:pt x="22308" y="20621"/>
                  <a:pt x="20011" y="22918"/>
                </a:cubicBezTo>
                <a:cubicBezTo>
                  <a:pt x="16648" y="26278"/>
                  <a:pt x="16996" y="35825"/>
                  <a:pt x="17414" y="40637"/>
                </a:cubicBezTo>
                <a:cubicBezTo>
                  <a:pt x="17531" y="41954"/>
                  <a:pt x="16467" y="43020"/>
                  <a:pt x="15150" y="43020"/>
                </a:cubicBezTo>
                <a:cubicBezTo>
                  <a:pt x="15142" y="43020"/>
                  <a:pt x="15135" y="43020"/>
                  <a:pt x="15127" y="43020"/>
                </a:cubicBezTo>
                <a:cubicBezTo>
                  <a:pt x="15104" y="43020"/>
                  <a:pt x="15081" y="43019"/>
                  <a:pt x="15059" y="43019"/>
                </a:cubicBezTo>
                <a:cubicBezTo>
                  <a:pt x="10264" y="43019"/>
                  <a:pt x="8583" y="48058"/>
                  <a:pt x="8583" y="48058"/>
                </a:cubicBezTo>
                <a:cubicBezTo>
                  <a:pt x="1" y="67367"/>
                  <a:pt x="37751" y="86679"/>
                  <a:pt x="42399" y="88968"/>
                </a:cubicBezTo>
                <a:cubicBezTo>
                  <a:pt x="42704" y="89116"/>
                  <a:pt x="43037" y="89195"/>
                  <a:pt x="43376" y="89195"/>
                </a:cubicBezTo>
                <a:cubicBezTo>
                  <a:pt x="43714" y="89195"/>
                  <a:pt x="44047" y="89116"/>
                  <a:pt x="44349" y="88968"/>
                </a:cubicBezTo>
                <a:cubicBezTo>
                  <a:pt x="48998" y="86679"/>
                  <a:pt x="86748" y="67367"/>
                  <a:pt x="78165" y="48058"/>
                </a:cubicBezTo>
                <a:cubicBezTo>
                  <a:pt x="78165" y="48058"/>
                  <a:pt x="76488" y="43019"/>
                  <a:pt x="71693" y="43019"/>
                </a:cubicBezTo>
                <a:cubicBezTo>
                  <a:pt x="71670" y="43019"/>
                  <a:pt x="71647" y="43020"/>
                  <a:pt x="71624" y="43020"/>
                </a:cubicBezTo>
                <a:cubicBezTo>
                  <a:pt x="71617" y="43020"/>
                  <a:pt x="71609" y="43020"/>
                  <a:pt x="71602" y="43020"/>
                </a:cubicBezTo>
                <a:cubicBezTo>
                  <a:pt x="70282" y="43020"/>
                  <a:pt x="69224" y="41954"/>
                  <a:pt x="69335" y="40637"/>
                </a:cubicBezTo>
                <a:cubicBezTo>
                  <a:pt x="69755" y="35825"/>
                  <a:pt x="70103" y="26278"/>
                  <a:pt x="66740" y="22918"/>
                </a:cubicBezTo>
                <a:cubicBezTo>
                  <a:pt x="64443" y="20621"/>
                  <a:pt x="60448" y="19396"/>
                  <a:pt x="57843" y="19396"/>
                </a:cubicBezTo>
                <a:cubicBezTo>
                  <a:pt x="57697" y="19396"/>
                  <a:pt x="57556" y="19400"/>
                  <a:pt x="57420" y="19407"/>
                </a:cubicBezTo>
                <a:cubicBezTo>
                  <a:pt x="57379" y="19410"/>
                  <a:pt x="57338" y="19411"/>
                  <a:pt x="57297" y="19411"/>
                </a:cubicBezTo>
                <a:cubicBezTo>
                  <a:pt x="56174" y="19411"/>
                  <a:pt x="55236" y="18535"/>
                  <a:pt x="55130" y="17405"/>
                </a:cubicBezTo>
                <a:cubicBezTo>
                  <a:pt x="54625" y="12041"/>
                  <a:pt x="52735" y="1728"/>
                  <a:pt x="45629" y="262"/>
                </a:cubicBezTo>
                <a:cubicBezTo>
                  <a:pt x="44997" y="88"/>
                  <a:pt x="44348" y="1"/>
                  <a:pt x="43697" y="1"/>
                </a:cubicBezTo>
                <a:cubicBezTo>
                  <a:pt x="43590" y="1"/>
                  <a:pt x="43483" y="3"/>
                  <a:pt x="43376" y="8"/>
                </a:cubicBezTo>
                <a:cubicBezTo>
                  <a:pt x="43269" y="3"/>
                  <a:pt x="43162" y="1"/>
                  <a:pt x="4305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57" name="Google Shape;720;p22"/>
          <p:cNvSpPr/>
          <p:nvPr/>
        </p:nvSpPr>
        <p:spPr>
          <a:xfrm>
            <a:off x="668880" y="3518280"/>
            <a:ext cx="541080" cy="1803600"/>
          </a:xfrm>
          <a:custGeom>
            <a:avLst/>
            <a:gdLst>
              <a:gd name="textAreaLeft" fmla="*/ 0 w 541080"/>
              <a:gd name="textAreaRight" fmla="*/ 541440 w 541080"/>
              <a:gd name="textAreaTop" fmla="*/ 0 h 1803600"/>
              <a:gd name="textAreaBottom" fmla="*/ 1803960 h 1803600"/>
            </a:gdLst>
            <a:ahLst/>
            <a:cxnLst/>
            <a:rect l="textAreaLeft" t="textAreaTop" r="textAreaRight" b="textAreaBottom"/>
            <a:pathLst>
              <a:path w="25355" h="84507">
                <a:moveTo>
                  <a:pt x="12681" y="1"/>
                </a:moveTo>
                <a:cubicBezTo>
                  <a:pt x="12064" y="1"/>
                  <a:pt x="11565" y="500"/>
                  <a:pt x="11565" y="1117"/>
                </a:cubicBezTo>
                <a:lnTo>
                  <a:pt x="11565" y="34600"/>
                </a:lnTo>
                <a:lnTo>
                  <a:pt x="2111" y="23256"/>
                </a:lnTo>
                <a:cubicBezTo>
                  <a:pt x="1890" y="22990"/>
                  <a:pt x="1571" y="22854"/>
                  <a:pt x="1251" y="22854"/>
                </a:cubicBezTo>
                <a:cubicBezTo>
                  <a:pt x="999" y="22854"/>
                  <a:pt x="746" y="22938"/>
                  <a:pt x="539" y="23111"/>
                </a:cubicBezTo>
                <a:cubicBezTo>
                  <a:pt x="64" y="23507"/>
                  <a:pt x="1" y="24212"/>
                  <a:pt x="397" y="24687"/>
                </a:cubicBezTo>
                <a:lnTo>
                  <a:pt x="11565" y="38087"/>
                </a:lnTo>
                <a:lnTo>
                  <a:pt x="11565" y="83391"/>
                </a:lnTo>
                <a:cubicBezTo>
                  <a:pt x="11565" y="84008"/>
                  <a:pt x="12064" y="84507"/>
                  <a:pt x="12681" y="84507"/>
                </a:cubicBezTo>
                <a:cubicBezTo>
                  <a:pt x="13295" y="84507"/>
                  <a:pt x="13797" y="84008"/>
                  <a:pt x="13797" y="83391"/>
                </a:cubicBezTo>
                <a:lnTo>
                  <a:pt x="13797" y="28419"/>
                </a:lnTo>
                <a:lnTo>
                  <a:pt x="24950" y="15560"/>
                </a:lnTo>
                <a:cubicBezTo>
                  <a:pt x="25355" y="15094"/>
                  <a:pt x="25303" y="14390"/>
                  <a:pt x="24838" y="13984"/>
                </a:cubicBezTo>
                <a:cubicBezTo>
                  <a:pt x="24627" y="13801"/>
                  <a:pt x="24367" y="13711"/>
                  <a:pt x="24109" y="13711"/>
                </a:cubicBezTo>
                <a:cubicBezTo>
                  <a:pt x="23796" y="13711"/>
                  <a:pt x="23485" y="13843"/>
                  <a:pt x="23265" y="14099"/>
                </a:cubicBezTo>
                <a:lnTo>
                  <a:pt x="13797" y="25013"/>
                </a:lnTo>
                <a:lnTo>
                  <a:pt x="13797" y="1117"/>
                </a:lnTo>
                <a:cubicBezTo>
                  <a:pt x="13797" y="500"/>
                  <a:pt x="13298" y="1"/>
                  <a:pt x="12681" y="1"/>
                </a:cubicBezTo>
                <a:close/>
              </a:path>
            </a:pathLst>
          </a:custGeom>
          <a:solidFill>
            <a:srgbClr val="373449"/>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FFFFFF"/>
              </a:solidFill>
              <a:effectLst/>
              <a:uFillTx/>
              <a:latin typeface="Arial"/>
            </a:endParaRPr>
          </a:p>
        </p:txBody>
      </p:sp>
      <p:sp>
        <p:nvSpPr>
          <p:cNvPr id="1558" name="PlaceHolder 1"/>
          <p:cNvSpPr>
            <a:spLocks noGrp="1"/>
          </p:cNvSpPr>
          <p:nvPr>
            <p:ph type="subTitle"/>
          </p:nvPr>
        </p:nvSpPr>
        <p:spPr>
          <a:xfrm>
            <a:off x="2286720" y="2368573"/>
            <a:ext cx="4717080" cy="631440"/>
          </a:xfrm>
          <a:prstGeom prst="rect">
            <a:avLst/>
          </a:prstGeom>
          <a:noFill/>
          <a:ln w="0">
            <a:noFill/>
          </a:ln>
        </p:spPr>
        <p:txBody>
          <a:bodyPr lIns="91440" tIns="91440" rIns="91440" bIns="91440" anchor="t">
            <a:noAutofit/>
          </a:bodyPr>
          <a:lstStyle/>
          <a:p>
            <a:pPr algn="ctr">
              <a:lnSpc>
                <a:spcPct val="115000"/>
              </a:lnSpc>
              <a:tabLst>
                <a:tab pos="0" algn="l"/>
              </a:tabLst>
            </a:pPr>
            <a:r>
              <a:rPr lang="en" sz="1400" b="0" u="none" strike="noStrike" dirty="0">
                <a:solidFill>
                  <a:srgbClr val="434343"/>
                </a:solidFill>
                <a:effectLst/>
                <a:uFillTx/>
                <a:latin typeface="EB Garamond"/>
                <a:ea typeface="EB Garamond"/>
              </a:rPr>
              <a:t>“Real estate is all about location, location, location.”</a:t>
            </a:r>
            <a:endParaRPr lang="en-US" sz="1400" b="0" u="none" strike="noStrike" dirty="0">
              <a:solidFill>
                <a:srgbClr val="000000"/>
              </a:solidFill>
              <a:effectLst/>
              <a:uFillTx/>
              <a:latin typeface="Arial"/>
            </a:endParaRPr>
          </a:p>
          <a:p>
            <a:pPr algn="ctr">
              <a:lnSpc>
                <a:spcPct val="115000"/>
              </a:lnSpc>
              <a:spcBef>
                <a:spcPts val="1599"/>
              </a:spcBef>
              <a:spcAft>
                <a:spcPts val="1599"/>
              </a:spcAft>
              <a:tabLst>
                <a:tab pos="0" algn="l"/>
              </a:tabLst>
            </a:pPr>
            <a:endParaRPr lang="en-US" sz="1400" b="0" u="none" strike="noStrike" dirty="0">
              <a:solidFill>
                <a:srgbClr val="000000"/>
              </a:solidFill>
              <a:effectLst/>
              <a:uFillTx/>
              <a:latin typeface="Arial"/>
            </a:endParaRPr>
          </a:p>
        </p:txBody>
      </p:sp>
      <p:sp>
        <p:nvSpPr>
          <p:cNvPr id="1559" name="PlaceHolder 2"/>
          <p:cNvSpPr>
            <a:spLocks noGrp="1"/>
          </p:cNvSpPr>
          <p:nvPr>
            <p:ph type="title"/>
          </p:nvPr>
        </p:nvSpPr>
        <p:spPr>
          <a:xfrm>
            <a:off x="3099060" y="3049560"/>
            <a:ext cx="3092400" cy="540360"/>
          </a:xfrm>
          <a:prstGeom prst="rect">
            <a:avLst/>
          </a:prstGeom>
          <a:noFill/>
          <a:ln w="0">
            <a:noFill/>
          </a:ln>
        </p:spPr>
        <p:txBody>
          <a:bodyPr lIns="91440" tIns="91440" rIns="91440" bIns="91440" anchor="b">
            <a:noAutofit/>
          </a:bodyPr>
          <a:lstStyle/>
          <a:p>
            <a:pPr indent="0" algn="ctr">
              <a:lnSpc>
                <a:spcPct val="115000"/>
              </a:lnSpc>
              <a:buNone/>
              <a:tabLst>
                <a:tab pos="0" algn="l"/>
              </a:tabLst>
            </a:pPr>
            <a:r>
              <a:rPr lang="en" sz="1200" b="0" u="none" strike="noStrike" dirty="0">
                <a:solidFill>
                  <a:srgbClr val="434343"/>
                </a:solidFill>
                <a:effectLst/>
                <a:uFillTx/>
                <a:latin typeface="Montserrat ExtraBold"/>
                <a:ea typeface="Montserrat ExtraBold"/>
              </a:rPr>
              <a:t>— </a:t>
            </a:r>
            <a:r>
              <a:rPr lang="en" sz="1200" b="1" u="none" strike="noStrike" dirty="0">
                <a:solidFill>
                  <a:srgbClr val="434343"/>
                </a:solidFill>
                <a:effectLst/>
                <a:uFillTx/>
                <a:latin typeface="Montserrat ExtraBold"/>
                <a:ea typeface="Montserrat ExtraBold"/>
              </a:rPr>
              <a:t>Baron</a:t>
            </a:r>
            <a:r>
              <a:rPr lang="en" sz="1200" b="0" u="none" strike="noStrike" dirty="0">
                <a:solidFill>
                  <a:srgbClr val="434343"/>
                </a:solidFill>
                <a:effectLst/>
                <a:uFillTx/>
                <a:latin typeface="Montserrat ExtraBold"/>
                <a:ea typeface="Montserrat ExtraBold"/>
              </a:rPr>
              <a:t> </a:t>
            </a:r>
            <a:r>
              <a:rPr lang="en" sz="1400" b="0" u="none" strike="noStrike" dirty="0">
                <a:solidFill>
                  <a:srgbClr val="434343"/>
                </a:solidFill>
                <a:effectLst/>
                <a:uFillTx/>
                <a:latin typeface="EB Garamond"/>
                <a:ea typeface="EB Garamond"/>
              </a:rPr>
              <a:t>Harold Samuel , founder of  Land Securities (UK)</a:t>
            </a:r>
            <a:endParaRPr lang="en-US" sz="1400" b="0" u="none" strike="noStrike" dirty="0">
              <a:solidFill>
                <a:srgbClr val="000000"/>
              </a:solidFill>
              <a:effectLst/>
              <a:uFillTx/>
              <a:latin typeface="Arial"/>
            </a:endParaRPr>
          </a:p>
        </p:txBody>
      </p:sp>
      <p:sp>
        <p:nvSpPr>
          <p:cNvPr id="29" name="PlaceHolder 2">
            <a:extLst>
              <a:ext uri="{FF2B5EF4-FFF2-40B4-BE49-F238E27FC236}">
                <a16:creationId xmlns:a16="http://schemas.microsoft.com/office/drawing/2014/main" id="{F599F11E-83C8-4066-9763-AF989ECCEA8F}"/>
              </a:ext>
            </a:extLst>
          </p:cNvPr>
          <p:cNvSpPr txBox="1">
            <a:spLocks/>
          </p:cNvSpPr>
          <p:nvPr/>
        </p:nvSpPr>
        <p:spPr>
          <a:xfrm>
            <a:off x="3025800" y="1771200"/>
            <a:ext cx="3092400" cy="540360"/>
          </a:xfrm>
          <a:prstGeom prst="rect">
            <a:avLst/>
          </a:prstGeom>
          <a:noFill/>
          <a:ln w="0">
            <a:noFill/>
          </a:ln>
        </p:spPr>
        <p:txBody>
          <a:bodyPr lIns="91440" tIns="91440" rIns="91440" bIns="9144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15000"/>
              </a:lnSpc>
              <a:tabLst>
                <a:tab pos="0" algn="l"/>
              </a:tabLst>
            </a:pPr>
            <a:r>
              <a:rPr lang="en" sz="1400" b="1" dirty="0">
                <a:solidFill>
                  <a:srgbClr val="434343"/>
                </a:solidFill>
                <a:latin typeface="Montserrat ExtraBold"/>
              </a:rPr>
              <a:t>Thank you for your attention</a:t>
            </a:r>
          </a:p>
          <a:p>
            <a:pPr algn="ctr">
              <a:lnSpc>
                <a:spcPct val="115000"/>
              </a:lnSpc>
              <a:tabLst>
                <a:tab pos="0" algn="l"/>
              </a:tabLst>
            </a:pPr>
            <a:endParaRPr lang="en" sz="1400" b="1" dirty="0">
              <a:solidFill>
                <a:srgbClr val="434343"/>
              </a:solidFill>
              <a:latin typeface="Montserrat ExtraBold"/>
              <a:ea typeface="Montserrat ExtraBold"/>
            </a:endParaRPr>
          </a:p>
          <a:p>
            <a:pPr algn="ctr">
              <a:lnSpc>
                <a:spcPct val="115000"/>
              </a:lnSpc>
              <a:tabLst>
                <a:tab pos="0" algn="l"/>
              </a:tabLst>
            </a:pPr>
            <a:endParaRPr lang="en" sz="1200" b="1" dirty="0">
              <a:solidFill>
                <a:srgbClr val="434343"/>
              </a:solidFill>
              <a:latin typeface="Montserrat ExtraBold"/>
              <a:ea typeface="Montserrat ExtraBold"/>
            </a:endParaRPr>
          </a:p>
          <a:p>
            <a:pPr algn="ctr">
              <a:lnSpc>
                <a:spcPct val="115000"/>
              </a:lnSpc>
              <a:tabLst>
                <a:tab pos="0" algn="l"/>
              </a:tabLst>
            </a:pPr>
            <a:r>
              <a:rPr lang="en" sz="2800" b="1" dirty="0">
                <a:solidFill>
                  <a:srgbClr val="434343"/>
                </a:solidFill>
                <a:latin typeface="Montserrat ExtraBold"/>
                <a:ea typeface="Montserrat ExtraBold"/>
              </a:rPr>
              <a:t>Q&amp;A</a:t>
            </a:r>
          </a:p>
          <a:p>
            <a:pPr algn="ctr">
              <a:lnSpc>
                <a:spcPct val="115000"/>
              </a:lnSpc>
              <a:tabLst>
                <a:tab pos="0" algn="l"/>
              </a:tabLst>
            </a:pPr>
            <a:endParaRPr lang="en-US" sz="1200" dirty="0">
              <a:solidFill>
                <a:srgbClr val="000000"/>
              </a:solidFill>
              <a:latin typeface="Arial"/>
            </a:endParaRPr>
          </a:p>
        </p:txBody>
      </p:sp>
    </p:spTree>
  </p:cSld>
  <p:clrMapOvr>
    <a:masterClrMapping/>
  </p:clrMapOvr>
</p:sld>
</file>

<file path=ppt/theme/theme1.xml><?xml version="1.0" encoding="utf-8"?>
<a:theme xmlns:a="http://schemas.openxmlformats.org/drawingml/2006/main" name="Real Estate Marketing Plan ">
  <a:themeElements>
    <a:clrScheme name="Simple Light">
      <a:dk1>
        <a:srgbClr val="000000"/>
      </a:dk1>
      <a:lt1>
        <a:srgbClr val="FFFFFF"/>
      </a:lt1>
      <a:dk2>
        <a:srgbClr val="D39C2D"/>
      </a:dk2>
      <a:lt2>
        <a:srgbClr val="F9BF3E"/>
      </a:lt2>
      <a:accent1>
        <a:srgbClr val="FFCB64"/>
      </a:accent1>
      <a:accent2>
        <a:srgbClr val="FCD977"/>
      </a:accent2>
      <a:accent3>
        <a:srgbClr val="FFE48D"/>
      </a:accent3>
      <a:accent4>
        <a:srgbClr val="74C1B9"/>
      </a:accent4>
      <a:accent5>
        <a:srgbClr val="9AD7D2"/>
      </a:accent5>
      <a:accent6>
        <a:srgbClr val="E2A334"/>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TotalTime>
  <Words>1059</Words>
  <Application>Microsoft Office PowerPoint</Application>
  <PresentationFormat>On-screen Show (16:9)</PresentationFormat>
  <Paragraphs>134</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EB Garamond</vt:lpstr>
      <vt:lpstr>Montserrat ExtraBold</vt:lpstr>
      <vt:lpstr>Montserrat Light</vt:lpstr>
      <vt:lpstr>Symbol</vt:lpstr>
      <vt:lpstr>Wingdings</vt:lpstr>
      <vt:lpstr>Real Estate Marketing Plan </vt:lpstr>
      <vt:lpstr>PRE-COVID (2019) SOFIA REAL ESTATE  MARKET CONDITIONS ANALYSIS</vt:lpstr>
      <vt:lpstr>The underlying task at hand</vt:lpstr>
      <vt:lpstr>STAGES OF THE ANALISYS </vt:lpstr>
      <vt:lpstr>Data Analysis</vt:lpstr>
      <vt:lpstr>Data Management</vt:lpstr>
      <vt:lpstr>Quartid dummies - calculation</vt:lpstr>
      <vt:lpstr>Regression Analysis</vt:lpstr>
      <vt:lpstr>Diagnostic Model</vt:lpstr>
      <vt:lpstr>Diagnostic Model</vt:lpstr>
      <vt:lpstr>Big Data Model</vt:lpstr>
      <vt:lpstr>Big Data Model</vt:lpstr>
      <vt:lpstr>NO Big Data Model</vt:lpstr>
      <vt:lpstr>NO Big Data Model</vt:lpstr>
      <vt:lpstr>Residual Analysis</vt:lpstr>
      <vt:lpstr>Quick Summary</vt:lpstr>
      <vt:lpstr>— Baron Harold Samuel , founder of  Land Securities (UK)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PRE-COVID (2019) SOFIA REAL ESTATE  MARKET CONDITIONS ANALYSIS</dc:title>
  <dc:subject/>
  <dc:creator/>
  <dc:description/>
  <cp:lastModifiedBy>Student</cp:lastModifiedBy>
  <cp:revision>11</cp:revision>
  <cp:lastPrinted>2025-11-06T11:36:01Z</cp:lastPrinted>
  <dcterms:modified xsi:type="dcterms:W3CDTF">2025-11-06T11:36:24Z</dcterms:modified>
  <dc:language>en-US</dc:language>
</cp:coreProperties>
</file>